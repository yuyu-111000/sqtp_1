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2"/>
  </p:sldMasterIdLst>
  <p:notesMasterIdLst>
    <p:notesMasterId r:id="rId16"/>
  </p:notesMasterIdLst>
  <p:sldIdLst>
    <p:sldId id="256" r:id="rId3"/>
    <p:sldId id="260" r:id="rId4"/>
    <p:sldId id="275" r:id="rId5"/>
    <p:sldId id="266" r:id="rId6"/>
    <p:sldId id="261" r:id="rId7"/>
    <p:sldId id="267" r:id="rId8"/>
    <p:sldId id="277" r:id="rId9"/>
    <p:sldId id="269" r:id="rId10"/>
    <p:sldId id="271" r:id="rId11"/>
    <p:sldId id="279" r:id="rId12"/>
    <p:sldId id="294" r:id="rId13"/>
    <p:sldId id="288" r:id="rId14"/>
    <p:sldId id="25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76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3521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9" userDrawn="1">
          <p15:clr>
            <a:srgbClr val="A4A3A4"/>
          </p15:clr>
        </p15:guide>
        <p15:guide id="6" orient="horz" pos="2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A5B2"/>
    <a:srgbClr val="CDCAC3"/>
    <a:srgbClr val="466E7A"/>
    <a:srgbClr val="F5F0EA"/>
    <a:srgbClr val="5D91A1"/>
    <a:srgbClr val="00B050"/>
    <a:srgbClr val="676661"/>
    <a:srgbClr val="3C5E68"/>
    <a:srgbClr val="777671"/>
    <a:srgbClr val="E73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4" autoAdjust="0"/>
    <p:restoredTop sz="94693"/>
  </p:normalViewPr>
  <p:slideViewPr>
    <p:cSldViewPr snapToGrid="0" snapToObjects="1" showGuides="1">
      <p:cViewPr varScale="1">
        <p:scale>
          <a:sx n="80" d="100"/>
          <a:sy n="80" d="100"/>
        </p:scale>
        <p:origin x="40" y="288"/>
      </p:cViewPr>
      <p:guideLst>
        <p:guide pos="3876"/>
        <p:guide orient="horz" pos="2160"/>
        <p:guide orient="horz" pos="3521"/>
        <p:guide pos="211"/>
        <p:guide pos="7469"/>
        <p:guide orient="horz" pos="2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0E476-DBBF-42C4-9842-0751DB9A0A9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14805-A067-454A-9D69-29B08616F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14805-A067-454A-9D69-29B08616F17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pattFill prst="dotGrid">
          <a:fgClr>
            <a:schemeClr val="bg1">
              <a:lumMod val="85000"/>
            </a:schemeClr>
          </a:fgClr>
          <a:bgClr>
            <a:srgbClr val="F5F0E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pattFill prst="dotGrid">
          <a:fgClr>
            <a:schemeClr val="bg1">
              <a:lumMod val="85000"/>
            </a:schemeClr>
          </a:fgClr>
          <a:bgClr>
            <a:srgbClr val="F5F0E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52400" y="139700"/>
            <a:ext cx="11874500" cy="6591300"/>
          </a:xfrm>
          <a:prstGeom prst="rect">
            <a:avLst/>
          </a:prstGeom>
          <a:noFill/>
          <a:ln w="38100">
            <a:solidFill>
              <a:srgbClr val="5D91A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4" y="258233"/>
            <a:ext cx="4868117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/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8" y="5989475"/>
            <a:ext cx="196003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/>
            </a:lvl1pPr>
          </a:lstStyle>
          <a:p>
            <a:r>
              <a:rPr kumimoji="1" lang="en-US" altLang="zh-CN" sz="1600" b="1" dirty="0"/>
              <a:t>LOGO&amp;PIC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8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slideLayout" Target="../slideLayouts/slideLayout1.xml"/><Relationship Id="rId18" Type="http://schemas.openxmlformats.org/officeDocument/2006/relationships/image" Target="../media/image16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image" Target="../media/image15.png"/><Relationship Id="rId2" Type="http://schemas.openxmlformats.org/officeDocument/2006/relationships/tags" Target="../tags/tag35.xml"/><Relationship Id="rId16" Type="http://schemas.openxmlformats.org/officeDocument/2006/relationships/image" Target="../media/image10.png"/><Relationship Id="rId20" Type="http://schemas.openxmlformats.org/officeDocument/2006/relationships/image" Target="../media/image11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image" Target="../media/image14.png"/><Relationship Id="rId10" Type="http://schemas.openxmlformats.org/officeDocument/2006/relationships/tags" Target="../tags/tag43.xml"/><Relationship Id="rId19" Type="http://schemas.openxmlformats.org/officeDocument/2006/relationships/image" Target="../media/image17.png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30" name="任意多边形 29"/>
          <p:cNvSpPr/>
          <p:nvPr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344054" y="1033979"/>
            <a:ext cx="4063977" cy="64132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求是学院蓝田学园</a:t>
            </a:r>
          </a:p>
        </p:txBody>
      </p:sp>
      <p:sp>
        <p:nvSpPr>
          <p:cNvPr id="34" name="矩形 33"/>
          <p:cNvSpPr/>
          <p:nvPr/>
        </p:nvSpPr>
        <p:spPr>
          <a:xfrm>
            <a:off x="1358593" y="2379370"/>
            <a:ext cx="9261236" cy="16908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kumimoji="1" lang="zh-CN" altLang="en-US" sz="4800" b="1" dirty="0">
                <a:solidFill>
                  <a:srgbClr val="777671"/>
                </a:solidFill>
                <a:cs typeface="Arial" panose="020B0604020202020204" pitchFamily="34" charset="0"/>
              </a:rPr>
              <a:t>拾光相伴，学途引航</a:t>
            </a:r>
            <a:endParaRPr kumimoji="1" lang="en-US" altLang="zh-CN" sz="4800" b="1" dirty="0">
              <a:solidFill>
                <a:srgbClr val="777671"/>
              </a:solidFill>
              <a:cs typeface="Arial" panose="020B0604020202020204" pitchFamily="34" charset="0"/>
            </a:endParaRPr>
          </a:p>
          <a:p>
            <a:pPr algn="ctr"/>
            <a:r>
              <a:rPr kumimoji="1" lang="zh-CN" altLang="en-US" sz="4800" b="1" dirty="0">
                <a:solidFill>
                  <a:srgbClr val="777671"/>
                </a:solidFill>
                <a:cs typeface="Arial" panose="020B0604020202020204" pitchFamily="34" charset="0"/>
              </a:rPr>
              <a:t>——新一代一体式学业发展平台</a:t>
            </a:r>
            <a:endParaRPr lang="zh-CN" altLang="en-US" sz="6600" dirty="0">
              <a:solidFill>
                <a:srgbClr val="777671"/>
              </a:solidFill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764181" y="4530394"/>
            <a:ext cx="8629705" cy="368300"/>
            <a:chOff x="1764181" y="3942834"/>
            <a:chExt cx="8629705" cy="368300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1764181" y="4127500"/>
              <a:ext cx="2755900" cy="0"/>
            </a:xfrm>
            <a:prstGeom prst="line">
              <a:avLst/>
            </a:prstGeom>
            <a:ln>
              <a:solidFill>
                <a:srgbClr val="7776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7637986" y="4127500"/>
              <a:ext cx="2755900" cy="0"/>
            </a:xfrm>
            <a:prstGeom prst="line">
              <a:avLst/>
            </a:prstGeom>
            <a:ln>
              <a:solidFill>
                <a:srgbClr val="7776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/>
            <p:cNvSpPr/>
            <p:nvPr/>
          </p:nvSpPr>
          <p:spPr>
            <a:xfrm>
              <a:off x="4996042" y="3942834"/>
              <a:ext cx="216598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777671"/>
                  </a:solidFill>
                  <a:latin typeface="微软雅黑" panose="020B0503020204020204" charset="-122"/>
                  <a:ea typeface="微软雅黑" panose="020B0503020204020204" charset="-122"/>
                </a:rPr>
                <a:t>SQTP</a:t>
              </a:r>
              <a:r>
                <a:rPr lang="zh-CN" altLang="en-US" dirty="0">
                  <a:solidFill>
                    <a:srgbClr val="77767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项目立项答辩</a:t>
              </a:r>
              <a:endParaRPr lang="zh-CN" altLang="en-US" dirty="0">
                <a:solidFill>
                  <a:srgbClr val="77767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5" name="矩形 84"/>
          <p:cNvSpPr/>
          <p:nvPr/>
        </p:nvSpPr>
        <p:spPr>
          <a:xfrm>
            <a:off x="510255" y="5858914"/>
            <a:ext cx="12118070" cy="65240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b="1" dirty="0">
                <a:solidFill>
                  <a:srgbClr val="F5F0EA"/>
                </a:solidFill>
                <a:latin typeface="微软雅黑" panose="020B0503020204020204" charset="-122"/>
                <a:ea typeface="微软雅黑" panose="020B0503020204020204" charset="-122"/>
              </a:rPr>
              <a:t>答辩人：张钦宇  </a:t>
            </a:r>
          </a:p>
          <a:p>
            <a:r>
              <a:rPr lang="zh-CN" altLang="en-US" sz="2400" b="1" dirty="0">
                <a:solidFill>
                  <a:srgbClr val="F5F0EA"/>
                </a:solidFill>
                <a:latin typeface="微软雅黑" panose="020B0503020204020204" charset="-122"/>
                <a:ea typeface="微软雅黑" panose="020B0503020204020204" charset="-122"/>
              </a:rPr>
              <a:t>项目成员：叶晨杰 柳雨汐 许金涵 黄一馨 李婉 张楚晗 杨俊强 谭紫洋 罗晨雨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sp>
        <p:nvSpPr>
          <p:cNvPr id="18" name="任意多边形 17"/>
          <p:cNvSpPr/>
          <p:nvPr/>
        </p:nvSpPr>
        <p:spPr>
          <a:xfrm>
            <a:off x="136037" y="177800"/>
            <a:ext cx="492216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rgbClr val="F5F0E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138953" y="2354722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rgbClr val="F5F0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目录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85962" y="3781331"/>
            <a:ext cx="2952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5F0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『CONTENT』</a:t>
            </a:r>
            <a:endParaRPr lang="zh-CN" altLang="en-US" sz="3600" b="1" dirty="0">
              <a:solidFill>
                <a:srgbClr val="F5F0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686993" y="1701157"/>
            <a:ext cx="5554345" cy="76801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</a:rPr>
              <a:t>▷ 第一部分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项目概述</a:t>
            </a:r>
            <a:r>
              <a:rPr lang="en-US" altLang="zh-CN" sz="36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686993" y="3115115"/>
            <a:ext cx="5554345" cy="66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l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</a:rPr>
              <a:t>▷ 第二部分 </a:t>
            </a:r>
            <a:r>
              <a:rPr lang="zh-CN" altLang="en-US" sz="3600" dirty="0">
                <a:solidFill>
                  <a:srgbClr val="676661"/>
                </a:solidFill>
              </a:rPr>
              <a:t>『项目规划</a:t>
            </a:r>
            <a:r>
              <a:rPr lang="en-US" altLang="zh-CN" sz="36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86960" y="4427642"/>
            <a:ext cx="5554329" cy="206477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defTabSz="914400"/>
            <a:r>
              <a:rPr lang="zh-CN" altLang="en-US" sz="36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</a:rPr>
              <a:t>▷ 第三部分 </a:t>
            </a:r>
            <a:r>
              <a:rPr lang="en-US" altLang="zh-CN" sz="3600" dirty="0">
                <a:solidFill>
                  <a:srgbClr val="676661"/>
                </a:solidFill>
              </a:rPr>
              <a:t>『</a:t>
            </a:r>
            <a:r>
              <a:rPr lang="zh-CN" altLang="en-US" sz="3600" dirty="0">
                <a:solidFill>
                  <a:srgbClr val="676661"/>
                </a:solidFill>
              </a:rPr>
              <a:t>预期成果</a:t>
            </a:r>
            <a:r>
              <a:rPr lang="en-US" altLang="zh-CN" sz="3600" dirty="0">
                <a:solidFill>
                  <a:srgbClr val="676661"/>
                </a:solidFill>
              </a:rPr>
              <a:t>』</a:t>
            </a:r>
            <a:endParaRPr lang="zh-CN" altLang="en-US" sz="3600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6397766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1" y="1616208"/>
              <a:ext cx="1620880" cy="5157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charset="-122"/>
                  <a:ea typeface="微软雅黑" panose="020B0503020204020204" charset="-122"/>
                </a:rPr>
                <a:t>第一部分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2" y="2396875"/>
              <a:ext cx="3067520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项目概述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背景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1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901066" y="3111940"/>
            <a:ext cx="6389807" cy="2929575"/>
            <a:chOff x="1611683" y="1446502"/>
            <a:chExt cx="5920633" cy="3027758"/>
          </a:xfrm>
          <a:solidFill>
            <a:schemeClr val="bg1">
              <a:lumMod val="85000"/>
            </a:schemeClr>
          </a:solidFill>
        </p:grpSpPr>
        <p:sp>
          <p:nvSpPr>
            <p:cNvPr id="18" name="Freeform 559"/>
            <p:cNvSpPr/>
            <p:nvPr/>
          </p:nvSpPr>
          <p:spPr bwMode="auto">
            <a:xfrm>
              <a:off x="4299491" y="2445520"/>
              <a:ext cx="75667" cy="117338"/>
            </a:xfrm>
            <a:custGeom>
              <a:avLst/>
              <a:gdLst>
                <a:gd name="T0" fmla="*/ 2147483647 w 56"/>
                <a:gd name="T1" fmla="*/ 2147483647 h 88"/>
                <a:gd name="T2" fmla="*/ 0 w 56"/>
                <a:gd name="T3" fmla="*/ 2147483647 h 88"/>
                <a:gd name="T4" fmla="*/ 0 w 56"/>
                <a:gd name="T5" fmla="*/ 2147483647 h 88"/>
                <a:gd name="T6" fmla="*/ 0 w 56"/>
                <a:gd name="T7" fmla="*/ 2147483647 h 88"/>
                <a:gd name="T8" fmla="*/ 2147483647 w 56"/>
                <a:gd name="T9" fmla="*/ 2147483647 h 88"/>
                <a:gd name="T10" fmla="*/ 2147483647 w 56"/>
                <a:gd name="T11" fmla="*/ 2147483647 h 88"/>
                <a:gd name="T12" fmla="*/ 0 w 56"/>
                <a:gd name="T13" fmla="*/ 2147483647 h 88"/>
                <a:gd name="T14" fmla="*/ 2147483647 w 56"/>
                <a:gd name="T15" fmla="*/ 2147483647 h 88"/>
                <a:gd name="T16" fmla="*/ 0 w 56"/>
                <a:gd name="T17" fmla="*/ 2147483647 h 88"/>
                <a:gd name="T18" fmla="*/ 2147483647 w 56"/>
                <a:gd name="T19" fmla="*/ 2147483647 h 88"/>
                <a:gd name="T20" fmla="*/ 2147483647 w 56"/>
                <a:gd name="T21" fmla="*/ 2147483647 h 88"/>
                <a:gd name="T22" fmla="*/ 2147483647 w 56"/>
                <a:gd name="T23" fmla="*/ 0 h 88"/>
                <a:gd name="T24" fmla="*/ 2147483647 w 56"/>
                <a:gd name="T25" fmla="*/ 2147483647 h 88"/>
                <a:gd name="T26" fmla="*/ 2147483647 w 56"/>
                <a:gd name="T27" fmla="*/ 2147483647 h 88"/>
                <a:gd name="T28" fmla="*/ 2147483647 w 56"/>
                <a:gd name="T29" fmla="*/ 2147483647 h 88"/>
                <a:gd name="T30" fmla="*/ 2147483647 w 56"/>
                <a:gd name="T31" fmla="*/ 2147483647 h 88"/>
                <a:gd name="T32" fmla="*/ 2147483647 w 56"/>
                <a:gd name="T33" fmla="*/ 2147483647 h 88"/>
                <a:gd name="T34" fmla="*/ 2147483647 w 56"/>
                <a:gd name="T35" fmla="*/ 2147483647 h 88"/>
                <a:gd name="T36" fmla="*/ 2147483647 w 56"/>
                <a:gd name="T37" fmla="*/ 2147483647 h 88"/>
                <a:gd name="T38" fmla="*/ 2147483647 w 56"/>
                <a:gd name="T39" fmla="*/ 2147483647 h 88"/>
                <a:gd name="T40" fmla="*/ 2147483647 w 56"/>
                <a:gd name="T41" fmla="*/ 214748364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88"/>
                <a:gd name="T65" fmla="*/ 56 w 56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88">
                  <a:moveTo>
                    <a:pt x="8" y="88"/>
                  </a:moveTo>
                  <a:lnTo>
                    <a:pt x="0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560"/>
            <p:cNvSpPr/>
            <p:nvPr/>
          </p:nvSpPr>
          <p:spPr bwMode="auto">
            <a:xfrm>
              <a:off x="4364192" y="2347921"/>
              <a:ext cx="128304" cy="247835"/>
            </a:xfrm>
            <a:custGeom>
              <a:avLst/>
              <a:gdLst>
                <a:gd name="T0" fmla="*/ 2147483647 w 96"/>
                <a:gd name="T1" fmla="*/ 2147483647 h 184"/>
                <a:gd name="T2" fmla="*/ 2147483647 w 96"/>
                <a:gd name="T3" fmla="*/ 2147483647 h 184"/>
                <a:gd name="T4" fmla="*/ 2147483647 w 96"/>
                <a:gd name="T5" fmla="*/ 2147483647 h 184"/>
                <a:gd name="T6" fmla="*/ 2147483647 w 96"/>
                <a:gd name="T7" fmla="*/ 2147483647 h 184"/>
                <a:gd name="T8" fmla="*/ 2147483647 w 96"/>
                <a:gd name="T9" fmla="*/ 2147483647 h 184"/>
                <a:gd name="T10" fmla="*/ 2147483647 w 96"/>
                <a:gd name="T11" fmla="*/ 2147483647 h 184"/>
                <a:gd name="T12" fmla="*/ 2147483647 w 96"/>
                <a:gd name="T13" fmla="*/ 2147483647 h 184"/>
                <a:gd name="T14" fmla="*/ 2147483647 w 96"/>
                <a:gd name="T15" fmla="*/ 2147483647 h 184"/>
                <a:gd name="T16" fmla="*/ 2147483647 w 96"/>
                <a:gd name="T17" fmla="*/ 2147483647 h 184"/>
                <a:gd name="T18" fmla="*/ 2147483647 w 96"/>
                <a:gd name="T19" fmla="*/ 2147483647 h 184"/>
                <a:gd name="T20" fmla="*/ 2147483647 w 96"/>
                <a:gd name="T21" fmla="*/ 2147483647 h 184"/>
                <a:gd name="T22" fmla="*/ 2147483647 w 96"/>
                <a:gd name="T23" fmla="*/ 2147483647 h 184"/>
                <a:gd name="T24" fmla="*/ 2147483647 w 96"/>
                <a:gd name="T25" fmla="*/ 2147483647 h 184"/>
                <a:gd name="T26" fmla="*/ 2147483647 w 96"/>
                <a:gd name="T27" fmla="*/ 2147483647 h 184"/>
                <a:gd name="T28" fmla="*/ 2147483647 w 96"/>
                <a:gd name="T29" fmla="*/ 2147483647 h 184"/>
                <a:gd name="T30" fmla="*/ 0 w 96"/>
                <a:gd name="T31" fmla="*/ 2147483647 h 184"/>
                <a:gd name="T32" fmla="*/ 0 w 96"/>
                <a:gd name="T33" fmla="*/ 2147483647 h 184"/>
                <a:gd name="T34" fmla="*/ 0 w 96"/>
                <a:gd name="T35" fmla="*/ 2147483647 h 184"/>
                <a:gd name="T36" fmla="*/ 0 w 96"/>
                <a:gd name="T37" fmla="*/ 2147483647 h 184"/>
                <a:gd name="T38" fmla="*/ 0 w 96"/>
                <a:gd name="T39" fmla="*/ 2147483647 h 184"/>
                <a:gd name="T40" fmla="*/ 2147483647 w 96"/>
                <a:gd name="T41" fmla="*/ 2147483647 h 184"/>
                <a:gd name="T42" fmla="*/ 2147483647 w 96"/>
                <a:gd name="T43" fmla="*/ 0 h 184"/>
                <a:gd name="T44" fmla="*/ 2147483647 w 96"/>
                <a:gd name="T45" fmla="*/ 0 h 184"/>
                <a:gd name="T46" fmla="*/ 2147483647 w 96"/>
                <a:gd name="T47" fmla="*/ 0 h 184"/>
                <a:gd name="T48" fmla="*/ 2147483647 w 96"/>
                <a:gd name="T49" fmla="*/ 2147483647 h 184"/>
                <a:gd name="T50" fmla="*/ 2147483647 w 96"/>
                <a:gd name="T51" fmla="*/ 2147483647 h 184"/>
                <a:gd name="T52" fmla="*/ 2147483647 w 96"/>
                <a:gd name="T53" fmla="*/ 2147483647 h 184"/>
                <a:gd name="T54" fmla="*/ 2147483647 w 96"/>
                <a:gd name="T55" fmla="*/ 2147483647 h 184"/>
                <a:gd name="T56" fmla="*/ 2147483647 w 96"/>
                <a:gd name="T57" fmla="*/ 2147483647 h 184"/>
                <a:gd name="T58" fmla="*/ 2147483647 w 96"/>
                <a:gd name="T59" fmla="*/ 2147483647 h 184"/>
                <a:gd name="T60" fmla="*/ 2147483647 w 96"/>
                <a:gd name="T61" fmla="*/ 2147483647 h 184"/>
                <a:gd name="T62" fmla="*/ 2147483647 w 96"/>
                <a:gd name="T63" fmla="*/ 2147483647 h 184"/>
                <a:gd name="T64" fmla="*/ 2147483647 w 96"/>
                <a:gd name="T65" fmla="*/ 2147483647 h 184"/>
                <a:gd name="T66" fmla="*/ 2147483647 w 96"/>
                <a:gd name="T67" fmla="*/ 2147483647 h 184"/>
                <a:gd name="T68" fmla="*/ 2147483647 w 96"/>
                <a:gd name="T69" fmla="*/ 2147483647 h 184"/>
                <a:gd name="T70" fmla="*/ 2147483647 w 96"/>
                <a:gd name="T71" fmla="*/ 2147483647 h 184"/>
                <a:gd name="T72" fmla="*/ 2147483647 w 96"/>
                <a:gd name="T73" fmla="*/ 2147483647 h 184"/>
                <a:gd name="T74" fmla="*/ 2147483647 w 96"/>
                <a:gd name="T75" fmla="*/ 2147483647 h 184"/>
                <a:gd name="T76" fmla="*/ 2147483647 w 96"/>
                <a:gd name="T77" fmla="*/ 2147483647 h 184"/>
                <a:gd name="T78" fmla="*/ 2147483647 w 96"/>
                <a:gd name="T79" fmla="*/ 2147483647 h 184"/>
                <a:gd name="T80" fmla="*/ 2147483647 w 96"/>
                <a:gd name="T81" fmla="*/ 2147483647 h 184"/>
                <a:gd name="T82" fmla="*/ 2147483647 w 96"/>
                <a:gd name="T83" fmla="*/ 2147483647 h 184"/>
                <a:gd name="T84" fmla="*/ 2147483647 w 96"/>
                <a:gd name="T85" fmla="*/ 2147483647 h 184"/>
                <a:gd name="T86" fmla="*/ 2147483647 w 96"/>
                <a:gd name="T87" fmla="*/ 2147483647 h 184"/>
                <a:gd name="T88" fmla="*/ 2147483647 w 96"/>
                <a:gd name="T89" fmla="*/ 2147483647 h 184"/>
                <a:gd name="T90" fmla="*/ 2147483647 w 96"/>
                <a:gd name="T91" fmla="*/ 2147483647 h 184"/>
                <a:gd name="T92" fmla="*/ 2147483647 w 96"/>
                <a:gd name="T93" fmla="*/ 2147483647 h 184"/>
                <a:gd name="T94" fmla="*/ 2147483647 w 96"/>
                <a:gd name="T95" fmla="*/ 2147483647 h 184"/>
                <a:gd name="T96" fmla="*/ 2147483647 w 96"/>
                <a:gd name="T97" fmla="*/ 2147483647 h 184"/>
                <a:gd name="T98" fmla="*/ 2147483647 w 96"/>
                <a:gd name="T99" fmla="*/ 2147483647 h 184"/>
                <a:gd name="T100" fmla="*/ 2147483647 w 96"/>
                <a:gd name="T101" fmla="*/ 2147483647 h 184"/>
                <a:gd name="T102" fmla="*/ 2147483647 w 96"/>
                <a:gd name="T103" fmla="*/ 2147483647 h 184"/>
                <a:gd name="T104" fmla="*/ 2147483647 w 96"/>
                <a:gd name="T105" fmla="*/ 2147483647 h 184"/>
                <a:gd name="T106" fmla="*/ 2147483647 w 96"/>
                <a:gd name="T107" fmla="*/ 2147483647 h 184"/>
                <a:gd name="T108" fmla="*/ 2147483647 w 96"/>
                <a:gd name="T109" fmla="*/ 2147483647 h 184"/>
                <a:gd name="T110" fmla="*/ 2147483647 w 96"/>
                <a:gd name="T111" fmla="*/ 2147483647 h 184"/>
                <a:gd name="T112" fmla="*/ 2147483647 w 96"/>
                <a:gd name="T113" fmla="*/ 2147483647 h 184"/>
                <a:gd name="T114" fmla="*/ 2147483647 w 96"/>
                <a:gd name="T115" fmla="*/ 2147483647 h 184"/>
                <a:gd name="T116" fmla="*/ 2147483647 w 96"/>
                <a:gd name="T117" fmla="*/ 2147483647 h 184"/>
                <a:gd name="T118" fmla="*/ 2147483647 w 96"/>
                <a:gd name="T119" fmla="*/ 2147483647 h 18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96"/>
                <a:gd name="T181" fmla="*/ 0 h 184"/>
                <a:gd name="T182" fmla="*/ 96 w 96"/>
                <a:gd name="T183" fmla="*/ 184 h 18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96" h="184">
                  <a:moveTo>
                    <a:pt x="16" y="144"/>
                  </a:moveTo>
                  <a:lnTo>
                    <a:pt x="24" y="136"/>
                  </a:lnTo>
                  <a:lnTo>
                    <a:pt x="24" y="128"/>
                  </a:lnTo>
                  <a:lnTo>
                    <a:pt x="16" y="128"/>
                  </a:lnTo>
                  <a:lnTo>
                    <a:pt x="24" y="120"/>
                  </a:lnTo>
                  <a:lnTo>
                    <a:pt x="40" y="112"/>
                  </a:lnTo>
                  <a:lnTo>
                    <a:pt x="40" y="104"/>
                  </a:lnTo>
                  <a:lnTo>
                    <a:pt x="40" y="96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16" y="88"/>
                  </a:lnTo>
                  <a:lnTo>
                    <a:pt x="16" y="80"/>
                  </a:lnTo>
                  <a:lnTo>
                    <a:pt x="16" y="64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0" y="64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8" y="16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24" y="16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56" y="64"/>
                  </a:lnTo>
                  <a:lnTo>
                    <a:pt x="64" y="88"/>
                  </a:lnTo>
                  <a:lnTo>
                    <a:pt x="72" y="96"/>
                  </a:lnTo>
                  <a:lnTo>
                    <a:pt x="80" y="112"/>
                  </a:lnTo>
                  <a:lnTo>
                    <a:pt x="80" y="120"/>
                  </a:lnTo>
                  <a:lnTo>
                    <a:pt x="80" y="128"/>
                  </a:lnTo>
                  <a:lnTo>
                    <a:pt x="88" y="128"/>
                  </a:lnTo>
                  <a:lnTo>
                    <a:pt x="96" y="128"/>
                  </a:lnTo>
                  <a:lnTo>
                    <a:pt x="96" y="144"/>
                  </a:lnTo>
                  <a:lnTo>
                    <a:pt x="88" y="152"/>
                  </a:lnTo>
                  <a:lnTo>
                    <a:pt x="88" y="160"/>
                  </a:lnTo>
                  <a:lnTo>
                    <a:pt x="96" y="160"/>
                  </a:lnTo>
                  <a:lnTo>
                    <a:pt x="88" y="160"/>
                  </a:lnTo>
                  <a:lnTo>
                    <a:pt x="72" y="168"/>
                  </a:lnTo>
                  <a:lnTo>
                    <a:pt x="56" y="168"/>
                  </a:lnTo>
                  <a:lnTo>
                    <a:pt x="48" y="176"/>
                  </a:lnTo>
                  <a:lnTo>
                    <a:pt x="40" y="168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16" y="176"/>
                  </a:lnTo>
                  <a:lnTo>
                    <a:pt x="16" y="184"/>
                  </a:lnTo>
                  <a:lnTo>
                    <a:pt x="8" y="184"/>
                  </a:lnTo>
                  <a:lnTo>
                    <a:pt x="8" y="176"/>
                  </a:lnTo>
                  <a:lnTo>
                    <a:pt x="24" y="168"/>
                  </a:lnTo>
                  <a:lnTo>
                    <a:pt x="32" y="152"/>
                  </a:lnTo>
                  <a:lnTo>
                    <a:pt x="24" y="152"/>
                  </a:lnTo>
                  <a:lnTo>
                    <a:pt x="16" y="152"/>
                  </a:lnTo>
                  <a:lnTo>
                    <a:pt x="16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561"/>
            <p:cNvSpPr/>
            <p:nvPr/>
          </p:nvSpPr>
          <p:spPr bwMode="auto">
            <a:xfrm>
              <a:off x="5342373" y="1479400"/>
              <a:ext cx="300473" cy="375043"/>
            </a:xfrm>
            <a:custGeom>
              <a:avLst/>
              <a:gdLst>
                <a:gd name="T0" fmla="*/ 2147483647 w 224"/>
                <a:gd name="T1" fmla="*/ 2147483647 h 280"/>
                <a:gd name="T2" fmla="*/ 2147483647 w 224"/>
                <a:gd name="T3" fmla="*/ 2147483647 h 280"/>
                <a:gd name="T4" fmla="*/ 2147483647 w 224"/>
                <a:gd name="T5" fmla="*/ 2147483647 h 280"/>
                <a:gd name="T6" fmla="*/ 2147483647 w 224"/>
                <a:gd name="T7" fmla="*/ 2147483647 h 280"/>
                <a:gd name="T8" fmla="*/ 2147483647 w 224"/>
                <a:gd name="T9" fmla="*/ 2147483647 h 280"/>
                <a:gd name="T10" fmla="*/ 2147483647 w 224"/>
                <a:gd name="T11" fmla="*/ 2147483647 h 280"/>
                <a:gd name="T12" fmla="*/ 2147483647 w 224"/>
                <a:gd name="T13" fmla="*/ 2147483647 h 280"/>
                <a:gd name="T14" fmla="*/ 2147483647 w 224"/>
                <a:gd name="T15" fmla="*/ 2147483647 h 280"/>
                <a:gd name="T16" fmla="*/ 2147483647 w 224"/>
                <a:gd name="T17" fmla="*/ 2147483647 h 280"/>
                <a:gd name="T18" fmla="*/ 2147483647 w 224"/>
                <a:gd name="T19" fmla="*/ 2147483647 h 280"/>
                <a:gd name="T20" fmla="*/ 2147483647 w 224"/>
                <a:gd name="T21" fmla="*/ 0 h 280"/>
                <a:gd name="T22" fmla="*/ 2147483647 w 224"/>
                <a:gd name="T23" fmla="*/ 0 h 280"/>
                <a:gd name="T24" fmla="*/ 2147483647 w 224"/>
                <a:gd name="T25" fmla="*/ 2147483647 h 280"/>
                <a:gd name="T26" fmla="*/ 2147483647 w 224"/>
                <a:gd name="T27" fmla="*/ 2147483647 h 280"/>
                <a:gd name="T28" fmla="*/ 2147483647 w 224"/>
                <a:gd name="T29" fmla="*/ 2147483647 h 280"/>
                <a:gd name="T30" fmla="*/ 2147483647 w 224"/>
                <a:gd name="T31" fmla="*/ 2147483647 h 280"/>
                <a:gd name="T32" fmla="*/ 2147483647 w 224"/>
                <a:gd name="T33" fmla="*/ 2147483647 h 280"/>
                <a:gd name="T34" fmla="*/ 2147483647 w 224"/>
                <a:gd name="T35" fmla="*/ 2147483647 h 280"/>
                <a:gd name="T36" fmla="*/ 2147483647 w 224"/>
                <a:gd name="T37" fmla="*/ 2147483647 h 280"/>
                <a:gd name="T38" fmla="*/ 2147483647 w 224"/>
                <a:gd name="T39" fmla="*/ 2147483647 h 280"/>
                <a:gd name="T40" fmla="*/ 2147483647 w 224"/>
                <a:gd name="T41" fmla="*/ 2147483647 h 280"/>
                <a:gd name="T42" fmla="*/ 2147483647 w 224"/>
                <a:gd name="T43" fmla="*/ 2147483647 h 280"/>
                <a:gd name="T44" fmla="*/ 2147483647 w 224"/>
                <a:gd name="T45" fmla="*/ 2147483647 h 280"/>
                <a:gd name="T46" fmla="*/ 2147483647 w 224"/>
                <a:gd name="T47" fmla="*/ 2147483647 h 280"/>
                <a:gd name="T48" fmla="*/ 2147483647 w 224"/>
                <a:gd name="T49" fmla="*/ 2147483647 h 280"/>
                <a:gd name="T50" fmla="*/ 2147483647 w 224"/>
                <a:gd name="T51" fmla="*/ 2147483647 h 280"/>
                <a:gd name="T52" fmla="*/ 2147483647 w 224"/>
                <a:gd name="T53" fmla="*/ 2147483647 h 280"/>
                <a:gd name="T54" fmla="*/ 0 w 224"/>
                <a:gd name="T55" fmla="*/ 2147483647 h 280"/>
                <a:gd name="T56" fmla="*/ 2147483647 w 224"/>
                <a:gd name="T57" fmla="*/ 2147483647 h 280"/>
                <a:gd name="T58" fmla="*/ 2147483647 w 224"/>
                <a:gd name="T59" fmla="*/ 2147483647 h 280"/>
                <a:gd name="T60" fmla="*/ 2147483647 w 224"/>
                <a:gd name="T61" fmla="*/ 2147483647 h 280"/>
                <a:gd name="T62" fmla="*/ 2147483647 w 224"/>
                <a:gd name="T63" fmla="*/ 2147483647 h 280"/>
                <a:gd name="T64" fmla="*/ 2147483647 w 224"/>
                <a:gd name="T65" fmla="*/ 2147483647 h 2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4"/>
                <a:gd name="T100" fmla="*/ 0 h 280"/>
                <a:gd name="T101" fmla="*/ 224 w 224"/>
                <a:gd name="T102" fmla="*/ 280 h 28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4" h="280">
                  <a:moveTo>
                    <a:pt x="80" y="280"/>
                  </a:moveTo>
                  <a:lnTo>
                    <a:pt x="64" y="264"/>
                  </a:lnTo>
                  <a:lnTo>
                    <a:pt x="48" y="216"/>
                  </a:lnTo>
                  <a:lnTo>
                    <a:pt x="64" y="184"/>
                  </a:lnTo>
                  <a:lnTo>
                    <a:pt x="96" y="120"/>
                  </a:lnTo>
                  <a:lnTo>
                    <a:pt x="128" y="96"/>
                  </a:lnTo>
                  <a:lnTo>
                    <a:pt x="144" y="72"/>
                  </a:lnTo>
                  <a:lnTo>
                    <a:pt x="168" y="64"/>
                  </a:lnTo>
                  <a:lnTo>
                    <a:pt x="192" y="48"/>
                  </a:lnTo>
                  <a:lnTo>
                    <a:pt x="224" y="16"/>
                  </a:lnTo>
                  <a:lnTo>
                    <a:pt x="216" y="0"/>
                  </a:lnTo>
                  <a:lnTo>
                    <a:pt x="192" y="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44" y="32"/>
                  </a:lnTo>
                  <a:lnTo>
                    <a:pt x="120" y="32"/>
                  </a:lnTo>
                  <a:lnTo>
                    <a:pt x="112" y="40"/>
                  </a:lnTo>
                  <a:lnTo>
                    <a:pt x="104" y="48"/>
                  </a:lnTo>
                  <a:lnTo>
                    <a:pt x="72" y="80"/>
                  </a:lnTo>
                  <a:lnTo>
                    <a:pt x="56" y="88"/>
                  </a:lnTo>
                  <a:lnTo>
                    <a:pt x="56" y="112"/>
                  </a:lnTo>
                  <a:lnTo>
                    <a:pt x="40" y="120"/>
                  </a:lnTo>
                  <a:lnTo>
                    <a:pt x="24" y="144"/>
                  </a:lnTo>
                  <a:lnTo>
                    <a:pt x="24" y="160"/>
                  </a:lnTo>
                  <a:lnTo>
                    <a:pt x="16" y="176"/>
                  </a:lnTo>
                  <a:lnTo>
                    <a:pt x="8" y="192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8" y="256"/>
                  </a:lnTo>
                  <a:lnTo>
                    <a:pt x="32" y="264"/>
                  </a:lnTo>
                  <a:lnTo>
                    <a:pt x="32" y="272"/>
                  </a:lnTo>
                  <a:lnTo>
                    <a:pt x="48" y="280"/>
                  </a:lnTo>
                  <a:lnTo>
                    <a:pt x="80" y="2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562"/>
            <p:cNvSpPr/>
            <p:nvPr/>
          </p:nvSpPr>
          <p:spPr bwMode="auto">
            <a:xfrm>
              <a:off x="4299491" y="2445520"/>
              <a:ext cx="75667" cy="117338"/>
            </a:xfrm>
            <a:custGeom>
              <a:avLst/>
              <a:gdLst>
                <a:gd name="T0" fmla="*/ 2147483647 w 56"/>
                <a:gd name="T1" fmla="*/ 2147483647 h 88"/>
                <a:gd name="T2" fmla="*/ 0 w 56"/>
                <a:gd name="T3" fmla="*/ 2147483647 h 88"/>
                <a:gd name="T4" fmla="*/ 0 w 56"/>
                <a:gd name="T5" fmla="*/ 2147483647 h 88"/>
                <a:gd name="T6" fmla="*/ 0 w 56"/>
                <a:gd name="T7" fmla="*/ 2147483647 h 88"/>
                <a:gd name="T8" fmla="*/ 2147483647 w 56"/>
                <a:gd name="T9" fmla="*/ 2147483647 h 88"/>
                <a:gd name="T10" fmla="*/ 2147483647 w 56"/>
                <a:gd name="T11" fmla="*/ 2147483647 h 88"/>
                <a:gd name="T12" fmla="*/ 0 w 56"/>
                <a:gd name="T13" fmla="*/ 2147483647 h 88"/>
                <a:gd name="T14" fmla="*/ 2147483647 w 56"/>
                <a:gd name="T15" fmla="*/ 2147483647 h 88"/>
                <a:gd name="T16" fmla="*/ 0 w 56"/>
                <a:gd name="T17" fmla="*/ 2147483647 h 88"/>
                <a:gd name="T18" fmla="*/ 2147483647 w 56"/>
                <a:gd name="T19" fmla="*/ 2147483647 h 88"/>
                <a:gd name="T20" fmla="*/ 2147483647 w 56"/>
                <a:gd name="T21" fmla="*/ 2147483647 h 88"/>
                <a:gd name="T22" fmla="*/ 2147483647 w 56"/>
                <a:gd name="T23" fmla="*/ 0 h 88"/>
                <a:gd name="T24" fmla="*/ 2147483647 w 56"/>
                <a:gd name="T25" fmla="*/ 2147483647 h 88"/>
                <a:gd name="T26" fmla="*/ 2147483647 w 56"/>
                <a:gd name="T27" fmla="*/ 2147483647 h 88"/>
                <a:gd name="T28" fmla="*/ 2147483647 w 56"/>
                <a:gd name="T29" fmla="*/ 2147483647 h 88"/>
                <a:gd name="T30" fmla="*/ 2147483647 w 56"/>
                <a:gd name="T31" fmla="*/ 2147483647 h 88"/>
                <a:gd name="T32" fmla="*/ 2147483647 w 56"/>
                <a:gd name="T33" fmla="*/ 2147483647 h 88"/>
                <a:gd name="T34" fmla="*/ 2147483647 w 56"/>
                <a:gd name="T35" fmla="*/ 2147483647 h 88"/>
                <a:gd name="T36" fmla="*/ 2147483647 w 56"/>
                <a:gd name="T37" fmla="*/ 2147483647 h 88"/>
                <a:gd name="T38" fmla="*/ 2147483647 w 56"/>
                <a:gd name="T39" fmla="*/ 2147483647 h 88"/>
                <a:gd name="T40" fmla="*/ 2147483647 w 56"/>
                <a:gd name="T41" fmla="*/ 2147483647 h 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88"/>
                <a:gd name="T65" fmla="*/ 56 w 56"/>
                <a:gd name="T66" fmla="*/ 88 h 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88">
                  <a:moveTo>
                    <a:pt x="8" y="88"/>
                  </a:moveTo>
                  <a:lnTo>
                    <a:pt x="0" y="80"/>
                  </a:lnTo>
                  <a:lnTo>
                    <a:pt x="0" y="72"/>
                  </a:lnTo>
                  <a:lnTo>
                    <a:pt x="0" y="64"/>
                  </a:lnTo>
                  <a:lnTo>
                    <a:pt x="8" y="56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16" y="16"/>
                  </a:lnTo>
                  <a:lnTo>
                    <a:pt x="32" y="0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8"/>
                  </a:lnTo>
                  <a:lnTo>
                    <a:pt x="48" y="64"/>
                  </a:lnTo>
                  <a:lnTo>
                    <a:pt x="32" y="72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563"/>
            <p:cNvSpPr/>
            <p:nvPr/>
          </p:nvSpPr>
          <p:spPr bwMode="auto">
            <a:xfrm>
              <a:off x="5342373" y="1479400"/>
              <a:ext cx="300473" cy="375043"/>
            </a:xfrm>
            <a:custGeom>
              <a:avLst/>
              <a:gdLst>
                <a:gd name="T0" fmla="*/ 2147483647 w 224"/>
                <a:gd name="T1" fmla="*/ 2147483647 h 280"/>
                <a:gd name="T2" fmla="*/ 2147483647 w 224"/>
                <a:gd name="T3" fmla="*/ 2147483647 h 280"/>
                <a:gd name="T4" fmla="*/ 2147483647 w 224"/>
                <a:gd name="T5" fmla="*/ 2147483647 h 280"/>
                <a:gd name="T6" fmla="*/ 2147483647 w 224"/>
                <a:gd name="T7" fmla="*/ 2147483647 h 280"/>
                <a:gd name="T8" fmla="*/ 2147483647 w 224"/>
                <a:gd name="T9" fmla="*/ 2147483647 h 280"/>
                <a:gd name="T10" fmla="*/ 2147483647 w 224"/>
                <a:gd name="T11" fmla="*/ 2147483647 h 280"/>
                <a:gd name="T12" fmla="*/ 2147483647 w 224"/>
                <a:gd name="T13" fmla="*/ 2147483647 h 280"/>
                <a:gd name="T14" fmla="*/ 2147483647 w 224"/>
                <a:gd name="T15" fmla="*/ 2147483647 h 280"/>
                <a:gd name="T16" fmla="*/ 2147483647 w 224"/>
                <a:gd name="T17" fmla="*/ 2147483647 h 280"/>
                <a:gd name="T18" fmla="*/ 2147483647 w 224"/>
                <a:gd name="T19" fmla="*/ 2147483647 h 280"/>
                <a:gd name="T20" fmla="*/ 2147483647 w 224"/>
                <a:gd name="T21" fmla="*/ 0 h 280"/>
                <a:gd name="T22" fmla="*/ 2147483647 w 224"/>
                <a:gd name="T23" fmla="*/ 0 h 280"/>
                <a:gd name="T24" fmla="*/ 2147483647 w 224"/>
                <a:gd name="T25" fmla="*/ 2147483647 h 280"/>
                <a:gd name="T26" fmla="*/ 2147483647 w 224"/>
                <a:gd name="T27" fmla="*/ 2147483647 h 280"/>
                <a:gd name="T28" fmla="*/ 2147483647 w 224"/>
                <a:gd name="T29" fmla="*/ 2147483647 h 280"/>
                <a:gd name="T30" fmla="*/ 2147483647 w 224"/>
                <a:gd name="T31" fmla="*/ 2147483647 h 280"/>
                <a:gd name="T32" fmla="*/ 2147483647 w 224"/>
                <a:gd name="T33" fmla="*/ 2147483647 h 280"/>
                <a:gd name="T34" fmla="*/ 2147483647 w 224"/>
                <a:gd name="T35" fmla="*/ 2147483647 h 280"/>
                <a:gd name="T36" fmla="*/ 2147483647 w 224"/>
                <a:gd name="T37" fmla="*/ 2147483647 h 280"/>
                <a:gd name="T38" fmla="*/ 2147483647 w 224"/>
                <a:gd name="T39" fmla="*/ 2147483647 h 280"/>
                <a:gd name="T40" fmla="*/ 2147483647 w 224"/>
                <a:gd name="T41" fmla="*/ 2147483647 h 280"/>
                <a:gd name="T42" fmla="*/ 2147483647 w 224"/>
                <a:gd name="T43" fmla="*/ 2147483647 h 280"/>
                <a:gd name="T44" fmla="*/ 2147483647 w 224"/>
                <a:gd name="T45" fmla="*/ 2147483647 h 280"/>
                <a:gd name="T46" fmla="*/ 2147483647 w 224"/>
                <a:gd name="T47" fmla="*/ 2147483647 h 280"/>
                <a:gd name="T48" fmla="*/ 2147483647 w 224"/>
                <a:gd name="T49" fmla="*/ 2147483647 h 280"/>
                <a:gd name="T50" fmla="*/ 2147483647 w 224"/>
                <a:gd name="T51" fmla="*/ 2147483647 h 280"/>
                <a:gd name="T52" fmla="*/ 2147483647 w 224"/>
                <a:gd name="T53" fmla="*/ 2147483647 h 280"/>
                <a:gd name="T54" fmla="*/ 0 w 224"/>
                <a:gd name="T55" fmla="*/ 2147483647 h 280"/>
                <a:gd name="T56" fmla="*/ 2147483647 w 224"/>
                <a:gd name="T57" fmla="*/ 2147483647 h 280"/>
                <a:gd name="T58" fmla="*/ 2147483647 w 224"/>
                <a:gd name="T59" fmla="*/ 2147483647 h 280"/>
                <a:gd name="T60" fmla="*/ 2147483647 w 224"/>
                <a:gd name="T61" fmla="*/ 2147483647 h 280"/>
                <a:gd name="T62" fmla="*/ 2147483647 w 224"/>
                <a:gd name="T63" fmla="*/ 2147483647 h 280"/>
                <a:gd name="T64" fmla="*/ 2147483647 w 224"/>
                <a:gd name="T65" fmla="*/ 2147483647 h 28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24"/>
                <a:gd name="T100" fmla="*/ 0 h 280"/>
                <a:gd name="T101" fmla="*/ 224 w 224"/>
                <a:gd name="T102" fmla="*/ 280 h 28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24" h="280">
                  <a:moveTo>
                    <a:pt x="80" y="280"/>
                  </a:moveTo>
                  <a:lnTo>
                    <a:pt x="64" y="264"/>
                  </a:lnTo>
                  <a:lnTo>
                    <a:pt x="48" y="216"/>
                  </a:lnTo>
                  <a:lnTo>
                    <a:pt x="64" y="184"/>
                  </a:lnTo>
                  <a:lnTo>
                    <a:pt x="96" y="120"/>
                  </a:lnTo>
                  <a:lnTo>
                    <a:pt x="128" y="96"/>
                  </a:lnTo>
                  <a:lnTo>
                    <a:pt x="144" y="72"/>
                  </a:lnTo>
                  <a:lnTo>
                    <a:pt x="168" y="64"/>
                  </a:lnTo>
                  <a:lnTo>
                    <a:pt x="192" y="48"/>
                  </a:lnTo>
                  <a:lnTo>
                    <a:pt x="224" y="16"/>
                  </a:lnTo>
                  <a:lnTo>
                    <a:pt x="216" y="0"/>
                  </a:lnTo>
                  <a:lnTo>
                    <a:pt x="192" y="0"/>
                  </a:lnTo>
                  <a:lnTo>
                    <a:pt x="176" y="16"/>
                  </a:lnTo>
                  <a:lnTo>
                    <a:pt x="168" y="24"/>
                  </a:lnTo>
                  <a:lnTo>
                    <a:pt x="144" y="32"/>
                  </a:lnTo>
                  <a:lnTo>
                    <a:pt x="120" y="32"/>
                  </a:lnTo>
                  <a:lnTo>
                    <a:pt x="112" y="40"/>
                  </a:lnTo>
                  <a:lnTo>
                    <a:pt x="104" y="48"/>
                  </a:lnTo>
                  <a:lnTo>
                    <a:pt x="72" y="80"/>
                  </a:lnTo>
                  <a:lnTo>
                    <a:pt x="56" y="88"/>
                  </a:lnTo>
                  <a:lnTo>
                    <a:pt x="56" y="112"/>
                  </a:lnTo>
                  <a:lnTo>
                    <a:pt x="40" y="120"/>
                  </a:lnTo>
                  <a:lnTo>
                    <a:pt x="24" y="144"/>
                  </a:lnTo>
                  <a:lnTo>
                    <a:pt x="24" y="160"/>
                  </a:lnTo>
                  <a:lnTo>
                    <a:pt x="16" y="176"/>
                  </a:lnTo>
                  <a:lnTo>
                    <a:pt x="8" y="192"/>
                  </a:lnTo>
                  <a:lnTo>
                    <a:pt x="8" y="216"/>
                  </a:lnTo>
                  <a:lnTo>
                    <a:pt x="0" y="232"/>
                  </a:lnTo>
                  <a:lnTo>
                    <a:pt x="8" y="256"/>
                  </a:lnTo>
                  <a:lnTo>
                    <a:pt x="32" y="264"/>
                  </a:lnTo>
                  <a:lnTo>
                    <a:pt x="32" y="272"/>
                  </a:lnTo>
                  <a:lnTo>
                    <a:pt x="48" y="280"/>
                  </a:lnTo>
                  <a:lnTo>
                    <a:pt x="80" y="2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564"/>
            <p:cNvSpPr/>
            <p:nvPr/>
          </p:nvSpPr>
          <p:spPr bwMode="auto">
            <a:xfrm>
              <a:off x="5194330" y="3786681"/>
              <a:ext cx="107468" cy="236869"/>
            </a:xfrm>
            <a:custGeom>
              <a:avLst/>
              <a:gdLst>
                <a:gd name="T0" fmla="*/ 0 w 80"/>
                <a:gd name="T1" fmla="*/ 2147483647 h 176"/>
                <a:gd name="T2" fmla="*/ 0 w 80"/>
                <a:gd name="T3" fmla="*/ 2147483647 h 176"/>
                <a:gd name="T4" fmla="*/ 2147483647 w 80"/>
                <a:gd name="T5" fmla="*/ 2147483647 h 176"/>
                <a:gd name="T6" fmla="*/ 2147483647 w 80"/>
                <a:gd name="T7" fmla="*/ 2147483647 h 176"/>
                <a:gd name="T8" fmla="*/ 2147483647 w 80"/>
                <a:gd name="T9" fmla="*/ 2147483647 h 176"/>
                <a:gd name="T10" fmla="*/ 2147483647 w 80"/>
                <a:gd name="T11" fmla="*/ 2147483647 h 176"/>
                <a:gd name="T12" fmla="*/ 2147483647 w 80"/>
                <a:gd name="T13" fmla="*/ 2147483647 h 176"/>
                <a:gd name="T14" fmla="*/ 2147483647 w 80"/>
                <a:gd name="T15" fmla="*/ 2147483647 h 176"/>
                <a:gd name="T16" fmla="*/ 2147483647 w 80"/>
                <a:gd name="T17" fmla="*/ 0 h 176"/>
                <a:gd name="T18" fmla="*/ 2147483647 w 80"/>
                <a:gd name="T19" fmla="*/ 2147483647 h 176"/>
                <a:gd name="T20" fmla="*/ 2147483647 w 80"/>
                <a:gd name="T21" fmla="*/ 2147483647 h 176"/>
                <a:gd name="T22" fmla="*/ 2147483647 w 80"/>
                <a:gd name="T23" fmla="*/ 2147483647 h 176"/>
                <a:gd name="T24" fmla="*/ 2147483647 w 80"/>
                <a:gd name="T25" fmla="*/ 2147483647 h 176"/>
                <a:gd name="T26" fmla="*/ 2147483647 w 80"/>
                <a:gd name="T27" fmla="*/ 2147483647 h 176"/>
                <a:gd name="T28" fmla="*/ 2147483647 w 80"/>
                <a:gd name="T29" fmla="*/ 2147483647 h 176"/>
                <a:gd name="T30" fmla="*/ 0 w 80"/>
                <a:gd name="T31" fmla="*/ 2147483647 h 176"/>
                <a:gd name="T32" fmla="*/ 0 w 80"/>
                <a:gd name="T33" fmla="*/ 2147483647 h 1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176"/>
                <a:gd name="T53" fmla="*/ 80 w 80"/>
                <a:gd name="T54" fmla="*/ 176 h 1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176">
                  <a:moveTo>
                    <a:pt x="0" y="144"/>
                  </a:moveTo>
                  <a:lnTo>
                    <a:pt x="0" y="128"/>
                  </a:lnTo>
                  <a:lnTo>
                    <a:pt x="8" y="112"/>
                  </a:lnTo>
                  <a:lnTo>
                    <a:pt x="16" y="88"/>
                  </a:lnTo>
                  <a:lnTo>
                    <a:pt x="8" y="56"/>
                  </a:lnTo>
                  <a:lnTo>
                    <a:pt x="16" y="48"/>
                  </a:lnTo>
                  <a:lnTo>
                    <a:pt x="32" y="40"/>
                  </a:lnTo>
                  <a:lnTo>
                    <a:pt x="48" y="16"/>
                  </a:lnTo>
                  <a:lnTo>
                    <a:pt x="72" y="0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0" y="56"/>
                  </a:lnTo>
                  <a:lnTo>
                    <a:pt x="48" y="168"/>
                  </a:lnTo>
                  <a:lnTo>
                    <a:pt x="32" y="168"/>
                  </a:lnTo>
                  <a:lnTo>
                    <a:pt x="16" y="176"/>
                  </a:lnTo>
                  <a:lnTo>
                    <a:pt x="0" y="160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565"/>
            <p:cNvSpPr/>
            <p:nvPr/>
          </p:nvSpPr>
          <p:spPr bwMode="auto">
            <a:xfrm>
              <a:off x="5825981" y="3421508"/>
              <a:ext cx="31802" cy="43865"/>
            </a:xfrm>
            <a:custGeom>
              <a:avLst/>
              <a:gdLst>
                <a:gd name="T0" fmla="*/ 0 w 24"/>
                <a:gd name="T1" fmla="*/ 0 h 32"/>
                <a:gd name="T2" fmla="*/ 0 w 24"/>
                <a:gd name="T3" fmla="*/ 2147483647 h 32"/>
                <a:gd name="T4" fmla="*/ 0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0 w 24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32"/>
                <a:gd name="T20" fmla="*/ 24 w 24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32">
                  <a:moveTo>
                    <a:pt x="0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566"/>
            <p:cNvSpPr/>
            <p:nvPr/>
          </p:nvSpPr>
          <p:spPr bwMode="auto">
            <a:xfrm>
              <a:off x="6319458" y="3228504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2147483647 h 24"/>
                <a:gd name="T4" fmla="*/ 2147483647 w 24"/>
                <a:gd name="T5" fmla="*/ 0 h 24"/>
                <a:gd name="T6" fmla="*/ 2147483647 w 24"/>
                <a:gd name="T7" fmla="*/ 2147483647 h 24"/>
                <a:gd name="T8" fmla="*/ 2147483647 w 24"/>
                <a:gd name="T9" fmla="*/ 2147483647 h 24"/>
                <a:gd name="T10" fmla="*/ 2147483647 w 24"/>
                <a:gd name="T11" fmla="*/ 2147483647 h 24"/>
                <a:gd name="T12" fmla="*/ 0 w 24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16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567"/>
            <p:cNvSpPr/>
            <p:nvPr/>
          </p:nvSpPr>
          <p:spPr bwMode="auto">
            <a:xfrm>
              <a:off x="5825981" y="3421508"/>
              <a:ext cx="31802" cy="43865"/>
            </a:xfrm>
            <a:custGeom>
              <a:avLst/>
              <a:gdLst>
                <a:gd name="T0" fmla="*/ 0 w 24"/>
                <a:gd name="T1" fmla="*/ 0 h 32"/>
                <a:gd name="T2" fmla="*/ 0 w 24"/>
                <a:gd name="T3" fmla="*/ 2147483647 h 32"/>
                <a:gd name="T4" fmla="*/ 0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0 w 24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32"/>
                <a:gd name="T20" fmla="*/ 24 w 24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32">
                  <a:moveTo>
                    <a:pt x="0" y="0"/>
                  </a:moveTo>
                  <a:lnTo>
                    <a:pt x="0" y="16"/>
                  </a:lnTo>
                  <a:lnTo>
                    <a:pt x="0" y="32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568"/>
            <p:cNvSpPr/>
            <p:nvPr/>
          </p:nvSpPr>
          <p:spPr bwMode="auto">
            <a:xfrm>
              <a:off x="6319458" y="3228504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2147483647 h 24"/>
                <a:gd name="T4" fmla="*/ 2147483647 w 24"/>
                <a:gd name="T5" fmla="*/ 0 h 24"/>
                <a:gd name="T6" fmla="*/ 2147483647 w 24"/>
                <a:gd name="T7" fmla="*/ 2147483647 h 24"/>
                <a:gd name="T8" fmla="*/ 2147483647 w 24"/>
                <a:gd name="T9" fmla="*/ 2147483647 h 24"/>
                <a:gd name="T10" fmla="*/ 2147483647 w 24"/>
                <a:gd name="T11" fmla="*/ 2147483647 h 24"/>
                <a:gd name="T12" fmla="*/ 0 w 24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0" y="16"/>
                  </a:moveTo>
                  <a:lnTo>
                    <a:pt x="8" y="8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569"/>
            <p:cNvSpPr/>
            <p:nvPr/>
          </p:nvSpPr>
          <p:spPr bwMode="auto">
            <a:xfrm>
              <a:off x="6512463" y="3132002"/>
              <a:ext cx="21932" cy="64700"/>
            </a:xfrm>
            <a:custGeom>
              <a:avLst/>
              <a:gdLst>
                <a:gd name="T0" fmla="*/ 0 w 16"/>
                <a:gd name="T1" fmla="*/ 2147483647 h 48"/>
                <a:gd name="T2" fmla="*/ 0 w 16"/>
                <a:gd name="T3" fmla="*/ 2147483647 h 48"/>
                <a:gd name="T4" fmla="*/ 2147483647 w 16"/>
                <a:gd name="T5" fmla="*/ 0 h 48"/>
                <a:gd name="T6" fmla="*/ 2147483647 w 16"/>
                <a:gd name="T7" fmla="*/ 2147483647 h 48"/>
                <a:gd name="T8" fmla="*/ 2147483647 w 16"/>
                <a:gd name="T9" fmla="*/ 2147483647 h 48"/>
                <a:gd name="T10" fmla="*/ 0 w 16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8"/>
                <a:gd name="T20" fmla="*/ 16 w 16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8">
                  <a:moveTo>
                    <a:pt x="0" y="32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48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570"/>
            <p:cNvSpPr/>
            <p:nvPr/>
          </p:nvSpPr>
          <p:spPr bwMode="auto">
            <a:xfrm>
              <a:off x="6673666" y="2970799"/>
              <a:ext cx="31802" cy="42768"/>
            </a:xfrm>
            <a:custGeom>
              <a:avLst/>
              <a:gdLst>
                <a:gd name="T0" fmla="*/ 0 w 24"/>
                <a:gd name="T1" fmla="*/ 2147483647 h 32"/>
                <a:gd name="T2" fmla="*/ 2147483647 w 24"/>
                <a:gd name="T3" fmla="*/ 2147483647 h 32"/>
                <a:gd name="T4" fmla="*/ 2147483647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2147483647 w 24"/>
                <a:gd name="T11" fmla="*/ 0 h 32"/>
                <a:gd name="T12" fmla="*/ 0 w 24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32"/>
                <a:gd name="T23" fmla="*/ 24 w 24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32">
                  <a:moveTo>
                    <a:pt x="0" y="8"/>
                  </a:moveTo>
                  <a:lnTo>
                    <a:pt x="8" y="24"/>
                  </a:lnTo>
                  <a:lnTo>
                    <a:pt x="8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571"/>
            <p:cNvSpPr/>
            <p:nvPr/>
          </p:nvSpPr>
          <p:spPr bwMode="auto">
            <a:xfrm>
              <a:off x="6512463" y="3132002"/>
              <a:ext cx="21932" cy="64700"/>
            </a:xfrm>
            <a:custGeom>
              <a:avLst/>
              <a:gdLst>
                <a:gd name="T0" fmla="*/ 0 w 16"/>
                <a:gd name="T1" fmla="*/ 2147483647 h 48"/>
                <a:gd name="T2" fmla="*/ 0 w 16"/>
                <a:gd name="T3" fmla="*/ 2147483647 h 48"/>
                <a:gd name="T4" fmla="*/ 2147483647 w 16"/>
                <a:gd name="T5" fmla="*/ 0 h 48"/>
                <a:gd name="T6" fmla="*/ 2147483647 w 16"/>
                <a:gd name="T7" fmla="*/ 2147483647 h 48"/>
                <a:gd name="T8" fmla="*/ 2147483647 w 16"/>
                <a:gd name="T9" fmla="*/ 2147483647 h 48"/>
                <a:gd name="T10" fmla="*/ 0 w 16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8"/>
                <a:gd name="T20" fmla="*/ 16 w 16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8">
                  <a:moveTo>
                    <a:pt x="0" y="32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16" y="16"/>
                  </a:lnTo>
                  <a:lnTo>
                    <a:pt x="8" y="48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 572"/>
            <p:cNvSpPr/>
            <p:nvPr/>
          </p:nvSpPr>
          <p:spPr bwMode="auto">
            <a:xfrm>
              <a:off x="6673666" y="2970799"/>
              <a:ext cx="31802" cy="42768"/>
            </a:xfrm>
            <a:custGeom>
              <a:avLst/>
              <a:gdLst>
                <a:gd name="T0" fmla="*/ 0 w 24"/>
                <a:gd name="T1" fmla="*/ 2147483647 h 32"/>
                <a:gd name="T2" fmla="*/ 2147483647 w 24"/>
                <a:gd name="T3" fmla="*/ 2147483647 h 32"/>
                <a:gd name="T4" fmla="*/ 2147483647 w 24"/>
                <a:gd name="T5" fmla="*/ 2147483647 h 32"/>
                <a:gd name="T6" fmla="*/ 2147483647 w 24"/>
                <a:gd name="T7" fmla="*/ 2147483647 h 32"/>
                <a:gd name="T8" fmla="*/ 2147483647 w 24"/>
                <a:gd name="T9" fmla="*/ 2147483647 h 32"/>
                <a:gd name="T10" fmla="*/ 2147483647 w 24"/>
                <a:gd name="T11" fmla="*/ 0 h 32"/>
                <a:gd name="T12" fmla="*/ 0 w 24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32"/>
                <a:gd name="T23" fmla="*/ 24 w 24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32">
                  <a:moveTo>
                    <a:pt x="0" y="8"/>
                  </a:moveTo>
                  <a:lnTo>
                    <a:pt x="8" y="24"/>
                  </a:lnTo>
                  <a:lnTo>
                    <a:pt x="8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Freeform 573"/>
            <p:cNvSpPr/>
            <p:nvPr/>
          </p:nvSpPr>
          <p:spPr bwMode="auto">
            <a:xfrm>
              <a:off x="6716433" y="2724060"/>
              <a:ext cx="235773" cy="257704"/>
            </a:xfrm>
            <a:custGeom>
              <a:avLst/>
              <a:gdLst>
                <a:gd name="T0" fmla="*/ 0 w 176"/>
                <a:gd name="T1" fmla="*/ 2147483647 h 192"/>
                <a:gd name="T2" fmla="*/ 2147483647 w 176"/>
                <a:gd name="T3" fmla="*/ 2147483647 h 192"/>
                <a:gd name="T4" fmla="*/ 2147483647 w 176"/>
                <a:gd name="T5" fmla="*/ 2147483647 h 192"/>
                <a:gd name="T6" fmla="*/ 2147483647 w 176"/>
                <a:gd name="T7" fmla="*/ 2147483647 h 192"/>
                <a:gd name="T8" fmla="*/ 2147483647 w 176"/>
                <a:gd name="T9" fmla="*/ 2147483647 h 192"/>
                <a:gd name="T10" fmla="*/ 2147483647 w 176"/>
                <a:gd name="T11" fmla="*/ 2147483647 h 192"/>
                <a:gd name="T12" fmla="*/ 2147483647 w 176"/>
                <a:gd name="T13" fmla="*/ 2147483647 h 192"/>
                <a:gd name="T14" fmla="*/ 2147483647 w 176"/>
                <a:gd name="T15" fmla="*/ 2147483647 h 192"/>
                <a:gd name="T16" fmla="*/ 2147483647 w 176"/>
                <a:gd name="T17" fmla="*/ 2147483647 h 192"/>
                <a:gd name="T18" fmla="*/ 2147483647 w 176"/>
                <a:gd name="T19" fmla="*/ 2147483647 h 192"/>
                <a:gd name="T20" fmla="*/ 2147483647 w 176"/>
                <a:gd name="T21" fmla="*/ 0 h 192"/>
                <a:gd name="T22" fmla="*/ 2147483647 w 176"/>
                <a:gd name="T23" fmla="*/ 2147483647 h 192"/>
                <a:gd name="T24" fmla="*/ 2147483647 w 176"/>
                <a:gd name="T25" fmla="*/ 2147483647 h 192"/>
                <a:gd name="T26" fmla="*/ 2147483647 w 176"/>
                <a:gd name="T27" fmla="*/ 2147483647 h 192"/>
                <a:gd name="T28" fmla="*/ 2147483647 w 176"/>
                <a:gd name="T29" fmla="*/ 2147483647 h 192"/>
                <a:gd name="T30" fmla="*/ 2147483647 w 176"/>
                <a:gd name="T31" fmla="*/ 2147483647 h 192"/>
                <a:gd name="T32" fmla="*/ 2147483647 w 176"/>
                <a:gd name="T33" fmla="*/ 2147483647 h 192"/>
                <a:gd name="T34" fmla="*/ 2147483647 w 176"/>
                <a:gd name="T35" fmla="*/ 2147483647 h 192"/>
                <a:gd name="T36" fmla="*/ 2147483647 w 176"/>
                <a:gd name="T37" fmla="*/ 2147483647 h 192"/>
                <a:gd name="T38" fmla="*/ 2147483647 w 176"/>
                <a:gd name="T39" fmla="*/ 2147483647 h 192"/>
                <a:gd name="T40" fmla="*/ 2147483647 w 176"/>
                <a:gd name="T41" fmla="*/ 2147483647 h 192"/>
                <a:gd name="T42" fmla="*/ 2147483647 w 176"/>
                <a:gd name="T43" fmla="*/ 2147483647 h 192"/>
                <a:gd name="T44" fmla="*/ 2147483647 w 176"/>
                <a:gd name="T45" fmla="*/ 2147483647 h 192"/>
                <a:gd name="T46" fmla="*/ 2147483647 w 176"/>
                <a:gd name="T47" fmla="*/ 2147483647 h 192"/>
                <a:gd name="T48" fmla="*/ 2147483647 w 176"/>
                <a:gd name="T49" fmla="*/ 2147483647 h 192"/>
                <a:gd name="T50" fmla="*/ 2147483647 w 176"/>
                <a:gd name="T51" fmla="*/ 2147483647 h 192"/>
                <a:gd name="T52" fmla="*/ 2147483647 w 176"/>
                <a:gd name="T53" fmla="*/ 2147483647 h 192"/>
                <a:gd name="T54" fmla="*/ 2147483647 w 176"/>
                <a:gd name="T55" fmla="*/ 2147483647 h 192"/>
                <a:gd name="T56" fmla="*/ 2147483647 w 176"/>
                <a:gd name="T57" fmla="*/ 2147483647 h 192"/>
                <a:gd name="T58" fmla="*/ 2147483647 w 176"/>
                <a:gd name="T59" fmla="*/ 2147483647 h 192"/>
                <a:gd name="T60" fmla="*/ 2147483647 w 176"/>
                <a:gd name="T61" fmla="*/ 2147483647 h 192"/>
                <a:gd name="T62" fmla="*/ 2147483647 w 176"/>
                <a:gd name="T63" fmla="*/ 2147483647 h 192"/>
                <a:gd name="T64" fmla="*/ 2147483647 w 176"/>
                <a:gd name="T65" fmla="*/ 2147483647 h 192"/>
                <a:gd name="T66" fmla="*/ 0 w 176"/>
                <a:gd name="T67" fmla="*/ 2147483647 h 192"/>
                <a:gd name="T68" fmla="*/ 0 w 176"/>
                <a:gd name="T69" fmla="*/ 2147483647 h 1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6"/>
                <a:gd name="T106" fmla="*/ 0 h 192"/>
                <a:gd name="T107" fmla="*/ 176 w 176"/>
                <a:gd name="T108" fmla="*/ 192 h 19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6" h="192">
                  <a:moveTo>
                    <a:pt x="0" y="160"/>
                  </a:moveTo>
                  <a:lnTo>
                    <a:pt x="24" y="152"/>
                  </a:lnTo>
                  <a:lnTo>
                    <a:pt x="40" y="152"/>
                  </a:lnTo>
                  <a:lnTo>
                    <a:pt x="72" y="128"/>
                  </a:lnTo>
                  <a:lnTo>
                    <a:pt x="88" y="120"/>
                  </a:lnTo>
                  <a:lnTo>
                    <a:pt x="96" y="104"/>
                  </a:lnTo>
                  <a:lnTo>
                    <a:pt x="104" y="72"/>
                  </a:lnTo>
                  <a:lnTo>
                    <a:pt x="104" y="48"/>
                  </a:lnTo>
                  <a:lnTo>
                    <a:pt x="112" y="32"/>
                  </a:lnTo>
                  <a:lnTo>
                    <a:pt x="112" y="8"/>
                  </a:lnTo>
                  <a:lnTo>
                    <a:pt x="120" y="0"/>
                  </a:lnTo>
                  <a:lnTo>
                    <a:pt x="136" y="8"/>
                  </a:lnTo>
                  <a:lnTo>
                    <a:pt x="160" y="16"/>
                  </a:lnTo>
                  <a:lnTo>
                    <a:pt x="176" y="16"/>
                  </a:lnTo>
                  <a:lnTo>
                    <a:pt x="160" y="32"/>
                  </a:lnTo>
                  <a:lnTo>
                    <a:pt x="144" y="40"/>
                  </a:lnTo>
                  <a:lnTo>
                    <a:pt x="136" y="56"/>
                  </a:lnTo>
                  <a:lnTo>
                    <a:pt x="120" y="40"/>
                  </a:lnTo>
                  <a:lnTo>
                    <a:pt x="104" y="64"/>
                  </a:lnTo>
                  <a:lnTo>
                    <a:pt x="120" y="88"/>
                  </a:lnTo>
                  <a:lnTo>
                    <a:pt x="112" y="112"/>
                  </a:lnTo>
                  <a:lnTo>
                    <a:pt x="104" y="128"/>
                  </a:lnTo>
                  <a:lnTo>
                    <a:pt x="104" y="152"/>
                  </a:lnTo>
                  <a:lnTo>
                    <a:pt x="96" y="160"/>
                  </a:lnTo>
                  <a:lnTo>
                    <a:pt x="88" y="160"/>
                  </a:lnTo>
                  <a:lnTo>
                    <a:pt x="80" y="160"/>
                  </a:lnTo>
                  <a:lnTo>
                    <a:pt x="64" y="160"/>
                  </a:lnTo>
                  <a:lnTo>
                    <a:pt x="56" y="160"/>
                  </a:lnTo>
                  <a:lnTo>
                    <a:pt x="40" y="176"/>
                  </a:lnTo>
                  <a:lnTo>
                    <a:pt x="40" y="168"/>
                  </a:lnTo>
                  <a:lnTo>
                    <a:pt x="32" y="176"/>
                  </a:lnTo>
                  <a:lnTo>
                    <a:pt x="24" y="176"/>
                  </a:lnTo>
                  <a:lnTo>
                    <a:pt x="8" y="192"/>
                  </a:lnTo>
                  <a:lnTo>
                    <a:pt x="0" y="168"/>
                  </a:lnTo>
                  <a:lnTo>
                    <a:pt x="0" y="16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Freeform 574"/>
            <p:cNvSpPr/>
            <p:nvPr/>
          </p:nvSpPr>
          <p:spPr bwMode="auto">
            <a:xfrm>
              <a:off x="6877636" y="2488287"/>
              <a:ext cx="42768" cy="203971"/>
            </a:xfrm>
            <a:custGeom>
              <a:avLst/>
              <a:gdLst>
                <a:gd name="T0" fmla="*/ 2147483647 w 32"/>
                <a:gd name="T1" fmla="*/ 2147483647 h 152"/>
                <a:gd name="T2" fmla="*/ 2147483647 w 32"/>
                <a:gd name="T3" fmla="*/ 2147483647 h 152"/>
                <a:gd name="T4" fmla="*/ 2147483647 w 32"/>
                <a:gd name="T5" fmla="*/ 2147483647 h 152"/>
                <a:gd name="T6" fmla="*/ 0 w 32"/>
                <a:gd name="T7" fmla="*/ 2147483647 h 152"/>
                <a:gd name="T8" fmla="*/ 2147483647 w 32"/>
                <a:gd name="T9" fmla="*/ 2147483647 h 152"/>
                <a:gd name="T10" fmla="*/ 2147483647 w 32"/>
                <a:gd name="T11" fmla="*/ 0 h 152"/>
                <a:gd name="T12" fmla="*/ 2147483647 w 32"/>
                <a:gd name="T13" fmla="*/ 2147483647 h 152"/>
                <a:gd name="T14" fmla="*/ 2147483647 w 32"/>
                <a:gd name="T15" fmla="*/ 2147483647 h 152"/>
                <a:gd name="T16" fmla="*/ 2147483647 w 32"/>
                <a:gd name="T17" fmla="*/ 2147483647 h 152"/>
                <a:gd name="T18" fmla="*/ 2147483647 w 32"/>
                <a:gd name="T19" fmla="*/ 2147483647 h 152"/>
                <a:gd name="T20" fmla="*/ 2147483647 w 32"/>
                <a:gd name="T21" fmla="*/ 2147483647 h 152"/>
                <a:gd name="T22" fmla="*/ 2147483647 w 32"/>
                <a:gd name="T23" fmla="*/ 2147483647 h 152"/>
                <a:gd name="T24" fmla="*/ 2147483647 w 32"/>
                <a:gd name="T25" fmla="*/ 2147483647 h 152"/>
                <a:gd name="T26" fmla="*/ 2147483647 w 32"/>
                <a:gd name="T27" fmla="*/ 2147483647 h 1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2"/>
                <a:gd name="T43" fmla="*/ 0 h 152"/>
                <a:gd name="T44" fmla="*/ 32 w 32"/>
                <a:gd name="T45" fmla="*/ 152 h 15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2" h="152">
                  <a:moveTo>
                    <a:pt x="8" y="144"/>
                  </a:moveTo>
                  <a:lnTo>
                    <a:pt x="8" y="120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32" y="104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16" y="128"/>
                  </a:lnTo>
                  <a:lnTo>
                    <a:pt x="32" y="152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575"/>
            <p:cNvSpPr/>
            <p:nvPr/>
          </p:nvSpPr>
          <p:spPr bwMode="auto">
            <a:xfrm>
              <a:off x="7306413" y="4333893"/>
              <a:ext cx="118435" cy="140367"/>
            </a:xfrm>
            <a:custGeom>
              <a:avLst/>
              <a:gdLst>
                <a:gd name="T0" fmla="*/ 0 w 88"/>
                <a:gd name="T1" fmla="*/ 2147483647 h 104"/>
                <a:gd name="T2" fmla="*/ 2147483647 w 88"/>
                <a:gd name="T3" fmla="*/ 2147483647 h 104"/>
                <a:gd name="T4" fmla="*/ 2147483647 w 88"/>
                <a:gd name="T5" fmla="*/ 2147483647 h 104"/>
                <a:gd name="T6" fmla="*/ 2147483647 w 88"/>
                <a:gd name="T7" fmla="*/ 2147483647 h 104"/>
                <a:gd name="T8" fmla="*/ 2147483647 w 88"/>
                <a:gd name="T9" fmla="*/ 2147483647 h 104"/>
                <a:gd name="T10" fmla="*/ 2147483647 w 88"/>
                <a:gd name="T11" fmla="*/ 2147483647 h 104"/>
                <a:gd name="T12" fmla="*/ 2147483647 w 88"/>
                <a:gd name="T13" fmla="*/ 0 h 104"/>
                <a:gd name="T14" fmla="*/ 2147483647 w 88"/>
                <a:gd name="T15" fmla="*/ 2147483647 h 104"/>
                <a:gd name="T16" fmla="*/ 2147483647 w 88"/>
                <a:gd name="T17" fmla="*/ 2147483647 h 104"/>
                <a:gd name="T18" fmla="*/ 2147483647 w 88"/>
                <a:gd name="T19" fmla="*/ 2147483647 h 104"/>
                <a:gd name="T20" fmla="*/ 2147483647 w 88"/>
                <a:gd name="T21" fmla="*/ 2147483647 h 104"/>
                <a:gd name="T22" fmla="*/ 2147483647 w 88"/>
                <a:gd name="T23" fmla="*/ 2147483647 h 104"/>
                <a:gd name="T24" fmla="*/ 2147483647 w 88"/>
                <a:gd name="T25" fmla="*/ 2147483647 h 104"/>
                <a:gd name="T26" fmla="*/ 2147483647 w 88"/>
                <a:gd name="T27" fmla="*/ 2147483647 h 104"/>
                <a:gd name="T28" fmla="*/ 2147483647 w 88"/>
                <a:gd name="T29" fmla="*/ 2147483647 h 104"/>
                <a:gd name="T30" fmla="*/ 2147483647 w 88"/>
                <a:gd name="T31" fmla="*/ 2147483647 h 104"/>
                <a:gd name="T32" fmla="*/ 2147483647 w 88"/>
                <a:gd name="T33" fmla="*/ 2147483647 h 104"/>
                <a:gd name="T34" fmla="*/ 0 w 88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8"/>
                <a:gd name="T55" fmla="*/ 0 h 104"/>
                <a:gd name="T56" fmla="*/ 88 w 88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8" h="104">
                  <a:moveTo>
                    <a:pt x="0" y="88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16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88" y="24"/>
                  </a:lnTo>
                  <a:lnTo>
                    <a:pt x="72" y="32"/>
                  </a:lnTo>
                  <a:lnTo>
                    <a:pt x="64" y="40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96"/>
                  </a:lnTo>
                  <a:lnTo>
                    <a:pt x="24" y="104"/>
                  </a:lnTo>
                  <a:lnTo>
                    <a:pt x="8" y="96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 576"/>
            <p:cNvSpPr/>
            <p:nvPr/>
          </p:nvSpPr>
          <p:spPr bwMode="auto">
            <a:xfrm>
              <a:off x="6877636" y="2488287"/>
              <a:ext cx="42768" cy="203971"/>
            </a:xfrm>
            <a:custGeom>
              <a:avLst/>
              <a:gdLst>
                <a:gd name="T0" fmla="*/ 2147483647 w 32"/>
                <a:gd name="T1" fmla="*/ 2147483647 h 152"/>
                <a:gd name="T2" fmla="*/ 2147483647 w 32"/>
                <a:gd name="T3" fmla="*/ 2147483647 h 152"/>
                <a:gd name="T4" fmla="*/ 2147483647 w 32"/>
                <a:gd name="T5" fmla="*/ 2147483647 h 152"/>
                <a:gd name="T6" fmla="*/ 0 w 32"/>
                <a:gd name="T7" fmla="*/ 2147483647 h 152"/>
                <a:gd name="T8" fmla="*/ 2147483647 w 32"/>
                <a:gd name="T9" fmla="*/ 2147483647 h 152"/>
                <a:gd name="T10" fmla="*/ 2147483647 w 32"/>
                <a:gd name="T11" fmla="*/ 0 h 152"/>
                <a:gd name="T12" fmla="*/ 2147483647 w 32"/>
                <a:gd name="T13" fmla="*/ 2147483647 h 152"/>
                <a:gd name="T14" fmla="*/ 2147483647 w 32"/>
                <a:gd name="T15" fmla="*/ 2147483647 h 152"/>
                <a:gd name="T16" fmla="*/ 2147483647 w 32"/>
                <a:gd name="T17" fmla="*/ 2147483647 h 152"/>
                <a:gd name="T18" fmla="*/ 2147483647 w 32"/>
                <a:gd name="T19" fmla="*/ 2147483647 h 152"/>
                <a:gd name="T20" fmla="*/ 2147483647 w 32"/>
                <a:gd name="T21" fmla="*/ 2147483647 h 152"/>
                <a:gd name="T22" fmla="*/ 2147483647 w 32"/>
                <a:gd name="T23" fmla="*/ 2147483647 h 152"/>
                <a:gd name="T24" fmla="*/ 2147483647 w 32"/>
                <a:gd name="T25" fmla="*/ 2147483647 h 152"/>
                <a:gd name="T26" fmla="*/ 2147483647 w 32"/>
                <a:gd name="T27" fmla="*/ 2147483647 h 1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2"/>
                <a:gd name="T43" fmla="*/ 0 h 152"/>
                <a:gd name="T44" fmla="*/ 32 w 32"/>
                <a:gd name="T45" fmla="*/ 152 h 15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2" h="152">
                  <a:moveTo>
                    <a:pt x="8" y="144"/>
                  </a:moveTo>
                  <a:lnTo>
                    <a:pt x="8" y="120"/>
                  </a:lnTo>
                  <a:lnTo>
                    <a:pt x="8" y="56"/>
                  </a:lnTo>
                  <a:lnTo>
                    <a:pt x="0" y="40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32" y="104"/>
                  </a:lnTo>
                  <a:lnTo>
                    <a:pt x="24" y="96"/>
                  </a:lnTo>
                  <a:lnTo>
                    <a:pt x="16" y="112"/>
                  </a:lnTo>
                  <a:lnTo>
                    <a:pt x="16" y="128"/>
                  </a:lnTo>
                  <a:lnTo>
                    <a:pt x="32" y="152"/>
                  </a:lnTo>
                  <a:lnTo>
                    <a:pt x="8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577"/>
            <p:cNvSpPr/>
            <p:nvPr/>
          </p:nvSpPr>
          <p:spPr bwMode="auto">
            <a:xfrm>
              <a:off x="7306413" y="4333893"/>
              <a:ext cx="118435" cy="140367"/>
            </a:xfrm>
            <a:custGeom>
              <a:avLst/>
              <a:gdLst>
                <a:gd name="T0" fmla="*/ 0 w 88"/>
                <a:gd name="T1" fmla="*/ 2147483647 h 104"/>
                <a:gd name="T2" fmla="*/ 2147483647 w 88"/>
                <a:gd name="T3" fmla="*/ 2147483647 h 104"/>
                <a:gd name="T4" fmla="*/ 2147483647 w 88"/>
                <a:gd name="T5" fmla="*/ 2147483647 h 104"/>
                <a:gd name="T6" fmla="*/ 2147483647 w 88"/>
                <a:gd name="T7" fmla="*/ 2147483647 h 104"/>
                <a:gd name="T8" fmla="*/ 2147483647 w 88"/>
                <a:gd name="T9" fmla="*/ 2147483647 h 104"/>
                <a:gd name="T10" fmla="*/ 2147483647 w 88"/>
                <a:gd name="T11" fmla="*/ 2147483647 h 104"/>
                <a:gd name="T12" fmla="*/ 2147483647 w 88"/>
                <a:gd name="T13" fmla="*/ 0 h 104"/>
                <a:gd name="T14" fmla="*/ 2147483647 w 88"/>
                <a:gd name="T15" fmla="*/ 2147483647 h 104"/>
                <a:gd name="T16" fmla="*/ 2147483647 w 88"/>
                <a:gd name="T17" fmla="*/ 2147483647 h 104"/>
                <a:gd name="T18" fmla="*/ 2147483647 w 88"/>
                <a:gd name="T19" fmla="*/ 2147483647 h 104"/>
                <a:gd name="T20" fmla="*/ 2147483647 w 88"/>
                <a:gd name="T21" fmla="*/ 2147483647 h 104"/>
                <a:gd name="T22" fmla="*/ 2147483647 w 88"/>
                <a:gd name="T23" fmla="*/ 2147483647 h 104"/>
                <a:gd name="T24" fmla="*/ 2147483647 w 88"/>
                <a:gd name="T25" fmla="*/ 2147483647 h 104"/>
                <a:gd name="T26" fmla="*/ 2147483647 w 88"/>
                <a:gd name="T27" fmla="*/ 2147483647 h 104"/>
                <a:gd name="T28" fmla="*/ 2147483647 w 88"/>
                <a:gd name="T29" fmla="*/ 2147483647 h 104"/>
                <a:gd name="T30" fmla="*/ 2147483647 w 88"/>
                <a:gd name="T31" fmla="*/ 2147483647 h 104"/>
                <a:gd name="T32" fmla="*/ 2147483647 w 88"/>
                <a:gd name="T33" fmla="*/ 2147483647 h 104"/>
                <a:gd name="T34" fmla="*/ 0 w 88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8"/>
                <a:gd name="T55" fmla="*/ 0 h 104"/>
                <a:gd name="T56" fmla="*/ 88 w 88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8" h="104">
                  <a:moveTo>
                    <a:pt x="0" y="88"/>
                  </a:moveTo>
                  <a:lnTo>
                    <a:pt x="8" y="64"/>
                  </a:lnTo>
                  <a:lnTo>
                    <a:pt x="16" y="48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56" y="16"/>
                  </a:lnTo>
                  <a:lnTo>
                    <a:pt x="64" y="0"/>
                  </a:lnTo>
                  <a:lnTo>
                    <a:pt x="72" y="8"/>
                  </a:lnTo>
                  <a:lnTo>
                    <a:pt x="88" y="8"/>
                  </a:lnTo>
                  <a:lnTo>
                    <a:pt x="88" y="24"/>
                  </a:lnTo>
                  <a:lnTo>
                    <a:pt x="72" y="32"/>
                  </a:lnTo>
                  <a:lnTo>
                    <a:pt x="64" y="40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96"/>
                  </a:lnTo>
                  <a:lnTo>
                    <a:pt x="24" y="104"/>
                  </a:lnTo>
                  <a:lnTo>
                    <a:pt x="8" y="96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578"/>
            <p:cNvSpPr/>
            <p:nvPr/>
          </p:nvSpPr>
          <p:spPr bwMode="auto">
            <a:xfrm>
              <a:off x="7413881" y="4205589"/>
              <a:ext cx="86633" cy="139271"/>
            </a:xfrm>
            <a:custGeom>
              <a:avLst/>
              <a:gdLst>
                <a:gd name="T0" fmla="*/ 0 w 64"/>
                <a:gd name="T1" fmla="*/ 2147483647 h 104"/>
                <a:gd name="T2" fmla="*/ 2147483647 w 64"/>
                <a:gd name="T3" fmla="*/ 2147483647 h 104"/>
                <a:gd name="T4" fmla="*/ 2147483647 w 64"/>
                <a:gd name="T5" fmla="*/ 2147483647 h 104"/>
                <a:gd name="T6" fmla="*/ 0 w 64"/>
                <a:gd name="T7" fmla="*/ 0 h 104"/>
                <a:gd name="T8" fmla="*/ 2147483647 w 64"/>
                <a:gd name="T9" fmla="*/ 2147483647 h 104"/>
                <a:gd name="T10" fmla="*/ 2147483647 w 64"/>
                <a:gd name="T11" fmla="*/ 2147483647 h 104"/>
                <a:gd name="T12" fmla="*/ 2147483647 w 64"/>
                <a:gd name="T13" fmla="*/ 2147483647 h 104"/>
                <a:gd name="T14" fmla="*/ 2147483647 w 64"/>
                <a:gd name="T15" fmla="*/ 2147483647 h 104"/>
                <a:gd name="T16" fmla="*/ 2147483647 w 64"/>
                <a:gd name="T17" fmla="*/ 2147483647 h 104"/>
                <a:gd name="T18" fmla="*/ 2147483647 w 64"/>
                <a:gd name="T19" fmla="*/ 2147483647 h 104"/>
                <a:gd name="T20" fmla="*/ 2147483647 w 64"/>
                <a:gd name="T21" fmla="*/ 2147483647 h 104"/>
                <a:gd name="T22" fmla="*/ 2147483647 w 64"/>
                <a:gd name="T23" fmla="*/ 2147483647 h 104"/>
                <a:gd name="T24" fmla="*/ 2147483647 w 64"/>
                <a:gd name="T25" fmla="*/ 2147483647 h 104"/>
                <a:gd name="T26" fmla="*/ 2147483647 w 64"/>
                <a:gd name="T27" fmla="*/ 2147483647 h 104"/>
                <a:gd name="T28" fmla="*/ 2147483647 w 64"/>
                <a:gd name="T29" fmla="*/ 2147483647 h 104"/>
                <a:gd name="T30" fmla="*/ 2147483647 w 64"/>
                <a:gd name="T31" fmla="*/ 2147483647 h 104"/>
                <a:gd name="T32" fmla="*/ 2147483647 w 64"/>
                <a:gd name="T33" fmla="*/ 2147483647 h 104"/>
                <a:gd name="T34" fmla="*/ 0 w 64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4"/>
                <a:gd name="T55" fmla="*/ 0 h 104"/>
                <a:gd name="T56" fmla="*/ 64 w 64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4" h="104">
                  <a:moveTo>
                    <a:pt x="0" y="72"/>
                  </a:moveTo>
                  <a:lnTo>
                    <a:pt x="16" y="48"/>
                  </a:lnTo>
                  <a:lnTo>
                    <a:pt x="16" y="32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24" y="104"/>
                  </a:lnTo>
                  <a:lnTo>
                    <a:pt x="16" y="96"/>
                  </a:lnTo>
                  <a:lnTo>
                    <a:pt x="16" y="80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Freeform 579"/>
            <p:cNvSpPr/>
            <p:nvPr/>
          </p:nvSpPr>
          <p:spPr bwMode="auto">
            <a:xfrm>
              <a:off x="6394028" y="3775715"/>
              <a:ext cx="676613" cy="515410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580"/>
            <p:cNvSpPr/>
            <p:nvPr/>
          </p:nvSpPr>
          <p:spPr bwMode="auto">
            <a:xfrm>
              <a:off x="7413881" y="4205589"/>
              <a:ext cx="86633" cy="139271"/>
            </a:xfrm>
            <a:custGeom>
              <a:avLst/>
              <a:gdLst>
                <a:gd name="T0" fmla="*/ 0 w 64"/>
                <a:gd name="T1" fmla="*/ 2147483647 h 104"/>
                <a:gd name="T2" fmla="*/ 2147483647 w 64"/>
                <a:gd name="T3" fmla="*/ 2147483647 h 104"/>
                <a:gd name="T4" fmla="*/ 2147483647 w 64"/>
                <a:gd name="T5" fmla="*/ 2147483647 h 104"/>
                <a:gd name="T6" fmla="*/ 0 w 64"/>
                <a:gd name="T7" fmla="*/ 0 h 104"/>
                <a:gd name="T8" fmla="*/ 2147483647 w 64"/>
                <a:gd name="T9" fmla="*/ 2147483647 h 104"/>
                <a:gd name="T10" fmla="*/ 2147483647 w 64"/>
                <a:gd name="T11" fmla="*/ 2147483647 h 104"/>
                <a:gd name="T12" fmla="*/ 2147483647 w 64"/>
                <a:gd name="T13" fmla="*/ 2147483647 h 104"/>
                <a:gd name="T14" fmla="*/ 2147483647 w 64"/>
                <a:gd name="T15" fmla="*/ 2147483647 h 104"/>
                <a:gd name="T16" fmla="*/ 2147483647 w 64"/>
                <a:gd name="T17" fmla="*/ 2147483647 h 104"/>
                <a:gd name="T18" fmla="*/ 2147483647 w 64"/>
                <a:gd name="T19" fmla="*/ 2147483647 h 104"/>
                <a:gd name="T20" fmla="*/ 2147483647 w 64"/>
                <a:gd name="T21" fmla="*/ 2147483647 h 104"/>
                <a:gd name="T22" fmla="*/ 2147483647 w 64"/>
                <a:gd name="T23" fmla="*/ 2147483647 h 104"/>
                <a:gd name="T24" fmla="*/ 2147483647 w 64"/>
                <a:gd name="T25" fmla="*/ 2147483647 h 104"/>
                <a:gd name="T26" fmla="*/ 2147483647 w 64"/>
                <a:gd name="T27" fmla="*/ 2147483647 h 104"/>
                <a:gd name="T28" fmla="*/ 2147483647 w 64"/>
                <a:gd name="T29" fmla="*/ 2147483647 h 104"/>
                <a:gd name="T30" fmla="*/ 2147483647 w 64"/>
                <a:gd name="T31" fmla="*/ 2147483647 h 104"/>
                <a:gd name="T32" fmla="*/ 2147483647 w 64"/>
                <a:gd name="T33" fmla="*/ 2147483647 h 104"/>
                <a:gd name="T34" fmla="*/ 0 w 64"/>
                <a:gd name="T35" fmla="*/ 2147483647 h 1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4"/>
                <a:gd name="T55" fmla="*/ 0 h 104"/>
                <a:gd name="T56" fmla="*/ 64 w 64"/>
                <a:gd name="T57" fmla="*/ 104 h 10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4" h="104">
                  <a:moveTo>
                    <a:pt x="0" y="72"/>
                  </a:moveTo>
                  <a:lnTo>
                    <a:pt x="16" y="48"/>
                  </a:lnTo>
                  <a:lnTo>
                    <a:pt x="16" y="32"/>
                  </a:lnTo>
                  <a:lnTo>
                    <a:pt x="0" y="0"/>
                  </a:lnTo>
                  <a:lnTo>
                    <a:pt x="16" y="8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64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24" y="104"/>
                  </a:lnTo>
                  <a:lnTo>
                    <a:pt x="16" y="96"/>
                  </a:lnTo>
                  <a:lnTo>
                    <a:pt x="16" y="80"/>
                  </a:lnTo>
                  <a:lnTo>
                    <a:pt x="0" y="7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Freeform 581"/>
            <p:cNvSpPr/>
            <p:nvPr/>
          </p:nvSpPr>
          <p:spPr bwMode="auto">
            <a:xfrm>
              <a:off x="6394028" y="3775715"/>
              <a:ext cx="676613" cy="515410"/>
            </a:xfrm>
            <a:custGeom>
              <a:avLst/>
              <a:gdLst>
                <a:gd name="T0" fmla="*/ 2147483647 w 504"/>
                <a:gd name="T1" fmla="*/ 2147483647 h 384"/>
                <a:gd name="T2" fmla="*/ 2147483647 w 504"/>
                <a:gd name="T3" fmla="*/ 2147483647 h 384"/>
                <a:gd name="T4" fmla="*/ 0 w 504"/>
                <a:gd name="T5" fmla="*/ 2147483647 h 384"/>
                <a:gd name="T6" fmla="*/ 2147483647 w 504"/>
                <a:gd name="T7" fmla="*/ 2147483647 h 384"/>
                <a:gd name="T8" fmla="*/ 2147483647 w 504"/>
                <a:gd name="T9" fmla="*/ 2147483647 h 384"/>
                <a:gd name="T10" fmla="*/ 2147483647 w 504"/>
                <a:gd name="T11" fmla="*/ 2147483647 h 384"/>
                <a:gd name="T12" fmla="*/ 2147483647 w 504"/>
                <a:gd name="T13" fmla="*/ 2147483647 h 384"/>
                <a:gd name="T14" fmla="*/ 2147483647 w 504"/>
                <a:gd name="T15" fmla="*/ 2147483647 h 384"/>
                <a:gd name="T16" fmla="*/ 2147483647 w 504"/>
                <a:gd name="T17" fmla="*/ 2147483647 h 384"/>
                <a:gd name="T18" fmla="*/ 2147483647 w 504"/>
                <a:gd name="T19" fmla="*/ 2147483647 h 384"/>
                <a:gd name="T20" fmla="*/ 2147483647 w 504"/>
                <a:gd name="T21" fmla="*/ 0 h 384"/>
                <a:gd name="T22" fmla="*/ 2147483647 w 504"/>
                <a:gd name="T23" fmla="*/ 2147483647 h 384"/>
                <a:gd name="T24" fmla="*/ 2147483647 w 504"/>
                <a:gd name="T25" fmla="*/ 2147483647 h 384"/>
                <a:gd name="T26" fmla="*/ 2147483647 w 504"/>
                <a:gd name="T27" fmla="*/ 2147483647 h 384"/>
                <a:gd name="T28" fmla="*/ 2147483647 w 504"/>
                <a:gd name="T29" fmla="*/ 2147483647 h 384"/>
                <a:gd name="T30" fmla="*/ 2147483647 w 504"/>
                <a:gd name="T31" fmla="*/ 2147483647 h 384"/>
                <a:gd name="T32" fmla="*/ 2147483647 w 504"/>
                <a:gd name="T33" fmla="*/ 2147483647 h 384"/>
                <a:gd name="T34" fmla="*/ 2147483647 w 504"/>
                <a:gd name="T35" fmla="*/ 2147483647 h 384"/>
                <a:gd name="T36" fmla="*/ 2147483647 w 504"/>
                <a:gd name="T37" fmla="*/ 2147483647 h 384"/>
                <a:gd name="T38" fmla="*/ 2147483647 w 504"/>
                <a:gd name="T39" fmla="*/ 2147483647 h 384"/>
                <a:gd name="T40" fmla="*/ 2147483647 w 504"/>
                <a:gd name="T41" fmla="*/ 2147483647 h 384"/>
                <a:gd name="T42" fmla="*/ 2147483647 w 504"/>
                <a:gd name="T43" fmla="*/ 2147483647 h 384"/>
                <a:gd name="T44" fmla="*/ 2147483647 w 504"/>
                <a:gd name="T45" fmla="*/ 2147483647 h 384"/>
                <a:gd name="T46" fmla="*/ 2147483647 w 504"/>
                <a:gd name="T47" fmla="*/ 2147483647 h 384"/>
                <a:gd name="T48" fmla="*/ 2147483647 w 504"/>
                <a:gd name="T49" fmla="*/ 2147483647 h 384"/>
                <a:gd name="T50" fmla="*/ 2147483647 w 504"/>
                <a:gd name="T51" fmla="*/ 2147483647 h 384"/>
                <a:gd name="T52" fmla="*/ 2147483647 w 504"/>
                <a:gd name="T53" fmla="*/ 2147483647 h 384"/>
                <a:gd name="T54" fmla="*/ 2147483647 w 504"/>
                <a:gd name="T55" fmla="*/ 2147483647 h 384"/>
                <a:gd name="T56" fmla="*/ 2147483647 w 504"/>
                <a:gd name="T57" fmla="*/ 2147483647 h 384"/>
                <a:gd name="T58" fmla="*/ 2147483647 w 504"/>
                <a:gd name="T59" fmla="*/ 2147483647 h 384"/>
                <a:gd name="T60" fmla="*/ 2147483647 w 504"/>
                <a:gd name="T61" fmla="*/ 2147483647 h 384"/>
                <a:gd name="T62" fmla="*/ 2147483647 w 504"/>
                <a:gd name="T63" fmla="*/ 2147483647 h 384"/>
                <a:gd name="T64" fmla="*/ 2147483647 w 504"/>
                <a:gd name="T65" fmla="*/ 2147483647 h 384"/>
                <a:gd name="T66" fmla="*/ 2147483647 w 504"/>
                <a:gd name="T67" fmla="*/ 2147483647 h 384"/>
                <a:gd name="T68" fmla="*/ 2147483647 w 504"/>
                <a:gd name="T69" fmla="*/ 2147483647 h 384"/>
                <a:gd name="T70" fmla="*/ 2147483647 w 504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04"/>
                <a:gd name="T109" fmla="*/ 0 h 384"/>
                <a:gd name="T110" fmla="*/ 504 w 504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04" h="384">
                  <a:moveTo>
                    <a:pt x="24" y="304"/>
                  </a:moveTo>
                  <a:lnTo>
                    <a:pt x="24" y="272"/>
                  </a:lnTo>
                  <a:lnTo>
                    <a:pt x="24" y="256"/>
                  </a:lnTo>
                  <a:lnTo>
                    <a:pt x="8" y="200"/>
                  </a:lnTo>
                  <a:lnTo>
                    <a:pt x="8" y="184"/>
                  </a:lnTo>
                  <a:lnTo>
                    <a:pt x="0" y="160"/>
                  </a:lnTo>
                  <a:lnTo>
                    <a:pt x="8" y="144"/>
                  </a:lnTo>
                  <a:lnTo>
                    <a:pt x="24" y="128"/>
                  </a:lnTo>
                  <a:lnTo>
                    <a:pt x="56" y="112"/>
                  </a:lnTo>
                  <a:lnTo>
                    <a:pt x="80" y="96"/>
                  </a:lnTo>
                  <a:lnTo>
                    <a:pt x="96" y="96"/>
                  </a:lnTo>
                  <a:lnTo>
                    <a:pt x="104" y="72"/>
                  </a:lnTo>
                  <a:lnTo>
                    <a:pt x="120" y="64"/>
                  </a:lnTo>
                  <a:lnTo>
                    <a:pt x="136" y="56"/>
                  </a:lnTo>
                  <a:lnTo>
                    <a:pt x="160" y="40"/>
                  </a:lnTo>
                  <a:lnTo>
                    <a:pt x="176" y="32"/>
                  </a:lnTo>
                  <a:lnTo>
                    <a:pt x="192" y="40"/>
                  </a:lnTo>
                  <a:lnTo>
                    <a:pt x="200" y="40"/>
                  </a:lnTo>
                  <a:lnTo>
                    <a:pt x="208" y="24"/>
                  </a:lnTo>
                  <a:lnTo>
                    <a:pt x="224" y="16"/>
                  </a:lnTo>
                  <a:lnTo>
                    <a:pt x="240" y="8"/>
                  </a:lnTo>
                  <a:lnTo>
                    <a:pt x="248" y="0"/>
                  </a:lnTo>
                  <a:lnTo>
                    <a:pt x="264" y="0"/>
                  </a:lnTo>
                  <a:lnTo>
                    <a:pt x="296" y="8"/>
                  </a:lnTo>
                  <a:lnTo>
                    <a:pt x="288" y="24"/>
                  </a:lnTo>
                  <a:lnTo>
                    <a:pt x="280" y="40"/>
                  </a:lnTo>
                  <a:lnTo>
                    <a:pt x="296" y="48"/>
                  </a:lnTo>
                  <a:lnTo>
                    <a:pt x="312" y="48"/>
                  </a:lnTo>
                  <a:lnTo>
                    <a:pt x="328" y="72"/>
                  </a:lnTo>
                  <a:lnTo>
                    <a:pt x="344" y="72"/>
                  </a:lnTo>
                  <a:lnTo>
                    <a:pt x="360" y="56"/>
                  </a:lnTo>
                  <a:lnTo>
                    <a:pt x="360" y="16"/>
                  </a:lnTo>
                  <a:lnTo>
                    <a:pt x="376" y="0"/>
                  </a:lnTo>
                  <a:lnTo>
                    <a:pt x="384" y="24"/>
                  </a:lnTo>
                  <a:lnTo>
                    <a:pt x="392" y="32"/>
                  </a:lnTo>
                  <a:lnTo>
                    <a:pt x="400" y="40"/>
                  </a:lnTo>
                  <a:lnTo>
                    <a:pt x="408" y="80"/>
                  </a:lnTo>
                  <a:lnTo>
                    <a:pt x="432" y="96"/>
                  </a:lnTo>
                  <a:lnTo>
                    <a:pt x="456" y="104"/>
                  </a:lnTo>
                  <a:lnTo>
                    <a:pt x="464" y="128"/>
                  </a:lnTo>
                  <a:lnTo>
                    <a:pt x="472" y="136"/>
                  </a:lnTo>
                  <a:lnTo>
                    <a:pt x="480" y="160"/>
                  </a:lnTo>
                  <a:lnTo>
                    <a:pt x="504" y="176"/>
                  </a:lnTo>
                  <a:lnTo>
                    <a:pt x="504" y="192"/>
                  </a:lnTo>
                  <a:lnTo>
                    <a:pt x="504" y="216"/>
                  </a:lnTo>
                  <a:lnTo>
                    <a:pt x="504" y="248"/>
                  </a:lnTo>
                  <a:lnTo>
                    <a:pt x="480" y="312"/>
                  </a:lnTo>
                  <a:lnTo>
                    <a:pt x="464" y="344"/>
                  </a:lnTo>
                  <a:lnTo>
                    <a:pt x="464" y="360"/>
                  </a:lnTo>
                  <a:lnTo>
                    <a:pt x="456" y="360"/>
                  </a:lnTo>
                  <a:lnTo>
                    <a:pt x="440" y="368"/>
                  </a:lnTo>
                  <a:lnTo>
                    <a:pt x="424" y="384"/>
                  </a:lnTo>
                  <a:lnTo>
                    <a:pt x="416" y="384"/>
                  </a:lnTo>
                  <a:lnTo>
                    <a:pt x="400" y="368"/>
                  </a:lnTo>
                  <a:lnTo>
                    <a:pt x="384" y="376"/>
                  </a:lnTo>
                  <a:lnTo>
                    <a:pt x="360" y="368"/>
                  </a:lnTo>
                  <a:lnTo>
                    <a:pt x="336" y="352"/>
                  </a:lnTo>
                  <a:lnTo>
                    <a:pt x="320" y="336"/>
                  </a:lnTo>
                  <a:lnTo>
                    <a:pt x="312" y="320"/>
                  </a:lnTo>
                  <a:lnTo>
                    <a:pt x="296" y="320"/>
                  </a:lnTo>
                  <a:lnTo>
                    <a:pt x="280" y="304"/>
                  </a:lnTo>
                  <a:lnTo>
                    <a:pt x="256" y="280"/>
                  </a:lnTo>
                  <a:lnTo>
                    <a:pt x="208" y="272"/>
                  </a:lnTo>
                  <a:lnTo>
                    <a:pt x="176" y="272"/>
                  </a:lnTo>
                  <a:lnTo>
                    <a:pt x="136" y="288"/>
                  </a:lnTo>
                  <a:lnTo>
                    <a:pt x="136" y="296"/>
                  </a:lnTo>
                  <a:lnTo>
                    <a:pt x="112" y="304"/>
                  </a:lnTo>
                  <a:lnTo>
                    <a:pt x="96" y="304"/>
                  </a:lnTo>
                  <a:lnTo>
                    <a:pt x="80" y="312"/>
                  </a:lnTo>
                  <a:lnTo>
                    <a:pt x="56" y="320"/>
                  </a:lnTo>
                  <a:lnTo>
                    <a:pt x="40" y="320"/>
                  </a:lnTo>
                  <a:lnTo>
                    <a:pt x="24" y="3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41" name="Freeform 582"/>
            <p:cNvSpPr/>
            <p:nvPr/>
          </p:nvSpPr>
          <p:spPr bwMode="auto">
            <a:xfrm>
              <a:off x="6931370" y="4324023"/>
              <a:ext cx="53735" cy="74570"/>
            </a:xfrm>
            <a:custGeom>
              <a:avLst/>
              <a:gdLst>
                <a:gd name="T0" fmla="*/ 0 w 40"/>
                <a:gd name="T1" fmla="*/ 2147483647 h 56"/>
                <a:gd name="T2" fmla="*/ 2147483647 w 40"/>
                <a:gd name="T3" fmla="*/ 2147483647 h 56"/>
                <a:gd name="T4" fmla="*/ 2147483647 w 40"/>
                <a:gd name="T5" fmla="*/ 2147483647 h 56"/>
                <a:gd name="T6" fmla="*/ 2147483647 w 40"/>
                <a:gd name="T7" fmla="*/ 2147483647 h 56"/>
                <a:gd name="T8" fmla="*/ 2147483647 w 40"/>
                <a:gd name="T9" fmla="*/ 2147483647 h 56"/>
                <a:gd name="T10" fmla="*/ 2147483647 w 40"/>
                <a:gd name="T11" fmla="*/ 2147483647 h 56"/>
                <a:gd name="T12" fmla="*/ 2147483647 w 40"/>
                <a:gd name="T13" fmla="*/ 0 h 56"/>
                <a:gd name="T14" fmla="*/ 2147483647 w 40"/>
                <a:gd name="T15" fmla="*/ 2147483647 h 56"/>
                <a:gd name="T16" fmla="*/ 0 w 40"/>
                <a:gd name="T17" fmla="*/ 2147483647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56"/>
                <a:gd name="T29" fmla="*/ 40 w 40"/>
                <a:gd name="T30" fmla="*/ 56 h 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56">
                  <a:moveTo>
                    <a:pt x="0" y="8"/>
                  </a:moveTo>
                  <a:lnTo>
                    <a:pt x="8" y="32"/>
                  </a:lnTo>
                  <a:lnTo>
                    <a:pt x="8" y="48"/>
                  </a:lnTo>
                  <a:lnTo>
                    <a:pt x="24" y="56"/>
                  </a:lnTo>
                  <a:lnTo>
                    <a:pt x="32" y="40"/>
                  </a:lnTo>
                  <a:lnTo>
                    <a:pt x="40" y="16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583"/>
            <p:cNvSpPr/>
            <p:nvPr/>
          </p:nvSpPr>
          <p:spPr bwMode="auto">
            <a:xfrm>
              <a:off x="6104521" y="3486208"/>
              <a:ext cx="172169" cy="183135"/>
            </a:xfrm>
            <a:custGeom>
              <a:avLst/>
              <a:gdLst>
                <a:gd name="T0" fmla="*/ 0 w 128"/>
                <a:gd name="T1" fmla="*/ 0 h 136"/>
                <a:gd name="T2" fmla="*/ 2147483647 w 128"/>
                <a:gd name="T3" fmla="*/ 0 h 136"/>
                <a:gd name="T4" fmla="*/ 2147483647 w 128"/>
                <a:gd name="T5" fmla="*/ 2147483647 h 136"/>
                <a:gd name="T6" fmla="*/ 2147483647 w 128"/>
                <a:gd name="T7" fmla="*/ 2147483647 h 136"/>
                <a:gd name="T8" fmla="*/ 2147483647 w 128"/>
                <a:gd name="T9" fmla="*/ 2147483647 h 136"/>
                <a:gd name="T10" fmla="*/ 2147483647 w 128"/>
                <a:gd name="T11" fmla="*/ 2147483647 h 136"/>
                <a:gd name="T12" fmla="*/ 2147483647 w 128"/>
                <a:gd name="T13" fmla="*/ 2147483647 h 136"/>
                <a:gd name="T14" fmla="*/ 2147483647 w 128"/>
                <a:gd name="T15" fmla="*/ 2147483647 h 136"/>
                <a:gd name="T16" fmla="*/ 2147483647 w 128"/>
                <a:gd name="T17" fmla="*/ 2147483647 h 136"/>
                <a:gd name="T18" fmla="*/ 2147483647 w 128"/>
                <a:gd name="T19" fmla="*/ 2147483647 h 136"/>
                <a:gd name="T20" fmla="*/ 2147483647 w 128"/>
                <a:gd name="T21" fmla="*/ 2147483647 h 136"/>
                <a:gd name="T22" fmla="*/ 2147483647 w 128"/>
                <a:gd name="T23" fmla="*/ 2147483647 h 136"/>
                <a:gd name="T24" fmla="*/ 2147483647 w 128"/>
                <a:gd name="T25" fmla="*/ 2147483647 h 136"/>
                <a:gd name="T26" fmla="*/ 2147483647 w 128"/>
                <a:gd name="T27" fmla="*/ 2147483647 h 136"/>
                <a:gd name="T28" fmla="*/ 2147483647 w 128"/>
                <a:gd name="T29" fmla="*/ 2147483647 h 136"/>
                <a:gd name="T30" fmla="*/ 2147483647 w 128"/>
                <a:gd name="T31" fmla="*/ 2147483647 h 136"/>
                <a:gd name="T32" fmla="*/ 0 w 128"/>
                <a:gd name="T33" fmla="*/ 0 h 1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8"/>
                <a:gd name="T52" fmla="*/ 0 h 136"/>
                <a:gd name="T53" fmla="*/ 128 w 128"/>
                <a:gd name="T54" fmla="*/ 136 h 1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8" h="136">
                  <a:moveTo>
                    <a:pt x="0" y="0"/>
                  </a:moveTo>
                  <a:lnTo>
                    <a:pt x="16" y="0"/>
                  </a:lnTo>
                  <a:lnTo>
                    <a:pt x="32" y="24"/>
                  </a:lnTo>
                  <a:lnTo>
                    <a:pt x="48" y="32"/>
                  </a:lnTo>
                  <a:lnTo>
                    <a:pt x="64" y="40"/>
                  </a:lnTo>
                  <a:lnTo>
                    <a:pt x="96" y="72"/>
                  </a:lnTo>
                  <a:lnTo>
                    <a:pt x="104" y="80"/>
                  </a:lnTo>
                  <a:lnTo>
                    <a:pt x="120" y="104"/>
                  </a:lnTo>
                  <a:lnTo>
                    <a:pt x="128" y="128"/>
                  </a:lnTo>
                  <a:lnTo>
                    <a:pt x="112" y="136"/>
                  </a:lnTo>
                  <a:lnTo>
                    <a:pt x="88" y="120"/>
                  </a:lnTo>
                  <a:lnTo>
                    <a:pt x="64" y="104"/>
                  </a:lnTo>
                  <a:lnTo>
                    <a:pt x="48" y="72"/>
                  </a:lnTo>
                  <a:lnTo>
                    <a:pt x="40" y="64"/>
                  </a:lnTo>
                  <a:lnTo>
                    <a:pt x="24" y="48"/>
                  </a:lnTo>
                  <a:lnTo>
                    <a:pt x="8" y="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Freeform 584"/>
            <p:cNvSpPr/>
            <p:nvPr/>
          </p:nvSpPr>
          <p:spPr bwMode="auto">
            <a:xfrm>
              <a:off x="6330424" y="3454407"/>
              <a:ext cx="160106" cy="182038"/>
            </a:xfrm>
            <a:custGeom>
              <a:avLst/>
              <a:gdLst>
                <a:gd name="T0" fmla="*/ 2147483647 w 120"/>
                <a:gd name="T1" fmla="*/ 2147483647 h 136"/>
                <a:gd name="T2" fmla="*/ 0 w 120"/>
                <a:gd name="T3" fmla="*/ 2147483647 h 136"/>
                <a:gd name="T4" fmla="*/ 0 w 120"/>
                <a:gd name="T5" fmla="*/ 2147483647 h 136"/>
                <a:gd name="T6" fmla="*/ 2147483647 w 120"/>
                <a:gd name="T7" fmla="*/ 2147483647 h 136"/>
                <a:gd name="T8" fmla="*/ 2147483647 w 120"/>
                <a:gd name="T9" fmla="*/ 2147483647 h 136"/>
                <a:gd name="T10" fmla="*/ 2147483647 w 120"/>
                <a:gd name="T11" fmla="*/ 2147483647 h 136"/>
                <a:gd name="T12" fmla="*/ 2147483647 w 120"/>
                <a:gd name="T13" fmla="*/ 2147483647 h 136"/>
                <a:gd name="T14" fmla="*/ 2147483647 w 120"/>
                <a:gd name="T15" fmla="*/ 0 h 136"/>
                <a:gd name="T16" fmla="*/ 2147483647 w 120"/>
                <a:gd name="T17" fmla="*/ 2147483647 h 136"/>
                <a:gd name="T18" fmla="*/ 2147483647 w 120"/>
                <a:gd name="T19" fmla="*/ 2147483647 h 136"/>
                <a:gd name="T20" fmla="*/ 2147483647 w 120"/>
                <a:gd name="T21" fmla="*/ 2147483647 h 136"/>
                <a:gd name="T22" fmla="*/ 2147483647 w 120"/>
                <a:gd name="T23" fmla="*/ 2147483647 h 136"/>
                <a:gd name="T24" fmla="*/ 2147483647 w 120"/>
                <a:gd name="T25" fmla="*/ 2147483647 h 136"/>
                <a:gd name="T26" fmla="*/ 2147483647 w 120"/>
                <a:gd name="T27" fmla="*/ 2147483647 h 136"/>
                <a:gd name="T28" fmla="*/ 2147483647 w 120"/>
                <a:gd name="T29" fmla="*/ 2147483647 h 136"/>
                <a:gd name="T30" fmla="*/ 2147483647 w 120"/>
                <a:gd name="T31" fmla="*/ 2147483647 h 136"/>
                <a:gd name="T32" fmla="*/ 2147483647 w 120"/>
                <a:gd name="T33" fmla="*/ 2147483647 h 136"/>
                <a:gd name="T34" fmla="*/ 2147483647 w 120"/>
                <a:gd name="T35" fmla="*/ 2147483647 h 136"/>
                <a:gd name="T36" fmla="*/ 2147483647 w 120"/>
                <a:gd name="T37" fmla="*/ 2147483647 h 136"/>
                <a:gd name="T38" fmla="*/ 2147483647 w 120"/>
                <a:gd name="T39" fmla="*/ 2147483647 h 136"/>
                <a:gd name="T40" fmla="*/ 2147483647 w 120"/>
                <a:gd name="T41" fmla="*/ 2147483647 h 136"/>
                <a:gd name="T42" fmla="*/ 2147483647 w 120"/>
                <a:gd name="T43" fmla="*/ 2147483647 h 136"/>
                <a:gd name="T44" fmla="*/ 2147483647 w 120"/>
                <a:gd name="T45" fmla="*/ 2147483647 h 136"/>
                <a:gd name="T46" fmla="*/ 2147483647 w 120"/>
                <a:gd name="T47" fmla="*/ 2147483647 h 1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0"/>
                <a:gd name="T73" fmla="*/ 0 h 136"/>
                <a:gd name="T74" fmla="*/ 120 w 120"/>
                <a:gd name="T75" fmla="*/ 136 h 1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0" h="136">
                  <a:moveTo>
                    <a:pt x="8" y="112"/>
                  </a:moveTo>
                  <a:lnTo>
                    <a:pt x="0" y="96"/>
                  </a:lnTo>
                  <a:lnTo>
                    <a:pt x="0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64" y="16"/>
                  </a:lnTo>
                  <a:lnTo>
                    <a:pt x="96" y="0"/>
                  </a:lnTo>
                  <a:lnTo>
                    <a:pt x="112" y="8"/>
                  </a:lnTo>
                  <a:lnTo>
                    <a:pt x="120" y="24"/>
                  </a:lnTo>
                  <a:lnTo>
                    <a:pt x="104" y="32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20" y="72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96" y="104"/>
                  </a:lnTo>
                  <a:lnTo>
                    <a:pt x="88" y="112"/>
                  </a:lnTo>
                  <a:lnTo>
                    <a:pt x="80" y="136"/>
                  </a:lnTo>
                  <a:lnTo>
                    <a:pt x="64" y="136"/>
                  </a:lnTo>
                  <a:lnTo>
                    <a:pt x="48" y="128"/>
                  </a:lnTo>
                  <a:lnTo>
                    <a:pt x="32" y="128"/>
                  </a:lnTo>
                  <a:lnTo>
                    <a:pt x="16" y="128"/>
                  </a:lnTo>
                  <a:lnTo>
                    <a:pt x="8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4" name="Freeform 585"/>
            <p:cNvSpPr/>
            <p:nvPr/>
          </p:nvSpPr>
          <p:spPr bwMode="auto">
            <a:xfrm>
              <a:off x="6694501" y="3582710"/>
              <a:ext cx="311439" cy="172169"/>
            </a:xfrm>
            <a:custGeom>
              <a:avLst/>
              <a:gdLst>
                <a:gd name="T0" fmla="*/ 0 w 232"/>
                <a:gd name="T1" fmla="*/ 2147483647 h 128"/>
                <a:gd name="T2" fmla="*/ 2147483647 w 232"/>
                <a:gd name="T3" fmla="*/ 2147483647 h 128"/>
                <a:gd name="T4" fmla="*/ 2147483647 w 232"/>
                <a:gd name="T5" fmla="*/ 2147483647 h 128"/>
                <a:gd name="T6" fmla="*/ 2147483647 w 232"/>
                <a:gd name="T7" fmla="*/ 2147483647 h 128"/>
                <a:gd name="T8" fmla="*/ 2147483647 w 232"/>
                <a:gd name="T9" fmla="*/ 2147483647 h 128"/>
                <a:gd name="T10" fmla="*/ 2147483647 w 232"/>
                <a:gd name="T11" fmla="*/ 2147483647 h 128"/>
                <a:gd name="T12" fmla="*/ 2147483647 w 232"/>
                <a:gd name="T13" fmla="*/ 2147483647 h 128"/>
                <a:gd name="T14" fmla="*/ 2147483647 w 232"/>
                <a:gd name="T15" fmla="*/ 2147483647 h 128"/>
                <a:gd name="T16" fmla="*/ 2147483647 w 232"/>
                <a:gd name="T17" fmla="*/ 2147483647 h 128"/>
                <a:gd name="T18" fmla="*/ 2147483647 w 232"/>
                <a:gd name="T19" fmla="*/ 2147483647 h 128"/>
                <a:gd name="T20" fmla="*/ 2147483647 w 232"/>
                <a:gd name="T21" fmla="*/ 2147483647 h 128"/>
                <a:gd name="T22" fmla="*/ 2147483647 w 232"/>
                <a:gd name="T23" fmla="*/ 2147483647 h 128"/>
                <a:gd name="T24" fmla="*/ 2147483647 w 232"/>
                <a:gd name="T25" fmla="*/ 2147483647 h 128"/>
                <a:gd name="T26" fmla="*/ 2147483647 w 232"/>
                <a:gd name="T27" fmla="*/ 2147483647 h 128"/>
                <a:gd name="T28" fmla="*/ 2147483647 w 232"/>
                <a:gd name="T29" fmla="*/ 2147483647 h 128"/>
                <a:gd name="T30" fmla="*/ 2147483647 w 232"/>
                <a:gd name="T31" fmla="*/ 2147483647 h 128"/>
                <a:gd name="T32" fmla="*/ 2147483647 w 232"/>
                <a:gd name="T33" fmla="*/ 2147483647 h 128"/>
                <a:gd name="T34" fmla="*/ 2147483647 w 232"/>
                <a:gd name="T35" fmla="*/ 2147483647 h 128"/>
                <a:gd name="T36" fmla="*/ 2147483647 w 232"/>
                <a:gd name="T37" fmla="*/ 2147483647 h 128"/>
                <a:gd name="T38" fmla="*/ 2147483647 w 232"/>
                <a:gd name="T39" fmla="*/ 2147483647 h 128"/>
                <a:gd name="T40" fmla="*/ 2147483647 w 232"/>
                <a:gd name="T41" fmla="*/ 2147483647 h 128"/>
                <a:gd name="T42" fmla="*/ 2147483647 w 232"/>
                <a:gd name="T43" fmla="*/ 2147483647 h 128"/>
                <a:gd name="T44" fmla="*/ 2147483647 w 232"/>
                <a:gd name="T45" fmla="*/ 2147483647 h 128"/>
                <a:gd name="T46" fmla="*/ 2147483647 w 232"/>
                <a:gd name="T47" fmla="*/ 2147483647 h 128"/>
                <a:gd name="T48" fmla="*/ 2147483647 w 232"/>
                <a:gd name="T49" fmla="*/ 2147483647 h 128"/>
                <a:gd name="T50" fmla="*/ 2147483647 w 232"/>
                <a:gd name="T51" fmla="*/ 2147483647 h 128"/>
                <a:gd name="T52" fmla="*/ 2147483647 w 232"/>
                <a:gd name="T53" fmla="*/ 2147483647 h 128"/>
                <a:gd name="T54" fmla="*/ 2147483647 w 232"/>
                <a:gd name="T55" fmla="*/ 2147483647 h 128"/>
                <a:gd name="T56" fmla="*/ 2147483647 w 232"/>
                <a:gd name="T57" fmla="*/ 2147483647 h 128"/>
                <a:gd name="T58" fmla="*/ 2147483647 w 232"/>
                <a:gd name="T59" fmla="*/ 2147483647 h 128"/>
                <a:gd name="T60" fmla="*/ 2147483647 w 232"/>
                <a:gd name="T61" fmla="*/ 0 h 128"/>
                <a:gd name="T62" fmla="*/ 2147483647 w 232"/>
                <a:gd name="T63" fmla="*/ 0 h 128"/>
                <a:gd name="T64" fmla="*/ 0 w 232"/>
                <a:gd name="T65" fmla="*/ 2147483647 h 1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"/>
                <a:gd name="T100" fmla="*/ 0 h 128"/>
                <a:gd name="T101" fmla="*/ 232 w 232"/>
                <a:gd name="T102" fmla="*/ 128 h 12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" h="128">
                  <a:moveTo>
                    <a:pt x="0" y="16"/>
                  </a:moveTo>
                  <a:lnTo>
                    <a:pt x="16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8" y="48"/>
                  </a:lnTo>
                  <a:lnTo>
                    <a:pt x="72" y="64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104" y="96"/>
                  </a:lnTo>
                  <a:lnTo>
                    <a:pt x="120" y="104"/>
                  </a:lnTo>
                  <a:lnTo>
                    <a:pt x="136" y="112"/>
                  </a:lnTo>
                  <a:lnTo>
                    <a:pt x="144" y="112"/>
                  </a:lnTo>
                  <a:lnTo>
                    <a:pt x="160" y="96"/>
                  </a:lnTo>
                  <a:lnTo>
                    <a:pt x="176" y="88"/>
                  </a:lnTo>
                  <a:lnTo>
                    <a:pt x="192" y="96"/>
                  </a:lnTo>
                  <a:lnTo>
                    <a:pt x="216" y="120"/>
                  </a:lnTo>
                  <a:lnTo>
                    <a:pt x="232" y="128"/>
                  </a:lnTo>
                  <a:lnTo>
                    <a:pt x="232" y="104"/>
                  </a:lnTo>
                  <a:lnTo>
                    <a:pt x="208" y="96"/>
                  </a:lnTo>
                  <a:lnTo>
                    <a:pt x="208" y="80"/>
                  </a:lnTo>
                  <a:lnTo>
                    <a:pt x="216" y="72"/>
                  </a:lnTo>
                  <a:lnTo>
                    <a:pt x="192" y="64"/>
                  </a:lnTo>
                  <a:lnTo>
                    <a:pt x="184" y="48"/>
                  </a:lnTo>
                  <a:lnTo>
                    <a:pt x="160" y="32"/>
                  </a:lnTo>
                  <a:lnTo>
                    <a:pt x="96" y="16"/>
                  </a:lnTo>
                  <a:lnTo>
                    <a:pt x="72" y="32"/>
                  </a:lnTo>
                  <a:lnTo>
                    <a:pt x="56" y="32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586"/>
            <p:cNvSpPr/>
            <p:nvPr/>
          </p:nvSpPr>
          <p:spPr bwMode="auto">
            <a:xfrm>
              <a:off x="6330424" y="3454407"/>
              <a:ext cx="160106" cy="182038"/>
            </a:xfrm>
            <a:custGeom>
              <a:avLst/>
              <a:gdLst>
                <a:gd name="T0" fmla="*/ 2147483647 w 120"/>
                <a:gd name="T1" fmla="*/ 2147483647 h 136"/>
                <a:gd name="T2" fmla="*/ 0 w 120"/>
                <a:gd name="T3" fmla="*/ 2147483647 h 136"/>
                <a:gd name="T4" fmla="*/ 0 w 120"/>
                <a:gd name="T5" fmla="*/ 2147483647 h 136"/>
                <a:gd name="T6" fmla="*/ 2147483647 w 120"/>
                <a:gd name="T7" fmla="*/ 2147483647 h 136"/>
                <a:gd name="T8" fmla="*/ 2147483647 w 120"/>
                <a:gd name="T9" fmla="*/ 2147483647 h 136"/>
                <a:gd name="T10" fmla="*/ 2147483647 w 120"/>
                <a:gd name="T11" fmla="*/ 2147483647 h 136"/>
                <a:gd name="T12" fmla="*/ 2147483647 w 120"/>
                <a:gd name="T13" fmla="*/ 2147483647 h 136"/>
                <a:gd name="T14" fmla="*/ 2147483647 w 120"/>
                <a:gd name="T15" fmla="*/ 0 h 136"/>
                <a:gd name="T16" fmla="*/ 2147483647 w 120"/>
                <a:gd name="T17" fmla="*/ 2147483647 h 136"/>
                <a:gd name="T18" fmla="*/ 2147483647 w 120"/>
                <a:gd name="T19" fmla="*/ 2147483647 h 136"/>
                <a:gd name="T20" fmla="*/ 2147483647 w 120"/>
                <a:gd name="T21" fmla="*/ 2147483647 h 136"/>
                <a:gd name="T22" fmla="*/ 2147483647 w 120"/>
                <a:gd name="T23" fmla="*/ 2147483647 h 136"/>
                <a:gd name="T24" fmla="*/ 2147483647 w 120"/>
                <a:gd name="T25" fmla="*/ 2147483647 h 136"/>
                <a:gd name="T26" fmla="*/ 2147483647 w 120"/>
                <a:gd name="T27" fmla="*/ 2147483647 h 136"/>
                <a:gd name="T28" fmla="*/ 2147483647 w 120"/>
                <a:gd name="T29" fmla="*/ 2147483647 h 136"/>
                <a:gd name="T30" fmla="*/ 2147483647 w 120"/>
                <a:gd name="T31" fmla="*/ 2147483647 h 136"/>
                <a:gd name="T32" fmla="*/ 2147483647 w 120"/>
                <a:gd name="T33" fmla="*/ 2147483647 h 136"/>
                <a:gd name="T34" fmla="*/ 2147483647 w 120"/>
                <a:gd name="T35" fmla="*/ 2147483647 h 136"/>
                <a:gd name="T36" fmla="*/ 2147483647 w 120"/>
                <a:gd name="T37" fmla="*/ 2147483647 h 136"/>
                <a:gd name="T38" fmla="*/ 2147483647 w 120"/>
                <a:gd name="T39" fmla="*/ 2147483647 h 136"/>
                <a:gd name="T40" fmla="*/ 2147483647 w 120"/>
                <a:gd name="T41" fmla="*/ 2147483647 h 136"/>
                <a:gd name="T42" fmla="*/ 2147483647 w 120"/>
                <a:gd name="T43" fmla="*/ 2147483647 h 136"/>
                <a:gd name="T44" fmla="*/ 2147483647 w 120"/>
                <a:gd name="T45" fmla="*/ 2147483647 h 136"/>
                <a:gd name="T46" fmla="*/ 2147483647 w 120"/>
                <a:gd name="T47" fmla="*/ 2147483647 h 1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20"/>
                <a:gd name="T73" fmla="*/ 0 h 136"/>
                <a:gd name="T74" fmla="*/ 120 w 120"/>
                <a:gd name="T75" fmla="*/ 136 h 1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20" h="136">
                  <a:moveTo>
                    <a:pt x="8" y="112"/>
                  </a:moveTo>
                  <a:lnTo>
                    <a:pt x="0" y="96"/>
                  </a:lnTo>
                  <a:lnTo>
                    <a:pt x="0" y="72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40" y="48"/>
                  </a:lnTo>
                  <a:lnTo>
                    <a:pt x="64" y="16"/>
                  </a:lnTo>
                  <a:lnTo>
                    <a:pt x="96" y="0"/>
                  </a:lnTo>
                  <a:lnTo>
                    <a:pt x="112" y="8"/>
                  </a:lnTo>
                  <a:lnTo>
                    <a:pt x="120" y="24"/>
                  </a:lnTo>
                  <a:lnTo>
                    <a:pt x="104" y="32"/>
                  </a:lnTo>
                  <a:lnTo>
                    <a:pt x="104" y="48"/>
                  </a:lnTo>
                  <a:lnTo>
                    <a:pt x="104" y="64"/>
                  </a:lnTo>
                  <a:lnTo>
                    <a:pt x="120" y="72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96" y="104"/>
                  </a:lnTo>
                  <a:lnTo>
                    <a:pt x="88" y="112"/>
                  </a:lnTo>
                  <a:lnTo>
                    <a:pt x="80" y="136"/>
                  </a:lnTo>
                  <a:lnTo>
                    <a:pt x="64" y="136"/>
                  </a:lnTo>
                  <a:lnTo>
                    <a:pt x="48" y="128"/>
                  </a:lnTo>
                  <a:lnTo>
                    <a:pt x="32" y="128"/>
                  </a:lnTo>
                  <a:lnTo>
                    <a:pt x="16" y="128"/>
                  </a:lnTo>
                  <a:lnTo>
                    <a:pt x="8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6" name="Freeform 587"/>
            <p:cNvSpPr/>
            <p:nvPr/>
          </p:nvSpPr>
          <p:spPr bwMode="auto">
            <a:xfrm>
              <a:off x="6694501" y="3582710"/>
              <a:ext cx="311439" cy="172169"/>
            </a:xfrm>
            <a:custGeom>
              <a:avLst/>
              <a:gdLst>
                <a:gd name="T0" fmla="*/ 0 w 232"/>
                <a:gd name="T1" fmla="*/ 2147483647 h 128"/>
                <a:gd name="T2" fmla="*/ 2147483647 w 232"/>
                <a:gd name="T3" fmla="*/ 2147483647 h 128"/>
                <a:gd name="T4" fmla="*/ 2147483647 w 232"/>
                <a:gd name="T5" fmla="*/ 2147483647 h 128"/>
                <a:gd name="T6" fmla="*/ 2147483647 w 232"/>
                <a:gd name="T7" fmla="*/ 2147483647 h 128"/>
                <a:gd name="T8" fmla="*/ 2147483647 w 232"/>
                <a:gd name="T9" fmla="*/ 2147483647 h 128"/>
                <a:gd name="T10" fmla="*/ 2147483647 w 232"/>
                <a:gd name="T11" fmla="*/ 2147483647 h 128"/>
                <a:gd name="T12" fmla="*/ 2147483647 w 232"/>
                <a:gd name="T13" fmla="*/ 2147483647 h 128"/>
                <a:gd name="T14" fmla="*/ 2147483647 w 232"/>
                <a:gd name="T15" fmla="*/ 2147483647 h 128"/>
                <a:gd name="T16" fmla="*/ 2147483647 w 232"/>
                <a:gd name="T17" fmla="*/ 2147483647 h 128"/>
                <a:gd name="T18" fmla="*/ 2147483647 w 232"/>
                <a:gd name="T19" fmla="*/ 2147483647 h 128"/>
                <a:gd name="T20" fmla="*/ 2147483647 w 232"/>
                <a:gd name="T21" fmla="*/ 2147483647 h 128"/>
                <a:gd name="T22" fmla="*/ 2147483647 w 232"/>
                <a:gd name="T23" fmla="*/ 2147483647 h 128"/>
                <a:gd name="T24" fmla="*/ 2147483647 w 232"/>
                <a:gd name="T25" fmla="*/ 2147483647 h 128"/>
                <a:gd name="T26" fmla="*/ 2147483647 w 232"/>
                <a:gd name="T27" fmla="*/ 2147483647 h 128"/>
                <a:gd name="T28" fmla="*/ 2147483647 w 232"/>
                <a:gd name="T29" fmla="*/ 2147483647 h 128"/>
                <a:gd name="T30" fmla="*/ 2147483647 w 232"/>
                <a:gd name="T31" fmla="*/ 2147483647 h 128"/>
                <a:gd name="T32" fmla="*/ 2147483647 w 232"/>
                <a:gd name="T33" fmla="*/ 2147483647 h 128"/>
                <a:gd name="T34" fmla="*/ 2147483647 w 232"/>
                <a:gd name="T35" fmla="*/ 2147483647 h 128"/>
                <a:gd name="T36" fmla="*/ 2147483647 w 232"/>
                <a:gd name="T37" fmla="*/ 2147483647 h 128"/>
                <a:gd name="T38" fmla="*/ 2147483647 w 232"/>
                <a:gd name="T39" fmla="*/ 2147483647 h 128"/>
                <a:gd name="T40" fmla="*/ 2147483647 w 232"/>
                <a:gd name="T41" fmla="*/ 2147483647 h 128"/>
                <a:gd name="T42" fmla="*/ 2147483647 w 232"/>
                <a:gd name="T43" fmla="*/ 2147483647 h 128"/>
                <a:gd name="T44" fmla="*/ 2147483647 w 232"/>
                <a:gd name="T45" fmla="*/ 2147483647 h 128"/>
                <a:gd name="T46" fmla="*/ 2147483647 w 232"/>
                <a:gd name="T47" fmla="*/ 2147483647 h 128"/>
                <a:gd name="T48" fmla="*/ 2147483647 w 232"/>
                <a:gd name="T49" fmla="*/ 2147483647 h 128"/>
                <a:gd name="T50" fmla="*/ 2147483647 w 232"/>
                <a:gd name="T51" fmla="*/ 2147483647 h 128"/>
                <a:gd name="T52" fmla="*/ 2147483647 w 232"/>
                <a:gd name="T53" fmla="*/ 2147483647 h 128"/>
                <a:gd name="T54" fmla="*/ 2147483647 w 232"/>
                <a:gd name="T55" fmla="*/ 2147483647 h 128"/>
                <a:gd name="T56" fmla="*/ 2147483647 w 232"/>
                <a:gd name="T57" fmla="*/ 2147483647 h 128"/>
                <a:gd name="T58" fmla="*/ 2147483647 w 232"/>
                <a:gd name="T59" fmla="*/ 2147483647 h 128"/>
                <a:gd name="T60" fmla="*/ 2147483647 w 232"/>
                <a:gd name="T61" fmla="*/ 0 h 128"/>
                <a:gd name="T62" fmla="*/ 2147483647 w 232"/>
                <a:gd name="T63" fmla="*/ 0 h 128"/>
                <a:gd name="T64" fmla="*/ 0 w 232"/>
                <a:gd name="T65" fmla="*/ 2147483647 h 1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2"/>
                <a:gd name="T100" fmla="*/ 0 h 128"/>
                <a:gd name="T101" fmla="*/ 232 w 232"/>
                <a:gd name="T102" fmla="*/ 128 h 12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2" h="128">
                  <a:moveTo>
                    <a:pt x="0" y="16"/>
                  </a:moveTo>
                  <a:lnTo>
                    <a:pt x="16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8" y="48"/>
                  </a:lnTo>
                  <a:lnTo>
                    <a:pt x="72" y="64"/>
                  </a:lnTo>
                  <a:lnTo>
                    <a:pt x="104" y="80"/>
                  </a:lnTo>
                  <a:lnTo>
                    <a:pt x="104" y="88"/>
                  </a:lnTo>
                  <a:lnTo>
                    <a:pt x="88" y="96"/>
                  </a:lnTo>
                  <a:lnTo>
                    <a:pt x="104" y="96"/>
                  </a:lnTo>
                  <a:lnTo>
                    <a:pt x="120" y="104"/>
                  </a:lnTo>
                  <a:lnTo>
                    <a:pt x="136" y="112"/>
                  </a:lnTo>
                  <a:lnTo>
                    <a:pt x="144" y="112"/>
                  </a:lnTo>
                  <a:lnTo>
                    <a:pt x="160" y="96"/>
                  </a:lnTo>
                  <a:lnTo>
                    <a:pt x="176" y="88"/>
                  </a:lnTo>
                  <a:lnTo>
                    <a:pt x="192" y="96"/>
                  </a:lnTo>
                  <a:lnTo>
                    <a:pt x="216" y="120"/>
                  </a:lnTo>
                  <a:lnTo>
                    <a:pt x="232" y="128"/>
                  </a:lnTo>
                  <a:lnTo>
                    <a:pt x="232" y="104"/>
                  </a:lnTo>
                  <a:lnTo>
                    <a:pt x="208" y="96"/>
                  </a:lnTo>
                  <a:lnTo>
                    <a:pt x="208" y="80"/>
                  </a:lnTo>
                  <a:lnTo>
                    <a:pt x="216" y="72"/>
                  </a:lnTo>
                  <a:lnTo>
                    <a:pt x="192" y="64"/>
                  </a:lnTo>
                  <a:lnTo>
                    <a:pt x="184" y="48"/>
                  </a:lnTo>
                  <a:lnTo>
                    <a:pt x="160" y="32"/>
                  </a:lnTo>
                  <a:lnTo>
                    <a:pt x="96" y="16"/>
                  </a:lnTo>
                  <a:lnTo>
                    <a:pt x="72" y="32"/>
                  </a:lnTo>
                  <a:lnTo>
                    <a:pt x="56" y="32"/>
                  </a:lnTo>
                  <a:lnTo>
                    <a:pt x="40" y="16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588"/>
            <p:cNvSpPr/>
            <p:nvPr/>
          </p:nvSpPr>
          <p:spPr bwMode="auto">
            <a:xfrm>
              <a:off x="6501497" y="3261402"/>
              <a:ext cx="96502" cy="128304"/>
            </a:xfrm>
            <a:custGeom>
              <a:avLst/>
              <a:gdLst>
                <a:gd name="T0" fmla="*/ 2147483647 w 72"/>
                <a:gd name="T1" fmla="*/ 2147483647 h 96"/>
                <a:gd name="T2" fmla="*/ 0 w 72"/>
                <a:gd name="T3" fmla="*/ 2147483647 h 96"/>
                <a:gd name="T4" fmla="*/ 2147483647 w 72"/>
                <a:gd name="T5" fmla="*/ 2147483647 h 96"/>
                <a:gd name="T6" fmla="*/ 2147483647 w 72"/>
                <a:gd name="T7" fmla="*/ 2147483647 h 96"/>
                <a:gd name="T8" fmla="*/ 2147483647 w 72"/>
                <a:gd name="T9" fmla="*/ 2147483647 h 96"/>
                <a:gd name="T10" fmla="*/ 2147483647 w 72"/>
                <a:gd name="T11" fmla="*/ 2147483647 h 96"/>
                <a:gd name="T12" fmla="*/ 2147483647 w 72"/>
                <a:gd name="T13" fmla="*/ 2147483647 h 96"/>
                <a:gd name="T14" fmla="*/ 2147483647 w 72"/>
                <a:gd name="T15" fmla="*/ 2147483647 h 96"/>
                <a:gd name="T16" fmla="*/ 2147483647 w 72"/>
                <a:gd name="T17" fmla="*/ 2147483647 h 96"/>
                <a:gd name="T18" fmla="*/ 2147483647 w 72"/>
                <a:gd name="T19" fmla="*/ 2147483647 h 96"/>
                <a:gd name="T20" fmla="*/ 2147483647 w 72"/>
                <a:gd name="T21" fmla="*/ 2147483647 h 96"/>
                <a:gd name="T22" fmla="*/ 2147483647 w 72"/>
                <a:gd name="T23" fmla="*/ 2147483647 h 96"/>
                <a:gd name="T24" fmla="*/ 2147483647 w 72"/>
                <a:gd name="T25" fmla="*/ 2147483647 h 96"/>
                <a:gd name="T26" fmla="*/ 2147483647 w 72"/>
                <a:gd name="T27" fmla="*/ 0 h 96"/>
                <a:gd name="T28" fmla="*/ 2147483647 w 72"/>
                <a:gd name="T29" fmla="*/ 2147483647 h 9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2"/>
                <a:gd name="T46" fmla="*/ 0 h 96"/>
                <a:gd name="T47" fmla="*/ 72 w 72"/>
                <a:gd name="T48" fmla="*/ 96 h 9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2" h="96">
                  <a:moveTo>
                    <a:pt x="8" y="8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72"/>
                  </a:lnTo>
                  <a:lnTo>
                    <a:pt x="56" y="88"/>
                  </a:lnTo>
                  <a:lnTo>
                    <a:pt x="72" y="96"/>
                  </a:lnTo>
                  <a:lnTo>
                    <a:pt x="72" y="80"/>
                  </a:lnTo>
                  <a:lnTo>
                    <a:pt x="56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589"/>
            <p:cNvSpPr/>
            <p:nvPr/>
          </p:nvSpPr>
          <p:spPr bwMode="auto">
            <a:xfrm>
              <a:off x="6544265" y="3411638"/>
              <a:ext cx="75666" cy="63604"/>
            </a:xfrm>
            <a:custGeom>
              <a:avLst/>
              <a:gdLst>
                <a:gd name="T0" fmla="*/ 0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2147483647 w 56"/>
                <a:gd name="T17" fmla="*/ 2147483647 h 48"/>
                <a:gd name="T18" fmla="*/ 0 w 56"/>
                <a:gd name="T19" fmla="*/ 2147483647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6"/>
                <a:gd name="T31" fmla="*/ 0 h 48"/>
                <a:gd name="T32" fmla="*/ 56 w 56"/>
                <a:gd name="T33" fmla="*/ 48 h 4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6" h="48">
                  <a:moveTo>
                    <a:pt x="0" y="40"/>
                  </a:moveTo>
                  <a:lnTo>
                    <a:pt x="8" y="16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56" y="16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590"/>
            <p:cNvSpPr/>
            <p:nvPr/>
          </p:nvSpPr>
          <p:spPr bwMode="auto">
            <a:xfrm>
              <a:off x="6505883" y="3261402"/>
              <a:ext cx="96502" cy="128304"/>
            </a:xfrm>
            <a:custGeom>
              <a:avLst/>
              <a:gdLst>
                <a:gd name="T0" fmla="*/ 2147483647 w 72"/>
                <a:gd name="T1" fmla="*/ 2147483647 h 96"/>
                <a:gd name="T2" fmla="*/ 0 w 72"/>
                <a:gd name="T3" fmla="*/ 2147483647 h 96"/>
                <a:gd name="T4" fmla="*/ 2147483647 w 72"/>
                <a:gd name="T5" fmla="*/ 2147483647 h 96"/>
                <a:gd name="T6" fmla="*/ 2147483647 w 72"/>
                <a:gd name="T7" fmla="*/ 2147483647 h 96"/>
                <a:gd name="T8" fmla="*/ 2147483647 w 72"/>
                <a:gd name="T9" fmla="*/ 2147483647 h 96"/>
                <a:gd name="T10" fmla="*/ 2147483647 w 72"/>
                <a:gd name="T11" fmla="*/ 2147483647 h 96"/>
                <a:gd name="T12" fmla="*/ 2147483647 w 72"/>
                <a:gd name="T13" fmla="*/ 2147483647 h 96"/>
                <a:gd name="T14" fmla="*/ 2147483647 w 72"/>
                <a:gd name="T15" fmla="*/ 2147483647 h 96"/>
                <a:gd name="T16" fmla="*/ 2147483647 w 72"/>
                <a:gd name="T17" fmla="*/ 2147483647 h 96"/>
                <a:gd name="T18" fmla="*/ 2147483647 w 72"/>
                <a:gd name="T19" fmla="*/ 2147483647 h 96"/>
                <a:gd name="T20" fmla="*/ 2147483647 w 72"/>
                <a:gd name="T21" fmla="*/ 2147483647 h 96"/>
                <a:gd name="T22" fmla="*/ 2147483647 w 72"/>
                <a:gd name="T23" fmla="*/ 2147483647 h 96"/>
                <a:gd name="T24" fmla="*/ 2147483647 w 72"/>
                <a:gd name="T25" fmla="*/ 2147483647 h 96"/>
                <a:gd name="T26" fmla="*/ 2147483647 w 72"/>
                <a:gd name="T27" fmla="*/ 0 h 96"/>
                <a:gd name="T28" fmla="*/ 2147483647 w 72"/>
                <a:gd name="T29" fmla="*/ 2147483647 h 9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2"/>
                <a:gd name="T46" fmla="*/ 0 h 96"/>
                <a:gd name="T47" fmla="*/ 72 w 72"/>
                <a:gd name="T48" fmla="*/ 96 h 9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2" h="96">
                  <a:moveTo>
                    <a:pt x="8" y="8"/>
                  </a:moveTo>
                  <a:lnTo>
                    <a:pt x="0" y="24"/>
                  </a:lnTo>
                  <a:lnTo>
                    <a:pt x="8" y="48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72"/>
                  </a:lnTo>
                  <a:lnTo>
                    <a:pt x="56" y="88"/>
                  </a:lnTo>
                  <a:lnTo>
                    <a:pt x="72" y="96"/>
                  </a:lnTo>
                  <a:lnTo>
                    <a:pt x="72" y="80"/>
                  </a:lnTo>
                  <a:lnTo>
                    <a:pt x="56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591"/>
            <p:cNvSpPr/>
            <p:nvPr/>
          </p:nvSpPr>
          <p:spPr bwMode="auto">
            <a:xfrm>
              <a:off x="6544265" y="3411638"/>
              <a:ext cx="75666" cy="63604"/>
            </a:xfrm>
            <a:custGeom>
              <a:avLst/>
              <a:gdLst>
                <a:gd name="T0" fmla="*/ 0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2147483647 w 56"/>
                <a:gd name="T17" fmla="*/ 2147483647 h 48"/>
                <a:gd name="T18" fmla="*/ 0 w 56"/>
                <a:gd name="T19" fmla="*/ 2147483647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6"/>
                <a:gd name="T31" fmla="*/ 0 h 48"/>
                <a:gd name="T32" fmla="*/ 56 w 56"/>
                <a:gd name="T33" fmla="*/ 48 h 4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6" h="48">
                  <a:moveTo>
                    <a:pt x="0" y="40"/>
                  </a:moveTo>
                  <a:lnTo>
                    <a:pt x="8" y="16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56" y="16"/>
                  </a:lnTo>
                  <a:lnTo>
                    <a:pt x="56" y="48"/>
                  </a:lnTo>
                  <a:lnTo>
                    <a:pt x="40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92"/>
            <p:cNvSpPr/>
            <p:nvPr/>
          </p:nvSpPr>
          <p:spPr bwMode="auto">
            <a:xfrm>
              <a:off x="6490530" y="3550909"/>
              <a:ext cx="97599" cy="118435"/>
            </a:xfrm>
            <a:custGeom>
              <a:avLst/>
              <a:gdLst>
                <a:gd name="T0" fmla="*/ 2147483647 w 72"/>
                <a:gd name="T1" fmla="*/ 2147483647 h 88"/>
                <a:gd name="T2" fmla="*/ 2147483647 w 72"/>
                <a:gd name="T3" fmla="*/ 2147483647 h 88"/>
                <a:gd name="T4" fmla="*/ 0 w 72"/>
                <a:gd name="T5" fmla="*/ 2147483647 h 88"/>
                <a:gd name="T6" fmla="*/ 0 w 72"/>
                <a:gd name="T7" fmla="*/ 2147483647 h 88"/>
                <a:gd name="T8" fmla="*/ 2147483647 w 72"/>
                <a:gd name="T9" fmla="*/ 2147483647 h 88"/>
                <a:gd name="T10" fmla="*/ 2147483647 w 72"/>
                <a:gd name="T11" fmla="*/ 2147483647 h 88"/>
                <a:gd name="T12" fmla="*/ 2147483647 w 72"/>
                <a:gd name="T13" fmla="*/ 2147483647 h 88"/>
                <a:gd name="T14" fmla="*/ 2147483647 w 72"/>
                <a:gd name="T15" fmla="*/ 0 h 88"/>
                <a:gd name="T16" fmla="*/ 2147483647 w 72"/>
                <a:gd name="T17" fmla="*/ 2147483647 h 88"/>
                <a:gd name="T18" fmla="*/ 2147483647 w 72"/>
                <a:gd name="T19" fmla="*/ 2147483647 h 88"/>
                <a:gd name="T20" fmla="*/ 2147483647 w 72"/>
                <a:gd name="T21" fmla="*/ 2147483647 h 88"/>
                <a:gd name="T22" fmla="*/ 2147483647 w 72"/>
                <a:gd name="T23" fmla="*/ 2147483647 h 88"/>
                <a:gd name="T24" fmla="*/ 2147483647 w 72"/>
                <a:gd name="T25" fmla="*/ 2147483647 h 88"/>
                <a:gd name="T26" fmla="*/ 2147483647 w 72"/>
                <a:gd name="T27" fmla="*/ 2147483647 h 88"/>
                <a:gd name="T28" fmla="*/ 2147483647 w 72"/>
                <a:gd name="T29" fmla="*/ 2147483647 h 88"/>
                <a:gd name="T30" fmla="*/ 2147483647 w 72"/>
                <a:gd name="T31" fmla="*/ 2147483647 h 88"/>
                <a:gd name="T32" fmla="*/ 2147483647 w 72"/>
                <a:gd name="T33" fmla="*/ 2147483647 h 88"/>
                <a:gd name="T34" fmla="*/ 2147483647 w 72"/>
                <a:gd name="T35" fmla="*/ 2147483647 h 88"/>
                <a:gd name="T36" fmla="*/ 2147483647 w 72"/>
                <a:gd name="T37" fmla="*/ 2147483647 h 88"/>
                <a:gd name="T38" fmla="*/ 2147483647 w 72"/>
                <a:gd name="T39" fmla="*/ 2147483647 h 88"/>
                <a:gd name="T40" fmla="*/ 2147483647 w 72"/>
                <a:gd name="T41" fmla="*/ 2147483647 h 88"/>
                <a:gd name="T42" fmla="*/ 2147483647 w 72"/>
                <a:gd name="T43" fmla="*/ 2147483647 h 88"/>
                <a:gd name="T44" fmla="*/ 2147483647 w 72"/>
                <a:gd name="T45" fmla="*/ 2147483647 h 88"/>
                <a:gd name="T46" fmla="*/ 2147483647 w 72"/>
                <a:gd name="T47" fmla="*/ 2147483647 h 8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72"/>
                <a:gd name="T73" fmla="*/ 0 h 88"/>
                <a:gd name="T74" fmla="*/ 72 w 72"/>
                <a:gd name="T75" fmla="*/ 88 h 8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72" h="88">
                  <a:moveTo>
                    <a:pt x="8" y="88"/>
                  </a:moveTo>
                  <a:lnTo>
                    <a:pt x="8" y="72"/>
                  </a:lnTo>
                  <a:lnTo>
                    <a:pt x="0" y="56"/>
                  </a:lnTo>
                  <a:lnTo>
                    <a:pt x="0" y="48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40" y="8"/>
                  </a:lnTo>
                  <a:lnTo>
                    <a:pt x="72" y="0"/>
                  </a:lnTo>
                  <a:lnTo>
                    <a:pt x="72" y="8"/>
                  </a:lnTo>
                  <a:lnTo>
                    <a:pt x="56" y="8"/>
                  </a:lnTo>
                  <a:lnTo>
                    <a:pt x="32" y="16"/>
                  </a:lnTo>
                  <a:lnTo>
                    <a:pt x="24" y="32"/>
                  </a:lnTo>
                  <a:lnTo>
                    <a:pt x="56" y="32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0" y="56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48" y="88"/>
                  </a:lnTo>
                  <a:lnTo>
                    <a:pt x="32" y="72"/>
                  </a:lnTo>
                  <a:lnTo>
                    <a:pt x="24" y="56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8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593"/>
            <p:cNvSpPr/>
            <p:nvPr/>
          </p:nvSpPr>
          <p:spPr bwMode="auto">
            <a:xfrm>
              <a:off x="6265724" y="3690179"/>
              <a:ext cx="182038" cy="42768"/>
            </a:xfrm>
            <a:custGeom>
              <a:avLst/>
              <a:gdLst>
                <a:gd name="T0" fmla="*/ 0 w 136"/>
                <a:gd name="T1" fmla="*/ 0 h 32"/>
                <a:gd name="T2" fmla="*/ 2147483647 w 136"/>
                <a:gd name="T3" fmla="*/ 0 h 32"/>
                <a:gd name="T4" fmla="*/ 2147483647 w 136"/>
                <a:gd name="T5" fmla="*/ 0 h 32"/>
                <a:gd name="T6" fmla="*/ 2147483647 w 136"/>
                <a:gd name="T7" fmla="*/ 0 h 32"/>
                <a:gd name="T8" fmla="*/ 2147483647 w 136"/>
                <a:gd name="T9" fmla="*/ 2147483647 h 32"/>
                <a:gd name="T10" fmla="*/ 2147483647 w 136"/>
                <a:gd name="T11" fmla="*/ 2147483647 h 32"/>
                <a:gd name="T12" fmla="*/ 2147483647 w 136"/>
                <a:gd name="T13" fmla="*/ 2147483647 h 32"/>
                <a:gd name="T14" fmla="*/ 2147483647 w 136"/>
                <a:gd name="T15" fmla="*/ 2147483647 h 32"/>
                <a:gd name="T16" fmla="*/ 2147483647 w 136"/>
                <a:gd name="T17" fmla="*/ 2147483647 h 32"/>
                <a:gd name="T18" fmla="*/ 2147483647 w 136"/>
                <a:gd name="T19" fmla="*/ 2147483647 h 32"/>
                <a:gd name="T20" fmla="*/ 0 w 136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32"/>
                <a:gd name="T35" fmla="*/ 136 w 136"/>
                <a:gd name="T36" fmla="*/ 32 h 3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32">
                  <a:moveTo>
                    <a:pt x="0" y="0"/>
                  </a:moveTo>
                  <a:lnTo>
                    <a:pt x="40" y="0"/>
                  </a:lnTo>
                  <a:lnTo>
                    <a:pt x="64" y="0"/>
                  </a:lnTo>
                  <a:lnTo>
                    <a:pt x="80" y="0"/>
                  </a:lnTo>
                  <a:lnTo>
                    <a:pt x="96" y="8"/>
                  </a:lnTo>
                  <a:lnTo>
                    <a:pt x="128" y="16"/>
                  </a:lnTo>
                  <a:lnTo>
                    <a:pt x="136" y="32"/>
                  </a:lnTo>
                  <a:lnTo>
                    <a:pt x="104" y="24"/>
                  </a:lnTo>
                  <a:lnTo>
                    <a:pt x="80" y="24"/>
                  </a:lnTo>
                  <a:lnTo>
                    <a:pt x="32" y="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3" name="Freeform 594"/>
            <p:cNvSpPr/>
            <p:nvPr/>
          </p:nvSpPr>
          <p:spPr bwMode="auto">
            <a:xfrm>
              <a:off x="3462773" y="2551891"/>
              <a:ext cx="107468" cy="129401"/>
            </a:xfrm>
            <a:custGeom>
              <a:avLst/>
              <a:gdLst>
                <a:gd name="T0" fmla="*/ 0 w 80"/>
                <a:gd name="T1" fmla="*/ 2147483647 h 96"/>
                <a:gd name="T2" fmla="*/ 0 w 80"/>
                <a:gd name="T3" fmla="*/ 2147483647 h 96"/>
                <a:gd name="T4" fmla="*/ 0 w 80"/>
                <a:gd name="T5" fmla="*/ 2147483647 h 96"/>
                <a:gd name="T6" fmla="*/ 2147483647 w 80"/>
                <a:gd name="T7" fmla="*/ 2147483647 h 96"/>
                <a:gd name="T8" fmla="*/ 2147483647 w 80"/>
                <a:gd name="T9" fmla="*/ 0 h 96"/>
                <a:gd name="T10" fmla="*/ 2147483647 w 80"/>
                <a:gd name="T11" fmla="*/ 2147483647 h 96"/>
                <a:gd name="T12" fmla="*/ 2147483647 w 80"/>
                <a:gd name="T13" fmla="*/ 2147483647 h 96"/>
                <a:gd name="T14" fmla="*/ 2147483647 w 80"/>
                <a:gd name="T15" fmla="*/ 2147483647 h 96"/>
                <a:gd name="T16" fmla="*/ 2147483647 w 80"/>
                <a:gd name="T17" fmla="*/ 2147483647 h 96"/>
                <a:gd name="T18" fmla="*/ 2147483647 w 80"/>
                <a:gd name="T19" fmla="*/ 2147483647 h 96"/>
                <a:gd name="T20" fmla="*/ 2147483647 w 80"/>
                <a:gd name="T21" fmla="*/ 2147483647 h 96"/>
                <a:gd name="T22" fmla="*/ 2147483647 w 80"/>
                <a:gd name="T23" fmla="*/ 2147483647 h 96"/>
                <a:gd name="T24" fmla="*/ 2147483647 w 80"/>
                <a:gd name="T25" fmla="*/ 2147483647 h 96"/>
                <a:gd name="T26" fmla="*/ 2147483647 w 80"/>
                <a:gd name="T27" fmla="*/ 2147483647 h 96"/>
                <a:gd name="T28" fmla="*/ 2147483647 w 80"/>
                <a:gd name="T29" fmla="*/ 2147483647 h 96"/>
                <a:gd name="T30" fmla="*/ 2147483647 w 80"/>
                <a:gd name="T31" fmla="*/ 2147483647 h 96"/>
                <a:gd name="T32" fmla="*/ 0 w 80"/>
                <a:gd name="T33" fmla="*/ 2147483647 h 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96"/>
                <a:gd name="T53" fmla="*/ 80 w 80"/>
                <a:gd name="T54" fmla="*/ 96 h 9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96">
                  <a:moveTo>
                    <a:pt x="0" y="80"/>
                  </a:moveTo>
                  <a:lnTo>
                    <a:pt x="0" y="64"/>
                  </a:lnTo>
                  <a:lnTo>
                    <a:pt x="0" y="48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80" y="88"/>
                  </a:lnTo>
                  <a:lnTo>
                    <a:pt x="64" y="96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0"/>
                  </a:lnTo>
                  <a:lnTo>
                    <a:pt x="8" y="72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Freeform 595"/>
            <p:cNvSpPr/>
            <p:nvPr/>
          </p:nvSpPr>
          <p:spPr bwMode="auto">
            <a:xfrm>
              <a:off x="3012063" y="3174769"/>
              <a:ext cx="193004" cy="53735"/>
            </a:xfrm>
            <a:custGeom>
              <a:avLst/>
              <a:gdLst>
                <a:gd name="T0" fmla="*/ 2147483647 w 144"/>
                <a:gd name="T1" fmla="*/ 2147483647 h 40"/>
                <a:gd name="T2" fmla="*/ 2147483647 w 144"/>
                <a:gd name="T3" fmla="*/ 0 h 40"/>
                <a:gd name="T4" fmla="*/ 2147483647 w 144"/>
                <a:gd name="T5" fmla="*/ 0 h 40"/>
                <a:gd name="T6" fmla="*/ 2147483647 w 144"/>
                <a:gd name="T7" fmla="*/ 2147483647 h 40"/>
                <a:gd name="T8" fmla="*/ 2147483647 w 144"/>
                <a:gd name="T9" fmla="*/ 2147483647 h 40"/>
                <a:gd name="T10" fmla="*/ 2147483647 w 144"/>
                <a:gd name="T11" fmla="*/ 2147483647 h 40"/>
                <a:gd name="T12" fmla="*/ 2147483647 w 144"/>
                <a:gd name="T13" fmla="*/ 2147483647 h 40"/>
                <a:gd name="T14" fmla="*/ 2147483647 w 144"/>
                <a:gd name="T15" fmla="*/ 2147483647 h 40"/>
                <a:gd name="T16" fmla="*/ 2147483647 w 144"/>
                <a:gd name="T17" fmla="*/ 2147483647 h 40"/>
                <a:gd name="T18" fmla="*/ 2147483647 w 144"/>
                <a:gd name="T19" fmla="*/ 2147483647 h 40"/>
                <a:gd name="T20" fmla="*/ 2147483647 w 144"/>
                <a:gd name="T21" fmla="*/ 2147483647 h 40"/>
                <a:gd name="T22" fmla="*/ 2147483647 w 144"/>
                <a:gd name="T23" fmla="*/ 2147483647 h 40"/>
                <a:gd name="T24" fmla="*/ 2147483647 w 144"/>
                <a:gd name="T25" fmla="*/ 2147483647 h 40"/>
                <a:gd name="T26" fmla="*/ 2147483647 w 144"/>
                <a:gd name="T27" fmla="*/ 2147483647 h 40"/>
                <a:gd name="T28" fmla="*/ 0 w 144"/>
                <a:gd name="T29" fmla="*/ 2147483647 h 40"/>
                <a:gd name="T30" fmla="*/ 2147483647 w 144"/>
                <a:gd name="T31" fmla="*/ 2147483647 h 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4"/>
                <a:gd name="T49" fmla="*/ 0 h 40"/>
                <a:gd name="T50" fmla="*/ 144 w 144"/>
                <a:gd name="T51" fmla="*/ 40 h 4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4" h="40">
                  <a:moveTo>
                    <a:pt x="8" y="8"/>
                  </a:moveTo>
                  <a:lnTo>
                    <a:pt x="32" y="0"/>
                  </a:lnTo>
                  <a:lnTo>
                    <a:pt x="80" y="0"/>
                  </a:lnTo>
                  <a:lnTo>
                    <a:pt x="104" y="16"/>
                  </a:lnTo>
                  <a:lnTo>
                    <a:pt x="112" y="24"/>
                  </a:lnTo>
                  <a:lnTo>
                    <a:pt x="136" y="32"/>
                  </a:lnTo>
                  <a:lnTo>
                    <a:pt x="144" y="40"/>
                  </a:lnTo>
                  <a:lnTo>
                    <a:pt x="136" y="40"/>
                  </a:lnTo>
                  <a:lnTo>
                    <a:pt x="104" y="40"/>
                  </a:lnTo>
                  <a:lnTo>
                    <a:pt x="96" y="32"/>
                  </a:lnTo>
                  <a:lnTo>
                    <a:pt x="88" y="24"/>
                  </a:lnTo>
                  <a:lnTo>
                    <a:pt x="64" y="16"/>
                  </a:lnTo>
                  <a:lnTo>
                    <a:pt x="40" y="16"/>
                  </a:lnTo>
                  <a:lnTo>
                    <a:pt x="24" y="16"/>
                  </a:lnTo>
                  <a:lnTo>
                    <a:pt x="0" y="16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Freeform 596"/>
            <p:cNvSpPr/>
            <p:nvPr/>
          </p:nvSpPr>
          <p:spPr bwMode="auto">
            <a:xfrm>
              <a:off x="3205068" y="3239470"/>
              <a:ext cx="117338" cy="31802"/>
            </a:xfrm>
            <a:custGeom>
              <a:avLst/>
              <a:gdLst>
                <a:gd name="T0" fmla="*/ 2147483647 w 88"/>
                <a:gd name="T1" fmla="*/ 0 h 24"/>
                <a:gd name="T2" fmla="*/ 2147483647 w 88"/>
                <a:gd name="T3" fmla="*/ 2147483647 h 24"/>
                <a:gd name="T4" fmla="*/ 0 w 88"/>
                <a:gd name="T5" fmla="*/ 2147483647 h 24"/>
                <a:gd name="T6" fmla="*/ 2147483647 w 88"/>
                <a:gd name="T7" fmla="*/ 2147483647 h 24"/>
                <a:gd name="T8" fmla="*/ 2147483647 w 88"/>
                <a:gd name="T9" fmla="*/ 2147483647 h 24"/>
                <a:gd name="T10" fmla="*/ 2147483647 w 88"/>
                <a:gd name="T11" fmla="*/ 2147483647 h 24"/>
                <a:gd name="T12" fmla="*/ 2147483647 w 88"/>
                <a:gd name="T13" fmla="*/ 2147483647 h 24"/>
                <a:gd name="T14" fmla="*/ 2147483647 w 88"/>
                <a:gd name="T15" fmla="*/ 2147483647 h 24"/>
                <a:gd name="T16" fmla="*/ 2147483647 w 88"/>
                <a:gd name="T17" fmla="*/ 2147483647 h 24"/>
                <a:gd name="T18" fmla="*/ 2147483647 w 88"/>
                <a:gd name="T19" fmla="*/ 0 h 24"/>
                <a:gd name="T20" fmla="*/ 2147483647 w 88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8"/>
                <a:gd name="T34" fmla="*/ 0 h 24"/>
                <a:gd name="T35" fmla="*/ 88 w 8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8" h="24">
                  <a:moveTo>
                    <a:pt x="16" y="0"/>
                  </a:moveTo>
                  <a:lnTo>
                    <a:pt x="16" y="8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88" y="16"/>
                  </a:lnTo>
                  <a:lnTo>
                    <a:pt x="72" y="8"/>
                  </a:lnTo>
                  <a:lnTo>
                    <a:pt x="48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597"/>
            <p:cNvSpPr/>
            <p:nvPr/>
          </p:nvSpPr>
          <p:spPr bwMode="auto">
            <a:xfrm>
              <a:off x="3462773" y="2551891"/>
              <a:ext cx="107468" cy="129401"/>
            </a:xfrm>
            <a:custGeom>
              <a:avLst/>
              <a:gdLst>
                <a:gd name="T0" fmla="*/ 0 w 80"/>
                <a:gd name="T1" fmla="*/ 2147483647 h 96"/>
                <a:gd name="T2" fmla="*/ 0 w 80"/>
                <a:gd name="T3" fmla="*/ 2147483647 h 96"/>
                <a:gd name="T4" fmla="*/ 0 w 80"/>
                <a:gd name="T5" fmla="*/ 2147483647 h 96"/>
                <a:gd name="T6" fmla="*/ 2147483647 w 80"/>
                <a:gd name="T7" fmla="*/ 2147483647 h 96"/>
                <a:gd name="T8" fmla="*/ 2147483647 w 80"/>
                <a:gd name="T9" fmla="*/ 0 h 96"/>
                <a:gd name="T10" fmla="*/ 2147483647 w 80"/>
                <a:gd name="T11" fmla="*/ 2147483647 h 96"/>
                <a:gd name="T12" fmla="*/ 2147483647 w 80"/>
                <a:gd name="T13" fmla="*/ 2147483647 h 96"/>
                <a:gd name="T14" fmla="*/ 2147483647 w 80"/>
                <a:gd name="T15" fmla="*/ 2147483647 h 96"/>
                <a:gd name="T16" fmla="*/ 2147483647 w 80"/>
                <a:gd name="T17" fmla="*/ 2147483647 h 96"/>
                <a:gd name="T18" fmla="*/ 2147483647 w 80"/>
                <a:gd name="T19" fmla="*/ 2147483647 h 96"/>
                <a:gd name="T20" fmla="*/ 2147483647 w 80"/>
                <a:gd name="T21" fmla="*/ 2147483647 h 96"/>
                <a:gd name="T22" fmla="*/ 2147483647 w 80"/>
                <a:gd name="T23" fmla="*/ 2147483647 h 96"/>
                <a:gd name="T24" fmla="*/ 2147483647 w 80"/>
                <a:gd name="T25" fmla="*/ 2147483647 h 96"/>
                <a:gd name="T26" fmla="*/ 2147483647 w 80"/>
                <a:gd name="T27" fmla="*/ 2147483647 h 96"/>
                <a:gd name="T28" fmla="*/ 2147483647 w 80"/>
                <a:gd name="T29" fmla="*/ 2147483647 h 96"/>
                <a:gd name="T30" fmla="*/ 2147483647 w 80"/>
                <a:gd name="T31" fmla="*/ 2147483647 h 96"/>
                <a:gd name="T32" fmla="*/ 0 w 80"/>
                <a:gd name="T33" fmla="*/ 2147483647 h 9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96"/>
                <a:gd name="T53" fmla="*/ 80 w 80"/>
                <a:gd name="T54" fmla="*/ 96 h 9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96">
                  <a:moveTo>
                    <a:pt x="0" y="80"/>
                  </a:moveTo>
                  <a:lnTo>
                    <a:pt x="0" y="64"/>
                  </a:lnTo>
                  <a:lnTo>
                    <a:pt x="0" y="48"/>
                  </a:lnTo>
                  <a:lnTo>
                    <a:pt x="24" y="16"/>
                  </a:lnTo>
                  <a:lnTo>
                    <a:pt x="40" y="0"/>
                  </a:lnTo>
                  <a:lnTo>
                    <a:pt x="40" y="16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72" y="56"/>
                  </a:lnTo>
                  <a:lnTo>
                    <a:pt x="80" y="72"/>
                  </a:lnTo>
                  <a:lnTo>
                    <a:pt x="80" y="88"/>
                  </a:lnTo>
                  <a:lnTo>
                    <a:pt x="64" y="96"/>
                  </a:lnTo>
                  <a:lnTo>
                    <a:pt x="56" y="80"/>
                  </a:lnTo>
                  <a:lnTo>
                    <a:pt x="40" y="88"/>
                  </a:lnTo>
                  <a:lnTo>
                    <a:pt x="32" y="80"/>
                  </a:lnTo>
                  <a:lnTo>
                    <a:pt x="8" y="72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598"/>
            <p:cNvSpPr/>
            <p:nvPr/>
          </p:nvSpPr>
          <p:spPr bwMode="auto">
            <a:xfrm>
              <a:off x="3205068" y="3239470"/>
              <a:ext cx="117338" cy="31802"/>
            </a:xfrm>
            <a:custGeom>
              <a:avLst/>
              <a:gdLst>
                <a:gd name="T0" fmla="*/ 2147483647 w 88"/>
                <a:gd name="T1" fmla="*/ 0 h 24"/>
                <a:gd name="T2" fmla="*/ 2147483647 w 88"/>
                <a:gd name="T3" fmla="*/ 2147483647 h 24"/>
                <a:gd name="T4" fmla="*/ 0 w 88"/>
                <a:gd name="T5" fmla="*/ 2147483647 h 24"/>
                <a:gd name="T6" fmla="*/ 2147483647 w 88"/>
                <a:gd name="T7" fmla="*/ 2147483647 h 24"/>
                <a:gd name="T8" fmla="*/ 2147483647 w 88"/>
                <a:gd name="T9" fmla="*/ 2147483647 h 24"/>
                <a:gd name="T10" fmla="*/ 2147483647 w 88"/>
                <a:gd name="T11" fmla="*/ 2147483647 h 24"/>
                <a:gd name="T12" fmla="*/ 2147483647 w 88"/>
                <a:gd name="T13" fmla="*/ 2147483647 h 24"/>
                <a:gd name="T14" fmla="*/ 2147483647 w 88"/>
                <a:gd name="T15" fmla="*/ 2147483647 h 24"/>
                <a:gd name="T16" fmla="*/ 2147483647 w 88"/>
                <a:gd name="T17" fmla="*/ 2147483647 h 24"/>
                <a:gd name="T18" fmla="*/ 2147483647 w 88"/>
                <a:gd name="T19" fmla="*/ 0 h 24"/>
                <a:gd name="T20" fmla="*/ 2147483647 w 88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8"/>
                <a:gd name="T34" fmla="*/ 0 h 24"/>
                <a:gd name="T35" fmla="*/ 88 w 88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8" h="24">
                  <a:moveTo>
                    <a:pt x="16" y="0"/>
                  </a:moveTo>
                  <a:lnTo>
                    <a:pt x="16" y="8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88" y="16"/>
                  </a:lnTo>
                  <a:lnTo>
                    <a:pt x="72" y="8"/>
                  </a:lnTo>
                  <a:lnTo>
                    <a:pt x="48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599"/>
            <p:cNvSpPr/>
            <p:nvPr/>
          </p:nvSpPr>
          <p:spPr bwMode="auto">
            <a:xfrm>
              <a:off x="4665761" y="2874296"/>
              <a:ext cx="53735" cy="32898"/>
            </a:xfrm>
            <a:custGeom>
              <a:avLst/>
              <a:gdLst>
                <a:gd name="T0" fmla="*/ 0 w 40"/>
                <a:gd name="T1" fmla="*/ 2147483647 h 24"/>
                <a:gd name="T2" fmla="*/ 2147483647 w 40"/>
                <a:gd name="T3" fmla="*/ 0 h 24"/>
                <a:gd name="T4" fmla="*/ 2147483647 w 40"/>
                <a:gd name="T5" fmla="*/ 0 h 24"/>
                <a:gd name="T6" fmla="*/ 2147483647 w 40"/>
                <a:gd name="T7" fmla="*/ 2147483647 h 24"/>
                <a:gd name="T8" fmla="*/ 2147483647 w 40"/>
                <a:gd name="T9" fmla="*/ 2147483647 h 24"/>
                <a:gd name="T10" fmla="*/ 2147483647 w 40"/>
                <a:gd name="T11" fmla="*/ 2147483647 h 24"/>
                <a:gd name="T12" fmla="*/ 0 w 40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24"/>
                <a:gd name="T23" fmla="*/ 40 w 40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24">
                  <a:moveTo>
                    <a:pt x="0" y="8"/>
                  </a:move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24" y="16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600"/>
            <p:cNvSpPr/>
            <p:nvPr/>
          </p:nvSpPr>
          <p:spPr bwMode="auto">
            <a:xfrm>
              <a:off x="4612027" y="2809596"/>
              <a:ext cx="21932" cy="43865"/>
            </a:xfrm>
            <a:custGeom>
              <a:avLst/>
              <a:gdLst>
                <a:gd name="T0" fmla="*/ 0 w 16"/>
                <a:gd name="T1" fmla="*/ 2147483647 h 32"/>
                <a:gd name="T2" fmla="*/ 0 w 16"/>
                <a:gd name="T3" fmla="*/ 2147483647 h 32"/>
                <a:gd name="T4" fmla="*/ 2147483647 w 16"/>
                <a:gd name="T5" fmla="*/ 0 h 32"/>
                <a:gd name="T6" fmla="*/ 2147483647 w 16"/>
                <a:gd name="T7" fmla="*/ 2147483647 h 32"/>
                <a:gd name="T8" fmla="*/ 2147483647 w 16"/>
                <a:gd name="T9" fmla="*/ 2147483647 h 32"/>
                <a:gd name="T10" fmla="*/ 0 w 16"/>
                <a:gd name="T11" fmla="*/ 2147483647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32"/>
                <a:gd name="T20" fmla="*/ 16 w 16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32">
                  <a:moveTo>
                    <a:pt x="0" y="3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601"/>
            <p:cNvSpPr/>
            <p:nvPr/>
          </p:nvSpPr>
          <p:spPr bwMode="auto">
            <a:xfrm>
              <a:off x="4665761" y="2874296"/>
              <a:ext cx="53735" cy="32898"/>
            </a:xfrm>
            <a:custGeom>
              <a:avLst/>
              <a:gdLst>
                <a:gd name="T0" fmla="*/ 0 w 40"/>
                <a:gd name="T1" fmla="*/ 2147483647 h 24"/>
                <a:gd name="T2" fmla="*/ 2147483647 w 40"/>
                <a:gd name="T3" fmla="*/ 0 h 24"/>
                <a:gd name="T4" fmla="*/ 2147483647 w 40"/>
                <a:gd name="T5" fmla="*/ 0 h 24"/>
                <a:gd name="T6" fmla="*/ 2147483647 w 40"/>
                <a:gd name="T7" fmla="*/ 2147483647 h 24"/>
                <a:gd name="T8" fmla="*/ 2147483647 w 40"/>
                <a:gd name="T9" fmla="*/ 2147483647 h 24"/>
                <a:gd name="T10" fmla="*/ 2147483647 w 40"/>
                <a:gd name="T11" fmla="*/ 2147483647 h 24"/>
                <a:gd name="T12" fmla="*/ 0 w 40"/>
                <a:gd name="T13" fmla="*/ 214748364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24"/>
                <a:gd name="T23" fmla="*/ 40 w 40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24">
                  <a:moveTo>
                    <a:pt x="0" y="8"/>
                  </a:moveTo>
                  <a:lnTo>
                    <a:pt x="24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40" y="24"/>
                  </a:lnTo>
                  <a:lnTo>
                    <a:pt x="24" y="16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602"/>
            <p:cNvSpPr/>
            <p:nvPr/>
          </p:nvSpPr>
          <p:spPr bwMode="auto">
            <a:xfrm>
              <a:off x="4612027" y="2809596"/>
              <a:ext cx="21932" cy="43865"/>
            </a:xfrm>
            <a:custGeom>
              <a:avLst/>
              <a:gdLst>
                <a:gd name="T0" fmla="*/ 0 w 16"/>
                <a:gd name="T1" fmla="*/ 2147483647 h 32"/>
                <a:gd name="T2" fmla="*/ 0 w 16"/>
                <a:gd name="T3" fmla="*/ 2147483647 h 32"/>
                <a:gd name="T4" fmla="*/ 2147483647 w 16"/>
                <a:gd name="T5" fmla="*/ 0 h 32"/>
                <a:gd name="T6" fmla="*/ 2147483647 w 16"/>
                <a:gd name="T7" fmla="*/ 2147483647 h 32"/>
                <a:gd name="T8" fmla="*/ 2147483647 w 16"/>
                <a:gd name="T9" fmla="*/ 2147483647 h 32"/>
                <a:gd name="T10" fmla="*/ 0 w 16"/>
                <a:gd name="T11" fmla="*/ 2147483647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32"/>
                <a:gd name="T20" fmla="*/ 16 w 16"/>
                <a:gd name="T21" fmla="*/ 32 h 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32">
                  <a:moveTo>
                    <a:pt x="0" y="32"/>
                  </a:moveTo>
                  <a:lnTo>
                    <a:pt x="0" y="8"/>
                  </a:lnTo>
                  <a:lnTo>
                    <a:pt x="8" y="0"/>
                  </a:lnTo>
                  <a:lnTo>
                    <a:pt x="16" y="16"/>
                  </a:lnTo>
                  <a:lnTo>
                    <a:pt x="16" y="32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603"/>
            <p:cNvSpPr/>
            <p:nvPr/>
          </p:nvSpPr>
          <p:spPr bwMode="auto">
            <a:xfrm>
              <a:off x="4602157" y="2766828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0 h 24"/>
                <a:gd name="T4" fmla="*/ 2147483647 w 24"/>
                <a:gd name="T5" fmla="*/ 2147483647 h 24"/>
                <a:gd name="T6" fmla="*/ 2147483647 w 24"/>
                <a:gd name="T7" fmla="*/ 2147483647 h 24"/>
                <a:gd name="T8" fmla="*/ 0 w 24"/>
                <a:gd name="T9" fmla="*/ 21474836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8"/>
                  </a:moveTo>
                  <a:lnTo>
                    <a:pt x="16" y="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604"/>
            <p:cNvSpPr/>
            <p:nvPr/>
          </p:nvSpPr>
          <p:spPr bwMode="auto">
            <a:xfrm>
              <a:off x="5160335" y="2896229"/>
              <a:ext cx="31802" cy="10966"/>
            </a:xfrm>
            <a:custGeom>
              <a:avLst/>
              <a:gdLst>
                <a:gd name="T0" fmla="*/ 2147483647 w 24"/>
                <a:gd name="T1" fmla="*/ 0 h 8"/>
                <a:gd name="T2" fmla="*/ 2147483647 w 24"/>
                <a:gd name="T3" fmla="*/ 0 h 8"/>
                <a:gd name="T4" fmla="*/ 0 w 24"/>
                <a:gd name="T5" fmla="*/ 2147483647 h 8"/>
                <a:gd name="T6" fmla="*/ 2147483647 w 2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8"/>
                <a:gd name="T14" fmla="*/ 24 w 24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8">
                  <a:moveTo>
                    <a:pt x="16" y="0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605"/>
            <p:cNvSpPr/>
            <p:nvPr/>
          </p:nvSpPr>
          <p:spPr bwMode="auto">
            <a:xfrm>
              <a:off x="4602157" y="2766828"/>
              <a:ext cx="31802" cy="32898"/>
            </a:xfrm>
            <a:custGeom>
              <a:avLst/>
              <a:gdLst>
                <a:gd name="T0" fmla="*/ 0 w 24"/>
                <a:gd name="T1" fmla="*/ 2147483647 h 24"/>
                <a:gd name="T2" fmla="*/ 2147483647 w 24"/>
                <a:gd name="T3" fmla="*/ 0 h 24"/>
                <a:gd name="T4" fmla="*/ 2147483647 w 24"/>
                <a:gd name="T5" fmla="*/ 2147483647 h 24"/>
                <a:gd name="T6" fmla="*/ 2147483647 w 24"/>
                <a:gd name="T7" fmla="*/ 2147483647 h 24"/>
                <a:gd name="T8" fmla="*/ 0 w 24"/>
                <a:gd name="T9" fmla="*/ 21474836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24"/>
                <a:gd name="T17" fmla="*/ 24 w 24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24">
                  <a:moveTo>
                    <a:pt x="0" y="8"/>
                  </a:moveTo>
                  <a:lnTo>
                    <a:pt x="16" y="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606"/>
            <p:cNvSpPr/>
            <p:nvPr/>
          </p:nvSpPr>
          <p:spPr bwMode="auto">
            <a:xfrm>
              <a:off x="5160335" y="2896229"/>
              <a:ext cx="31802" cy="10966"/>
            </a:xfrm>
            <a:custGeom>
              <a:avLst/>
              <a:gdLst>
                <a:gd name="T0" fmla="*/ 2147483647 w 24"/>
                <a:gd name="T1" fmla="*/ 0 h 8"/>
                <a:gd name="T2" fmla="*/ 2147483647 w 24"/>
                <a:gd name="T3" fmla="*/ 0 h 8"/>
                <a:gd name="T4" fmla="*/ 0 w 24"/>
                <a:gd name="T5" fmla="*/ 2147483647 h 8"/>
                <a:gd name="T6" fmla="*/ 2147483647 w 24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8"/>
                <a:gd name="T14" fmla="*/ 24 w 24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8">
                  <a:moveTo>
                    <a:pt x="16" y="0"/>
                  </a:moveTo>
                  <a:lnTo>
                    <a:pt x="24" y="0"/>
                  </a:lnTo>
                  <a:lnTo>
                    <a:pt x="0" y="8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Rectangle 607"/>
            <p:cNvSpPr>
              <a:spLocks noChangeArrowheads="1"/>
            </p:cNvSpPr>
            <p:nvPr/>
          </p:nvSpPr>
          <p:spPr bwMode="auto">
            <a:xfrm>
              <a:off x="5062736" y="3057432"/>
              <a:ext cx="0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67" name="Freeform 608"/>
            <p:cNvSpPr/>
            <p:nvPr/>
          </p:nvSpPr>
          <p:spPr bwMode="auto">
            <a:xfrm>
              <a:off x="4912500" y="2799726"/>
              <a:ext cx="311439" cy="117338"/>
            </a:xfrm>
            <a:custGeom>
              <a:avLst/>
              <a:gdLst>
                <a:gd name="T0" fmla="*/ 2147483647 w 232"/>
                <a:gd name="T1" fmla="*/ 2147483647 h 88"/>
                <a:gd name="T2" fmla="*/ 2147483647 w 232"/>
                <a:gd name="T3" fmla="*/ 2147483647 h 88"/>
                <a:gd name="T4" fmla="*/ 2147483647 w 232"/>
                <a:gd name="T5" fmla="*/ 2147483647 h 88"/>
                <a:gd name="T6" fmla="*/ 2147483647 w 232"/>
                <a:gd name="T7" fmla="*/ 2147483647 h 88"/>
                <a:gd name="T8" fmla="*/ 2147483647 w 232"/>
                <a:gd name="T9" fmla="*/ 2147483647 h 88"/>
                <a:gd name="T10" fmla="*/ 2147483647 w 232"/>
                <a:gd name="T11" fmla="*/ 2147483647 h 88"/>
                <a:gd name="T12" fmla="*/ 2147483647 w 232"/>
                <a:gd name="T13" fmla="*/ 2147483647 h 88"/>
                <a:gd name="T14" fmla="*/ 2147483647 w 232"/>
                <a:gd name="T15" fmla="*/ 2147483647 h 88"/>
                <a:gd name="T16" fmla="*/ 2147483647 w 232"/>
                <a:gd name="T17" fmla="*/ 2147483647 h 88"/>
                <a:gd name="T18" fmla="*/ 2147483647 w 232"/>
                <a:gd name="T19" fmla="*/ 0 h 88"/>
                <a:gd name="T20" fmla="*/ 2147483647 w 232"/>
                <a:gd name="T21" fmla="*/ 0 h 88"/>
                <a:gd name="T22" fmla="*/ 2147483647 w 232"/>
                <a:gd name="T23" fmla="*/ 0 h 88"/>
                <a:gd name="T24" fmla="*/ 2147483647 w 232"/>
                <a:gd name="T25" fmla="*/ 2147483647 h 88"/>
                <a:gd name="T26" fmla="*/ 2147483647 w 232"/>
                <a:gd name="T27" fmla="*/ 2147483647 h 88"/>
                <a:gd name="T28" fmla="*/ 2147483647 w 232"/>
                <a:gd name="T29" fmla="*/ 2147483647 h 88"/>
                <a:gd name="T30" fmla="*/ 2147483647 w 232"/>
                <a:gd name="T31" fmla="*/ 0 h 88"/>
                <a:gd name="T32" fmla="*/ 2147483647 w 232"/>
                <a:gd name="T33" fmla="*/ 0 h 88"/>
                <a:gd name="T34" fmla="*/ 2147483647 w 232"/>
                <a:gd name="T35" fmla="*/ 0 h 88"/>
                <a:gd name="T36" fmla="*/ 2147483647 w 232"/>
                <a:gd name="T37" fmla="*/ 0 h 88"/>
                <a:gd name="T38" fmla="*/ 2147483647 w 232"/>
                <a:gd name="T39" fmla="*/ 0 h 88"/>
                <a:gd name="T40" fmla="*/ 2147483647 w 232"/>
                <a:gd name="T41" fmla="*/ 2147483647 h 88"/>
                <a:gd name="T42" fmla="*/ 2147483647 w 232"/>
                <a:gd name="T43" fmla="*/ 2147483647 h 88"/>
                <a:gd name="T44" fmla="*/ 2147483647 w 232"/>
                <a:gd name="T45" fmla="*/ 2147483647 h 88"/>
                <a:gd name="T46" fmla="*/ 2147483647 w 232"/>
                <a:gd name="T47" fmla="*/ 2147483647 h 88"/>
                <a:gd name="T48" fmla="*/ 2147483647 w 232"/>
                <a:gd name="T49" fmla="*/ 2147483647 h 88"/>
                <a:gd name="T50" fmla="*/ 0 w 232"/>
                <a:gd name="T51" fmla="*/ 2147483647 h 88"/>
                <a:gd name="T52" fmla="*/ 2147483647 w 232"/>
                <a:gd name="T53" fmla="*/ 2147483647 h 88"/>
                <a:gd name="T54" fmla="*/ 2147483647 w 232"/>
                <a:gd name="T55" fmla="*/ 2147483647 h 88"/>
                <a:gd name="T56" fmla="*/ 2147483647 w 232"/>
                <a:gd name="T57" fmla="*/ 2147483647 h 88"/>
                <a:gd name="T58" fmla="*/ 2147483647 w 232"/>
                <a:gd name="T59" fmla="*/ 2147483647 h 88"/>
                <a:gd name="T60" fmla="*/ 2147483647 w 232"/>
                <a:gd name="T61" fmla="*/ 2147483647 h 88"/>
                <a:gd name="T62" fmla="*/ 2147483647 w 232"/>
                <a:gd name="T63" fmla="*/ 2147483647 h 88"/>
                <a:gd name="T64" fmla="*/ 2147483647 w 232"/>
                <a:gd name="T65" fmla="*/ 2147483647 h 88"/>
                <a:gd name="T66" fmla="*/ 2147483647 w 232"/>
                <a:gd name="T67" fmla="*/ 2147483647 h 88"/>
                <a:gd name="T68" fmla="*/ 2147483647 w 232"/>
                <a:gd name="T69" fmla="*/ 2147483647 h 8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32"/>
                <a:gd name="T106" fmla="*/ 0 h 88"/>
                <a:gd name="T107" fmla="*/ 232 w 232"/>
                <a:gd name="T108" fmla="*/ 88 h 8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32" h="88">
                  <a:moveTo>
                    <a:pt x="136" y="80"/>
                  </a:moveTo>
                  <a:lnTo>
                    <a:pt x="144" y="80"/>
                  </a:lnTo>
                  <a:lnTo>
                    <a:pt x="184" y="80"/>
                  </a:lnTo>
                  <a:lnTo>
                    <a:pt x="208" y="72"/>
                  </a:lnTo>
                  <a:lnTo>
                    <a:pt x="224" y="72"/>
                  </a:lnTo>
                  <a:lnTo>
                    <a:pt x="232" y="72"/>
                  </a:lnTo>
                  <a:lnTo>
                    <a:pt x="232" y="64"/>
                  </a:lnTo>
                  <a:lnTo>
                    <a:pt x="232" y="32"/>
                  </a:lnTo>
                  <a:lnTo>
                    <a:pt x="216" y="8"/>
                  </a:lnTo>
                  <a:lnTo>
                    <a:pt x="208" y="0"/>
                  </a:lnTo>
                  <a:lnTo>
                    <a:pt x="200" y="0"/>
                  </a:lnTo>
                  <a:lnTo>
                    <a:pt x="192" y="0"/>
                  </a:lnTo>
                  <a:lnTo>
                    <a:pt x="176" y="8"/>
                  </a:lnTo>
                  <a:lnTo>
                    <a:pt x="160" y="8"/>
                  </a:lnTo>
                  <a:lnTo>
                    <a:pt x="152" y="8"/>
                  </a:lnTo>
                  <a:lnTo>
                    <a:pt x="136" y="0"/>
                  </a:lnTo>
                  <a:lnTo>
                    <a:pt x="128" y="0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64" y="8"/>
                  </a:lnTo>
                  <a:lnTo>
                    <a:pt x="48" y="16"/>
                  </a:lnTo>
                  <a:lnTo>
                    <a:pt x="40" y="8"/>
                  </a:lnTo>
                  <a:lnTo>
                    <a:pt x="32" y="24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24" y="80"/>
                  </a:lnTo>
                  <a:lnTo>
                    <a:pt x="56" y="80"/>
                  </a:lnTo>
                  <a:lnTo>
                    <a:pt x="64" y="80"/>
                  </a:lnTo>
                  <a:lnTo>
                    <a:pt x="88" y="88"/>
                  </a:lnTo>
                  <a:lnTo>
                    <a:pt x="104" y="80"/>
                  </a:lnTo>
                  <a:lnTo>
                    <a:pt x="120" y="88"/>
                  </a:lnTo>
                  <a:lnTo>
                    <a:pt x="13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Freeform 609"/>
            <p:cNvSpPr/>
            <p:nvPr/>
          </p:nvSpPr>
          <p:spPr bwMode="auto">
            <a:xfrm>
              <a:off x="5062736" y="2896229"/>
              <a:ext cx="118435" cy="107468"/>
            </a:xfrm>
            <a:custGeom>
              <a:avLst/>
              <a:gdLst>
                <a:gd name="T0" fmla="*/ 2147483647 w 88"/>
                <a:gd name="T1" fmla="*/ 2147483647 h 80"/>
                <a:gd name="T2" fmla="*/ 2147483647 w 88"/>
                <a:gd name="T3" fmla="*/ 2147483647 h 80"/>
                <a:gd name="T4" fmla="*/ 2147483647 w 88"/>
                <a:gd name="T5" fmla="*/ 2147483647 h 80"/>
                <a:gd name="T6" fmla="*/ 2147483647 w 88"/>
                <a:gd name="T7" fmla="*/ 2147483647 h 80"/>
                <a:gd name="T8" fmla="*/ 2147483647 w 88"/>
                <a:gd name="T9" fmla="*/ 2147483647 h 80"/>
                <a:gd name="T10" fmla="*/ 2147483647 w 88"/>
                <a:gd name="T11" fmla="*/ 2147483647 h 80"/>
                <a:gd name="T12" fmla="*/ 2147483647 w 88"/>
                <a:gd name="T13" fmla="*/ 0 h 80"/>
                <a:gd name="T14" fmla="*/ 2147483647 w 88"/>
                <a:gd name="T15" fmla="*/ 2147483647 h 80"/>
                <a:gd name="T16" fmla="*/ 2147483647 w 88"/>
                <a:gd name="T17" fmla="*/ 2147483647 h 80"/>
                <a:gd name="T18" fmla="*/ 2147483647 w 88"/>
                <a:gd name="T19" fmla="*/ 2147483647 h 80"/>
                <a:gd name="T20" fmla="*/ 2147483647 w 88"/>
                <a:gd name="T21" fmla="*/ 2147483647 h 80"/>
                <a:gd name="T22" fmla="*/ 2147483647 w 88"/>
                <a:gd name="T23" fmla="*/ 2147483647 h 80"/>
                <a:gd name="T24" fmla="*/ 0 w 88"/>
                <a:gd name="T25" fmla="*/ 2147483647 h 80"/>
                <a:gd name="T26" fmla="*/ 2147483647 w 88"/>
                <a:gd name="T27" fmla="*/ 2147483647 h 80"/>
                <a:gd name="T28" fmla="*/ 2147483647 w 88"/>
                <a:gd name="T29" fmla="*/ 2147483647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80"/>
                <a:gd name="T47" fmla="*/ 88 w 88"/>
                <a:gd name="T48" fmla="*/ 80 h 8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80">
                  <a:moveTo>
                    <a:pt x="16" y="80"/>
                  </a:moveTo>
                  <a:lnTo>
                    <a:pt x="40" y="64"/>
                  </a:lnTo>
                  <a:lnTo>
                    <a:pt x="48" y="64"/>
                  </a:lnTo>
                  <a:lnTo>
                    <a:pt x="72" y="48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72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610"/>
            <p:cNvSpPr/>
            <p:nvPr/>
          </p:nvSpPr>
          <p:spPr bwMode="auto">
            <a:xfrm>
              <a:off x="5041900" y="2981765"/>
              <a:ext cx="85536" cy="75667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0 h 56"/>
                <a:gd name="T4" fmla="*/ 2147483647 w 64"/>
                <a:gd name="T5" fmla="*/ 0 h 56"/>
                <a:gd name="T6" fmla="*/ 2147483647 w 64"/>
                <a:gd name="T7" fmla="*/ 2147483647 h 56"/>
                <a:gd name="T8" fmla="*/ 2147483647 w 64"/>
                <a:gd name="T9" fmla="*/ 2147483647 h 56"/>
                <a:gd name="T10" fmla="*/ 2147483647 w 64"/>
                <a:gd name="T11" fmla="*/ 2147483647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2147483647 w 64"/>
                <a:gd name="T31" fmla="*/ 2147483647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4"/>
                <a:gd name="T49" fmla="*/ 0 h 56"/>
                <a:gd name="T50" fmla="*/ 64 w 64"/>
                <a:gd name="T51" fmla="*/ 56 h 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4" h="56">
                  <a:moveTo>
                    <a:pt x="64" y="16"/>
                  </a:move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611"/>
            <p:cNvSpPr/>
            <p:nvPr/>
          </p:nvSpPr>
          <p:spPr bwMode="auto">
            <a:xfrm>
              <a:off x="5062736" y="2896229"/>
              <a:ext cx="118435" cy="107468"/>
            </a:xfrm>
            <a:custGeom>
              <a:avLst/>
              <a:gdLst>
                <a:gd name="T0" fmla="*/ 2147483647 w 88"/>
                <a:gd name="T1" fmla="*/ 2147483647 h 80"/>
                <a:gd name="T2" fmla="*/ 2147483647 w 88"/>
                <a:gd name="T3" fmla="*/ 2147483647 h 80"/>
                <a:gd name="T4" fmla="*/ 2147483647 w 88"/>
                <a:gd name="T5" fmla="*/ 2147483647 h 80"/>
                <a:gd name="T6" fmla="*/ 2147483647 w 88"/>
                <a:gd name="T7" fmla="*/ 2147483647 h 80"/>
                <a:gd name="T8" fmla="*/ 2147483647 w 88"/>
                <a:gd name="T9" fmla="*/ 2147483647 h 80"/>
                <a:gd name="T10" fmla="*/ 2147483647 w 88"/>
                <a:gd name="T11" fmla="*/ 2147483647 h 80"/>
                <a:gd name="T12" fmla="*/ 2147483647 w 88"/>
                <a:gd name="T13" fmla="*/ 0 h 80"/>
                <a:gd name="T14" fmla="*/ 2147483647 w 88"/>
                <a:gd name="T15" fmla="*/ 2147483647 h 80"/>
                <a:gd name="T16" fmla="*/ 2147483647 w 88"/>
                <a:gd name="T17" fmla="*/ 2147483647 h 80"/>
                <a:gd name="T18" fmla="*/ 2147483647 w 88"/>
                <a:gd name="T19" fmla="*/ 2147483647 h 80"/>
                <a:gd name="T20" fmla="*/ 2147483647 w 88"/>
                <a:gd name="T21" fmla="*/ 2147483647 h 80"/>
                <a:gd name="T22" fmla="*/ 2147483647 w 88"/>
                <a:gd name="T23" fmla="*/ 2147483647 h 80"/>
                <a:gd name="T24" fmla="*/ 2147483647 w 88"/>
                <a:gd name="T25" fmla="*/ 2147483647 h 80"/>
                <a:gd name="T26" fmla="*/ 0 w 88"/>
                <a:gd name="T27" fmla="*/ 2147483647 h 80"/>
                <a:gd name="T28" fmla="*/ 2147483647 w 88"/>
                <a:gd name="T29" fmla="*/ 2147483647 h 80"/>
                <a:gd name="T30" fmla="*/ 2147483647 w 88"/>
                <a:gd name="T31" fmla="*/ 2147483647 h 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8"/>
                <a:gd name="T49" fmla="*/ 0 h 80"/>
                <a:gd name="T50" fmla="*/ 88 w 88"/>
                <a:gd name="T51" fmla="*/ 80 h 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8" h="80">
                  <a:moveTo>
                    <a:pt x="16" y="80"/>
                  </a:moveTo>
                  <a:lnTo>
                    <a:pt x="40" y="64"/>
                  </a:lnTo>
                  <a:lnTo>
                    <a:pt x="48" y="64"/>
                  </a:lnTo>
                  <a:lnTo>
                    <a:pt x="72" y="48"/>
                  </a:lnTo>
                  <a:lnTo>
                    <a:pt x="80" y="16"/>
                  </a:lnTo>
                  <a:lnTo>
                    <a:pt x="88" y="8"/>
                  </a:lnTo>
                  <a:lnTo>
                    <a:pt x="88" y="0"/>
                  </a:lnTo>
                  <a:lnTo>
                    <a:pt x="72" y="8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0" y="72"/>
                  </a:lnTo>
                  <a:lnTo>
                    <a:pt x="8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612"/>
            <p:cNvSpPr/>
            <p:nvPr/>
          </p:nvSpPr>
          <p:spPr bwMode="auto">
            <a:xfrm>
              <a:off x="5041900" y="2981765"/>
              <a:ext cx="85536" cy="75667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0 h 56"/>
                <a:gd name="T4" fmla="*/ 2147483647 w 64"/>
                <a:gd name="T5" fmla="*/ 0 h 56"/>
                <a:gd name="T6" fmla="*/ 2147483647 w 64"/>
                <a:gd name="T7" fmla="*/ 2147483647 h 56"/>
                <a:gd name="T8" fmla="*/ 2147483647 w 64"/>
                <a:gd name="T9" fmla="*/ 2147483647 h 56"/>
                <a:gd name="T10" fmla="*/ 2147483647 w 64"/>
                <a:gd name="T11" fmla="*/ 2147483647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2147483647 w 64"/>
                <a:gd name="T31" fmla="*/ 2147483647 h 56"/>
                <a:gd name="T32" fmla="*/ 2147483647 w 64"/>
                <a:gd name="T33" fmla="*/ 2147483647 h 56"/>
                <a:gd name="T34" fmla="*/ 2147483647 w 64"/>
                <a:gd name="T35" fmla="*/ 2147483647 h 56"/>
                <a:gd name="T36" fmla="*/ 2147483647 w 64"/>
                <a:gd name="T37" fmla="*/ 2147483647 h 56"/>
                <a:gd name="T38" fmla="*/ 2147483647 w 64"/>
                <a:gd name="T39" fmla="*/ 2147483647 h 56"/>
                <a:gd name="T40" fmla="*/ 2147483647 w 64"/>
                <a:gd name="T41" fmla="*/ 0 h 56"/>
                <a:gd name="T42" fmla="*/ 2147483647 w 64"/>
                <a:gd name="T43" fmla="*/ 0 h 56"/>
                <a:gd name="T44" fmla="*/ 2147483647 w 64"/>
                <a:gd name="T45" fmla="*/ 2147483647 h 56"/>
                <a:gd name="T46" fmla="*/ 2147483647 w 64"/>
                <a:gd name="T47" fmla="*/ 2147483647 h 56"/>
                <a:gd name="T48" fmla="*/ 2147483647 w 64"/>
                <a:gd name="T49" fmla="*/ 2147483647 h 56"/>
                <a:gd name="T50" fmla="*/ 2147483647 w 64"/>
                <a:gd name="T51" fmla="*/ 2147483647 h 56"/>
                <a:gd name="T52" fmla="*/ 0 w 64"/>
                <a:gd name="T53" fmla="*/ 2147483647 h 56"/>
                <a:gd name="T54" fmla="*/ 2147483647 w 64"/>
                <a:gd name="T55" fmla="*/ 2147483647 h 56"/>
                <a:gd name="T56" fmla="*/ 2147483647 w 64"/>
                <a:gd name="T57" fmla="*/ 2147483647 h 56"/>
                <a:gd name="T58" fmla="*/ 2147483647 w 64"/>
                <a:gd name="T59" fmla="*/ 2147483647 h 56"/>
                <a:gd name="T60" fmla="*/ 2147483647 w 64"/>
                <a:gd name="T61" fmla="*/ 2147483647 h 56"/>
                <a:gd name="T62" fmla="*/ 2147483647 w 64"/>
                <a:gd name="T63" fmla="*/ 2147483647 h 56"/>
                <a:gd name="T64" fmla="*/ 2147483647 w 64"/>
                <a:gd name="T65" fmla="*/ 2147483647 h 56"/>
                <a:gd name="T66" fmla="*/ 2147483647 w 64"/>
                <a:gd name="T67" fmla="*/ 2147483647 h 56"/>
                <a:gd name="T68" fmla="*/ 2147483647 w 64"/>
                <a:gd name="T69" fmla="*/ 2147483647 h 56"/>
                <a:gd name="T70" fmla="*/ 2147483647 w 64"/>
                <a:gd name="T71" fmla="*/ 2147483647 h 56"/>
                <a:gd name="T72" fmla="*/ 2147483647 w 64"/>
                <a:gd name="T73" fmla="*/ 2147483647 h 56"/>
                <a:gd name="T74" fmla="*/ 2147483647 w 64"/>
                <a:gd name="T75" fmla="*/ 2147483647 h 56"/>
                <a:gd name="T76" fmla="*/ 2147483647 w 64"/>
                <a:gd name="T77" fmla="*/ 2147483647 h 5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4"/>
                <a:gd name="T118" fmla="*/ 0 h 56"/>
                <a:gd name="T119" fmla="*/ 64 w 64"/>
                <a:gd name="T120" fmla="*/ 56 h 5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4" h="56">
                  <a:moveTo>
                    <a:pt x="64" y="16"/>
                  </a:move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56" y="16"/>
                  </a:lnTo>
                  <a:lnTo>
                    <a:pt x="6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613"/>
            <p:cNvSpPr/>
            <p:nvPr/>
          </p:nvSpPr>
          <p:spPr bwMode="auto">
            <a:xfrm>
              <a:off x="5342373" y="3132002"/>
              <a:ext cx="85536" cy="53734"/>
            </a:xfrm>
            <a:custGeom>
              <a:avLst/>
              <a:gdLst>
                <a:gd name="T0" fmla="*/ 2147483647 w 64"/>
                <a:gd name="T1" fmla="*/ 2147483647 h 40"/>
                <a:gd name="T2" fmla="*/ 2147483647 w 64"/>
                <a:gd name="T3" fmla="*/ 2147483647 h 40"/>
                <a:gd name="T4" fmla="*/ 2147483647 w 64"/>
                <a:gd name="T5" fmla="*/ 2147483647 h 40"/>
                <a:gd name="T6" fmla="*/ 2147483647 w 64"/>
                <a:gd name="T7" fmla="*/ 2147483647 h 40"/>
                <a:gd name="T8" fmla="*/ 2147483647 w 64"/>
                <a:gd name="T9" fmla="*/ 0 h 40"/>
                <a:gd name="T10" fmla="*/ 2147483647 w 64"/>
                <a:gd name="T11" fmla="*/ 2147483647 h 40"/>
                <a:gd name="T12" fmla="*/ 2147483647 w 64"/>
                <a:gd name="T13" fmla="*/ 0 h 40"/>
                <a:gd name="T14" fmla="*/ 0 w 64"/>
                <a:gd name="T15" fmla="*/ 2147483647 h 40"/>
                <a:gd name="T16" fmla="*/ 2147483647 w 64"/>
                <a:gd name="T17" fmla="*/ 2147483647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"/>
                <a:gd name="T28" fmla="*/ 0 h 40"/>
                <a:gd name="T29" fmla="*/ 64 w 64"/>
                <a:gd name="T30" fmla="*/ 40 h 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" h="40">
                  <a:moveTo>
                    <a:pt x="16" y="32"/>
                  </a:moveTo>
                  <a:lnTo>
                    <a:pt x="48" y="4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614"/>
            <p:cNvSpPr/>
            <p:nvPr/>
          </p:nvSpPr>
          <p:spPr bwMode="auto">
            <a:xfrm>
              <a:off x="5353340" y="3153934"/>
              <a:ext cx="128304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0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2147483647 h 112"/>
                <a:gd name="T16" fmla="*/ 2147483647 w 96"/>
                <a:gd name="T17" fmla="*/ 2147483647 h 112"/>
                <a:gd name="T18" fmla="*/ 2147483647 w 96"/>
                <a:gd name="T19" fmla="*/ 2147483647 h 112"/>
                <a:gd name="T20" fmla="*/ 2147483647 w 96"/>
                <a:gd name="T21" fmla="*/ 0 h 112"/>
                <a:gd name="T22" fmla="*/ 2147483647 w 96"/>
                <a:gd name="T23" fmla="*/ 0 h 112"/>
                <a:gd name="T24" fmla="*/ 2147483647 w 96"/>
                <a:gd name="T25" fmla="*/ 0 h 112"/>
                <a:gd name="T26" fmla="*/ 2147483647 w 96"/>
                <a:gd name="T27" fmla="*/ 2147483647 h 1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96"/>
                <a:gd name="T43" fmla="*/ 0 h 112"/>
                <a:gd name="T44" fmla="*/ 96 w 96"/>
                <a:gd name="T45" fmla="*/ 112 h 11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96" h="112">
                  <a:moveTo>
                    <a:pt x="40" y="24"/>
                  </a:moveTo>
                  <a:lnTo>
                    <a:pt x="40" y="48"/>
                  </a:lnTo>
                  <a:lnTo>
                    <a:pt x="16" y="64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112"/>
                  </a:lnTo>
                  <a:lnTo>
                    <a:pt x="48" y="88"/>
                  </a:lnTo>
                  <a:lnTo>
                    <a:pt x="72" y="56"/>
                  </a:lnTo>
                  <a:lnTo>
                    <a:pt x="80" y="40"/>
                  </a:lnTo>
                  <a:lnTo>
                    <a:pt x="96" y="24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615"/>
            <p:cNvSpPr/>
            <p:nvPr/>
          </p:nvSpPr>
          <p:spPr bwMode="auto">
            <a:xfrm>
              <a:off x="5192137" y="3250436"/>
              <a:ext cx="182038" cy="107468"/>
            </a:xfrm>
            <a:custGeom>
              <a:avLst/>
              <a:gdLst>
                <a:gd name="T0" fmla="*/ 2147483647 w 136"/>
                <a:gd name="T1" fmla="*/ 0 h 80"/>
                <a:gd name="T2" fmla="*/ 2147483647 w 136"/>
                <a:gd name="T3" fmla="*/ 2147483647 h 80"/>
                <a:gd name="T4" fmla="*/ 2147483647 w 136"/>
                <a:gd name="T5" fmla="*/ 2147483647 h 80"/>
                <a:gd name="T6" fmla="*/ 2147483647 w 136"/>
                <a:gd name="T7" fmla="*/ 2147483647 h 80"/>
                <a:gd name="T8" fmla="*/ 0 w 136"/>
                <a:gd name="T9" fmla="*/ 2147483647 h 80"/>
                <a:gd name="T10" fmla="*/ 2147483647 w 136"/>
                <a:gd name="T11" fmla="*/ 2147483647 h 80"/>
                <a:gd name="T12" fmla="*/ 2147483647 w 136"/>
                <a:gd name="T13" fmla="*/ 2147483647 h 80"/>
                <a:gd name="T14" fmla="*/ 2147483647 w 136"/>
                <a:gd name="T15" fmla="*/ 2147483647 h 80"/>
                <a:gd name="T16" fmla="*/ 2147483647 w 136"/>
                <a:gd name="T17" fmla="*/ 2147483647 h 80"/>
                <a:gd name="T18" fmla="*/ 2147483647 w 136"/>
                <a:gd name="T19" fmla="*/ 2147483647 h 80"/>
                <a:gd name="T20" fmla="*/ 2147483647 w 136"/>
                <a:gd name="T21" fmla="*/ 2147483647 h 80"/>
                <a:gd name="T22" fmla="*/ 2147483647 w 136"/>
                <a:gd name="T23" fmla="*/ 2147483647 h 80"/>
                <a:gd name="T24" fmla="*/ 2147483647 w 136"/>
                <a:gd name="T25" fmla="*/ 2147483647 h 80"/>
                <a:gd name="T26" fmla="*/ 2147483647 w 136"/>
                <a:gd name="T27" fmla="*/ 0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36"/>
                <a:gd name="T43" fmla="*/ 0 h 80"/>
                <a:gd name="T44" fmla="*/ 136 w 136"/>
                <a:gd name="T45" fmla="*/ 80 h 8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36" h="80">
                  <a:moveTo>
                    <a:pt x="120" y="0"/>
                  </a:moveTo>
                  <a:lnTo>
                    <a:pt x="72" y="16"/>
                  </a:lnTo>
                  <a:lnTo>
                    <a:pt x="56" y="24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80"/>
                  </a:lnTo>
                  <a:lnTo>
                    <a:pt x="48" y="72"/>
                  </a:lnTo>
                  <a:lnTo>
                    <a:pt x="64" y="72"/>
                  </a:lnTo>
                  <a:lnTo>
                    <a:pt x="80" y="56"/>
                  </a:lnTo>
                  <a:lnTo>
                    <a:pt x="104" y="48"/>
                  </a:lnTo>
                  <a:lnTo>
                    <a:pt x="136" y="40"/>
                  </a:lnTo>
                  <a:lnTo>
                    <a:pt x="128" y="8"/>
                  </a:lnTo>
                  <a:lnTo>
                    <a:pt x="12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Freeform 616"/>
            <p:cNvSpPr/>
            <p:nvPr/>
          </p:nvSpPr>
          <p:spPr bwMode="auto">
            <a:xfrm>
              <a:off x="5062736" y="3003697"/>
              <a:ext cx="344338" cy="289507"/>
            </a:xfrm>
            <a:custGeom>
              <a:avLst/>
              <a:gdLst>
                <a:gd name="T0" fmla="*/ 2147483647 w 256"/>
                <a:gd name="T1" fmla="*/ 2147483647 h 216"/>
                <a:gd name="T2" fmla="*/ 2147483647 w 256"/>
                <a:gd name="T3" fmla="*/ 2147483647 h 216"/>
                <a:gd name="T4" fmla="*/ 2147483647 w 256"/>
                <a:gd name="T5" fmla="*/ 2147483647 h 216"/>
                <a:gd name="T6" fmla="*/ 2147483647 w 256"/>
                <a:gd name="T7" fmla="*/ 2147483647 h 216"/>
                <a:gd name="T8" fmla="*/ 2147483647 w 256"/>
                <a:gd name="T9" fmla="*/ 2147483647 h 216"/>
                <a:gd name="T10" fmla="*/ 2147483647 w 256"/>
                <a:gd name="T11" fmla="*/ 2147483647 h 216"/>
                <a:gd name="T12" fmla="*/ 2147483647 w 256"/>
                <a:gd name="T13" fmla="*/ 2147483647 h 216"/>
                <a:gd name="T14" fmla="*/ 2147483647 w 256"/>
                <a:gd name="T15" fmla="*/ 2147483647 h 216"/>
                <a:gd name="T16" fmla="*/ 2147483647 w 256"/>
                <a:gd name="T17" fmla="*/ 2147483647 h 216"/>
                <a:gd name="T18" fmla="*/ 2147483647 w 256"/>
                <a:gd name="T19" fmla="*/ 2147483647 h 216"/>
                <a:gd name="T20" fmla="*/ 2147483647 w 256"/>
                <a:gd name="T21" fmla="*/ 2147483647 h 216"/>
                <a:gd name="T22" fmla="*/ 2147483647 w 256"/>
                <a:gd name="T23" fmla="*/ 2147483647 h 216"/>
                <a:gd name="T24" fmla="*/ 2147483647 w 256"/>
                <a:gd name="T25" fmla="*/ 0 h 216"/>
                <a:gd name="T26" fmla="*/ 2147483647 w 256"/>
                <a:gd name="T27" fmla="*/ 0 h 216"/>
                <a:gd name="T28" fmla="*/ 2147483647 w 256"/>
                <a:gd name="T29" fmla="*/ 0 h 216"/>
                <a:gd name="T30" fmla="*/ 2147483647 w 256"/>
                <a:gd name="T31" fmla="*/ 2147483647 h 216"/>
                <a:gd name="T32" fmla="*/ 2147483647 w 256"/>
                <a:gd name="T33" fmla="*/ 2147483647 h 216"/>
                <a:gd name="T34" fmla="*/ 2147483647 w 256"/>
                <a:gd name="T35" fmla="*/ 2147483647 h 216"/>
                <a:gd name="T36" fmla="*/ 2147483647 w 256"/>
                <a:gd name="T37" fmla="*/ 2147483647 h 216"/>
                <a:gd name="T38" fmla="*/ 2147483647 w 256"/>
                <a:gd name="T39" fmla="*/ 2147483647 h 216"/>
                <a:gd name="T40" fmla="*/ 0 w 256"/>
                <a:gd name="T41" fmla="*/ 2147483647 h 216"/>
                <a:gd name="T42" fmla="*/ 2147483647 w 256"/>
                <a:gd name="T43" fmla="*/ 2147483647 h 216"/>
                <a:gd name="T44" fmla="*/ 2147483647 w 256"/>
                <a:gd name="T45" fmla="*/ 2147483647 h 216"/>
                <a:gd name="T46" fmla="*/ 2147483647 w 256"/>
                <a:gd name="T47" fmla="*/ 2147483647 h 216"/>
                <a:gd name="T48" fmla="*/ 2147483647 w 256"/>
                <a:gd name="T49" fmla="*/ 2147483647 h 216"/>
                <a:gd name="T50" fmla="*/ 2147483647 w 256"/>
                <a:gd name="T51" fmla="*/ 2147483647 h 216"/>
                <a:gd name="T52" fmla="*/ 2147483647 w 256"/>
                <a:gd name="T53" fmla="*/ 2147483647 h 216"/>
                <a:gd name="T54" fmla="*/ 2147483647 w 256"/>
                <a:gd name="T55" fmla="*/ 2147483647 h 216"/>
                <a:gd name="T56" fmla="*/ 2147483647 w 256"/>
                <a:gd name="T57" fmla="*/ 2147483647 h 216"/>
                <a:gd name="T58" fmla="*/ 2147483647 w 256"/>
                <a:gd name="T59" fmla="*/ 2147483647 h 216"/>
                <a:gd name="T60" fmla="*/ 2147483647 w 256"/>
                <a:gd name="T61" fmla="*/ 2147483647 h 216"/>
                <a:gd name="T62" fmla="*/ 2147483647 w 256"/>
                <a:gd name="T63" fmla="*/ 2147483647 h 216"/>
                <a:gd name="T64" fmla="*/ 2147483647 w 256"/>
                <a:gd name="T65" fmla="*/ 2147483647 h 21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56"/>
                <a:gd name="T100" fmla="*/ 0 h 216"/>
                <a:gd name="T101" fmla="*/ 256 w 256"/>
                <a:gd name="T102" fmla="*/ 216 h 21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56" h="216">
                  <a:moveTo>
                    <a:pt x="256" y="136"/>
                  </a:moveTo>
                  <a:lnTo>
                    <a:pt x="224" y="128"/>
                  </a:lnTo>
                  <a:lnTo>
                    <a:pt x="208" y="112"/>
                  </a:lnTo>
                  <a:lnTo>
                    <a:pt x="216" y="96"/>
                  </a:lnTo>
                  <a:lnTo>
                    <a:pt x="208" y="96"/>
                  </a:lnTo>
                  <a:lnTo>
                    <a:pt x="192" y="88"/>
                  </a:lnTo>
                  <a:lnTo>
                    <a:pt x="184" y="64"/>
                  </a:lnTo>
                  <a:lnTo>
                    <a:pt x="168" y="48"/>
                  </a:lnTo>
                  <a:lnTo>
                    <a:pt x="160" y="48"/>
                  </a:lnTo>
                  <a:lnTo>
                    <a:pt x="144" y="40"/>
                  </a:lnTo>
                  <a:lnTo>
                    <a:pt x="112" y="32"/>
                  </a:lnTo>
                  <a:lnTo>
                    <a:pt x="104" y="24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8" y="40"/>
                  </a:lnTo>
                  <a:lnTo>
                    <a:pt x="0" y="40"/>
                  </a:lnTo>
                  <a:lnTo>
                    <a:pt x="8" y="56"/>
                  </a:lnTo>
                  <a:lnTo>
                    <a:pt x="40" y="112"/>
                  </a:lnTo>
                  <a:lnTo>
                    <a:pt x="56" y="128"/>
                  </a:lnTo>
                  <a:lnTo>
                    <a:pt x="64" y="152"/>
                  </a:lnTo>
                  <a:lnTo>
                    <a:pt x="72" y="184"/>
                  </a:lnTo>
                  <a:lnTo>
                    <a:pt x="96" y="208"/>
                  </a:lnTo>
                  <a:lnTo>
                    <a:pt x="96" y="216"/>
                  </a:lnTo>
                  <a:lnTo>
                    <a:pt x="112" y="208"/>
                  </a:lnTo>
                  <a:lnTo>
                    <a:pt x="152" y="208"/>
                  </a:lnTo>
                  <a:lnTo>
                    <a:pt x="168" y="200"/>
                  </a:lnTo>
                  <a:lnTo>
                    <a:pt x="216" y="184"/>
                  </a:lnTo>
                  <a:lnTo>
                    <a:pt x="256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617"/>
            <p:cNvSpPr/>
            <p:nvPr/>
          </p:nvSpPr>
          <p:spPr bwMode="auto">
            <a:xfrm>
              <a:off x="5353340" y="3185735"/>
              <a:ext cx="53734" cy="64701"/>
            </a:xfrm>
            <a:custGeom>
              <a:avLst/>
              <a:gdLst>
                <a:gd name="T0" fmla="*/ 0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0 h 48"/>
                <a:gd name="T8" fmla="*/ 0 w 40"/>
                <a:gd name="T9" fmla="*/ 214748364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48"/>
                <a:gd name="T17" fmla="*/ 40 w 40"/>
                <a:gd name="T18" fmla="*/ 48 h 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48">
                  <a:moveTo>
                    <a:pt x="0" y="48"/>
                  </a:moveTo>
                  <a:lnTo>
                    <a:pt x="16" y="40"/>
                  </a:lnTo>
                  <a:lnTo>
                    <a:pt x="40" y="24"/>
                  </a:lnTo>
                  <a:lnTo>
                    <a:pt x="40" y="0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618"/>
            <p:cNvSpPr/>
            <p:nvPr/>
          </p:nvSpPr>
          <p:spPr bwMode="auto">
            <a:xfrm>
              <a:off x="5127437" y="2896229"/>
              <a:ext cx="172168" cy="171072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2147483647 h 128"/>
                <a:gd name="T4" fmla="*/ 2147483647 w 128"/>
                <a:gd name="T5" fmla="*/ 2147483647 h 128"/>
                <a:gd name="T6" fmla="*/ 2147483647 w 128"/>
                <a:gd name="T7" fmla="*/ 2147483647 h 128"/>
                <a:gd name="T8" fmla="*/ 2147483647 w 128"/>
                <a:gd name="T9" fmla="*/ 0 h 128"/>
                <a:gd name="T10" fmla="*/ 2147483647 w 128"/>
                <a:gd name="T11" fmla="*/ 0 h 128"/>
                <a:gd name="T12" fmla="*/ 2147483647 w 128"/>
                <a:gd name="T13" fmla="*/ 0 h 128"/>
                <a:gd name="T14" fmla="*/ 2147483647 w 128"/>
                <a:gd name="T15" fmla="*/ 0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2147483647 w 128"/>
                <a:gd name="T21" fmla="*/ 2147483647 h 128"/>
                <a:gd name="T22" fmla="*/ 0 w 128"/>
                <a:gd name="T23" fmla="*/ 2147483647 h 128"/>
                <a:gd name="T24" fmla="*/ 0 w 128"/>
                <a:gd name="T25" fmla="*/ 2147483647 h 128"/>
                <a:gd name="T26" fmla="*/ 2147483647 w 128"/>
                <a:gd name="T27" fmla="*/ 2147483647 h 128"/>
                <a:gd name="T28" fmla="*/ 2147483647 w 128"/>
                <a:gd name="T29" fmla="*/ 2147483647 h 128"/>
                <a:gd name="T30" fmla="*/ 2147483647 w 128"/>
                <a:gd name="T31" fmla="*/ 2147483647 h 128"/>
                <a:gd name="T32" fmla="*/ 2147483647 w 128"/>
                <a:gd name="T33" fmla="*/ 2147483647 h 128"/>
                <a:gd name="T34" fmla="*/ 2147483647 w 128"/>
                <a:gd name="T35" fmla="*/ 2147483647 h 128"/>
                <a:gd name="T36" fmla="*/ 2147483647 w 128"/>
                <a:gd name="T37" fmla="*/ 2147483647 h 128"/>
                <a:gd name="T38" fmla="*/ 2147483647 w 128"/>
                <a:gd name="T39" fmla="*/ 2147483647 h 128"/>
                <a:gd name="T40" fmla="*/ 2147483647 w 128"/>
                <a:gd name="T41" fmla="*/ 2147483647 h 128"/>
                <a:gd name="T42" fmla="*/ 2147483647 w 128"/>
                <a:gd name="T43" fmla="*/ 2147483647 h 128"/>
                <a:gd name="T44" fmla="*/ 2147483647 w 128"/>
                <a:gd name="T45" fmla="*/ 2147483647 h 1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128"/>
                <a:gd name="T71" fmla="*/ 128 w 128"/>
                <a:gd name="T72" fmla="*/ 128 h 1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128">
                  <a:moveTo>
                    <a:pt x="112" y="80"/>
                  </a:moveTo>
                  <a:lnTo>
                    <a:pt x="88" y="56"/>
                  </a:lnTo>
                  <a:lnTo>
                    <a:pt x="88" y="40"/>
                  </a:lnTo>
                  <a:lnTo>
                    <a:pt x="88" y="24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16"/>
                  </a:lnTo>
                  <a:lnTo>
                    <a:pt x="24" y="48"/>
                  </a:lnTo>
                  <a:lnTo>
                    <a:pt x="0" y="64"/>
                  </a:lnTo>
                  <a:lnTo>
                    <a:pt x="0" y="80"/>
                  </a:lnTo>
                  <a:lnTo>
                    <a:pt x="16" y="80"/>
                  </a:lnTo>
                  <a:lnTo>
                    <a:pt x="56" y="104"/>
                  </a:lnTo>
                  <a:lnTo>
                    <a:pt x="64" y="112"/>
                  </a:lnTo>
                  <a:lnTo>
                    <a:pt x="96" y="120"/>
                  </a:lnTo>
                  <a:lnTo>
                    <a:pt x="112" y="128"/>
                  </a:lnTo>
                  <a:lnTo>
                    <a:pt x="120" y="128"/>
                  </a:lnTo>
                  <a:lnTo>
                    <a:pt x="120" y="120"/>
                  </a:lnTo>
                  <a:lnTo>
                    <a:pt x="128" y="112"/>
                  </a:lnTo>
                  <a:lnTo>
                    <a:pt x="120" y="96"/>
                  </a:lnTo>
                  <a:lnTo>
                    <a:pt x="11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619"/>
            <p:cNvSpPr/>
            <p:nvPr/>
          </p:nvSpPr>
          <p:spPr bwMode="auto">
            <a:xfrm>
              <a:off x="5342373" y="3132002"/>
              <a:ext cx="85536" cy="53734"/>
            </a:xfrm>
            <a:custGeom>
              <a:avLst/>
              <a:gdLst>
                <a:gd name="T0" fmla="*/ 2147483647 w 64"/>
                <a:gd name="T1" fmla="*/ 2147483647 h 40"/>
                <a:gd name="T2" fmla="*/ 2147483647 w 64"/>
                <a:gd name="T3" fmla="*/ 2147483647 h 40"/>
                <a:gd name="T4" fmla="*/ 2147483647 w 64"/>
                <a:gd name="T5" fmla="*/ 2147483647 h 40"/>
                <a:gd name="T6" fmla="*/ 2147483647 w 64"/>
                <a:gd name="T7" fmla="*/ 2147483647 h 40"/>
                <a:gd name="T8" fmla="*/ 2147483647 w 64"/>
                <a:gd name="T9" fmla="*/ 0 h 40"/>
                <a:gd name="T10" fmla="*/ 2147483647 w 64"/>
                <a:gd name="T11" fmla="*/ 2147483647 h 40"/>
                <a:gd name="T12" fmla="*/ 2147483647 w 64"/>
                <a:gd name="T13" fmla="*/ 0 h 40"/>
                <a:gd name="T14" fmla="*/ 0 w 64"/>
                <a:gd name="T15" fmla="*/ 2147483647 h 40"/>
                <a:gd name="T16" fmla="*/ 2147483647 w 64"/>
                <a:gd name="T17" fmla="*/ 2147483647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4"/>
                <a:gd name="T28" fmla="*/ 0 h 40"/>
                <a:gd name="T29" fmla="*/ 64 w 64"/>
                <a:gd name="T30" fmla="*/ 40 h 4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" h="40">
                  <a:moveTo>
                    <a:pt x="16" y="32"/>
                  </a:moveTo>
                  <a:lnTo>
                    <a:pt x="48" y="40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620"/>
            <p:cNvSpPr/>
            <p:nvPr/>
          </p:nvSpPr>
          <p:spPr bwMode="auto">
            <a:xfrm>
              <a:off x="5127437" y="2896229"/>
              <a:ext cx="172168" cy="171072"/>
            </a:xfrm>
            <a:custGeom>
              <a:avLst/>
              <a:gdLst>
                <a:gd name="T0" fmla="*/ 2147483647 w 128"/>
                <a:gd name="T1" fmla="*/ 2147483647 h 128"/>
                <a:gd name="T2" fmla="*/ 2147483647 w 128"/>
                <a:gd name="T3" fmla="*/ 2147483647 h 128"/>
                <a:gd name="T4" fmla="*/ 2147483647 w 128"/>
                <a:gd name="T5" fmla="*/ 2147483647 h 128"/>
                <a:gd name="T6" fmla="*/ 2147483647 w 128"/>
                <a:gd name="T7" fmla="*/ 2147483647 h 128"/>
                <a:gd name="T8" fmla="*/ 2147483647 w 128"/>
                <a:gd name="T9" fmla="*/ 0 h 128"/>
                <a:gd name="T10" fmla="*/ 2147483647 w 128"/>
                <a:gd name="T11" fmla="*/ 0 h 128"/>
                <a:gd name="T12" fmla="*/ 2147483647 w 128"/>
                <a:gd name="T13" fmla="*/ 0 h 128"/>
                <a:gd name="T14" fmla="*/ 2147483647 w 128"/>
                <a:gd name="T15" fmla="*/ 0 h 128"/>
                <a:gd name="T16" fmla="*/ 2147483647 w 128"/>
                <a:gd name="T17" fmla="*/ 2147483647 h 128"/>
                <a:gd name="T18" fmla="*/ 2147483647 w 128"/>
                <a:gd name="T19" fmla="*/ 2147483647 h 128"/>
                <a:gd name="T20" fmla="*/ 2147483647 w 128"/>
                <a:gd name="T21" fmla="*/ 2147483647 h 128"/>
                <a:gd name="T22" fmla="*/ 0 w 128"/>
                <a:gd name="T23" fmla="*/ 2147483647 h 128"/>
                <a:gd name="T24" fmla="*/ 0 w 128"/>
                <a:gd name="T25" fmla="*/ 2147483647 h 128"/>
                <a:gd name="T26" fmla="*/ 2147483647 w 128"/>
                <a:gd name="T27" fmla="*/ 2147483647 h 128"/>
                <a:gd name="T28" fmla="*/ 2147483647 w 128"/>
                <a:gd name="T29" fmla="*/ 2147483647 h 128"/>
                <a:gd name="T30" fmla="*/ 2147483647 w 128"/>
                <a:gd name="T31" fmla="*/ 2147483647 h 128"/>
                <a:gd name="T32" fmla="*/ 2147483647 w 128"/>
                <a:gd name="T33" fmla="*/ 2147483647 h 128"/>
                <a:gd name="T34" fmla="*/ 2147483647 w 128"/>
                <a:gd name="T35" fmla="*/ 2147483647 h 128"/>
                <a:gd name="T36" fmla="*/ 2147483647 w 128"/>
                <a:gd name="T37" fmla="*/ 2147483647 h 128"/>
                <a:gd name="T38" fmla="*/ 2147483647 w 128"/>
                <a:gd name="T39" fmla="*/ 2147483647 h 128"/>
                <a:gd name="T40" fmla="*/ 2147483647 w 128"/>
                <a:gd name="T41" fmla="*/ 2147483647 h 128"/>
                <a:gd name="T42" fmla="*/ 2147483647 w 128"/>
                <a:gd name="T43" fmla="*/ 2147483647 h 128"/>
                <a:gd name="T44" fmla="*/ 2147483647 w 128"/>
                <a:gd name="T45" fmla="*/ 2147483647 h 1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128"/>
                <a:gd name="T71" fmla="*/ 128 w 128"/>
                <a:gd name="T72" fmla="*/ 128 h 12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128">
                  <a:moveTo>
                    <a:pt x="112" y="80"/>
                  </a:moveTo>
                  <a:lnTo>
                    <a:pt x="88" y="56"/>
                  </a:lnTo>
                  <a:lnTo>
                    <a:pt x="88" y="40"/>
                  </a:lnTo>
                  <a:lnTo>
                    <a:pt x="88" y="24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40" y="8"/>
                  </a:lnTo>
                  <a:lnTo>
                    <a:pt x="32" y="16"/>
                  </a:lnTo>
                  <a:lnTo>
                    <a:pt x="24" y="48"/>
                  </a:lnTo>
                  <a:lnTo>
                    <a:pt x="0" y="64"/>
                  </a:lnTo>
                  <a:lnTo>
                    <a:pt x="0" y="80"/>
                  </a:lnTo>
                  <a:lnTo>
                    <a:pt x="16" y="80"/>
                  </a:lnTo>
                  <a:lnTo>
                    <a:pt x="56" y="104"/>
                  </a:lnTo>
                  <a:lnTo>
                    <a:pt x="64" y="112"/>
                  </a:lnTo>
                  <a:lnTo>
                    <a:pt x="96" y="120"/>
                  </a:lnTo>
                  <a:lnTo>
                    <a:pt x="112" y="128"/>
                  </a:lnTo>
                  <a:lnTo>
                    <a:pt x="120" y="128"/>
                  </a:lnTo>
                  <a:lnTo>
                    <a:pt x="120" y="120"/>
                  </a:lnTo>
                  <a:lnTo>
                    <a:pt x="128" y="112"/>
                  </a:lnTo>
                  <a:lnTo>
                    <a:pt x="120" y="96"/>
                  </a:lnTo>
                  <a:lnTo>
                    <a:pt x="11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621"/>
            <p:cNvSpPr/>
            <p:nvPr/>
          </p:nvSpPr>
          <p:spPr bwMode="auto">
            <a:xfrm>
              <a:off x="5223939" y="2842495"/>
              <a:ext cx="322405" cy="300473"/>
            </a:xfrm>
            <a:custGeom>
              <a:avLst/>
              <a:gdLst>
                <a:gd name="T0" fmla="*/ 2147483647 w 240"/>
                <a:gd name="T1" fmla="*/ 2147483647 h 224"/>
                <a:gd name="T2" fmla="*/ 2147483647 w 240"/>
                <a:gd name="T3" fmla="*/ 2147483647 h 224"/>
                <a:gd name="T4" fmla="*/ 2147483647 w 240"/>
                <a:gd name="T5" fmla="*/ 2147483647 h 224"/>
                <a:gd name="T6" fmla="*/ 2147483647 w 240"/>
                <a:gd name="T7" fmla="*/ 2147483647 h 224"/>
                <a:gd name="T8" fmla="*/ 2147483647 w 240"/>
                <a:gd name="T9" fmla="*/ 2147483647 h 224"/>
                <a:gd name="T10" fmla="*/ 2147483647 w 240"/>
                <a:gd name="T11" fmla="*/ 2147483647 h 224"/>
                <a:gd name="T12" fmla="*/ 2147483647 w 240"/>
                <a:gd name="T13" fmla="*/ 2147483647 h 224"/>
                <a:gd name="T14" fmla="*/ 2147483647 w 240"/>
                <a:gd name="T15" fmla="*/ 2147483647 h 224"/>
                <a:gd name="T16" fmla="*/ 2147483647 w 240"/>
                <a:gd name="T17" fmla="*/ 2147483647 h 224"/>
                <a:gd name="T18" fmla="*/ 2147483647 w 240"/>
                <a:gd name="T19" fmla="*/ 2147483647 h 224"/>
                <a:gd name="T20" fmla="*/ 2147483647 w 240"/>
                <a:gd name="T21" fmla="*/ 2147483647 h 224"/>
                <a:gd name="T22" fmla="*/ 2147483647 w 240"/>
                <a:gd name="T23" fmla="*/ 2147483647 h 224"/>
                <a:gd name="T24" fmla="*/ 2147483647 w 240"/>
                <a:gd name="T25" fmla="*/ 2147483647 h 224"/>
                <a:gd name="T26" fmla="*/ 2147483647 w 240"/>
                <a:gd name="T27" fmla="*/ 2147483647 h 224"/>
                <a:gd name="T28" fmla="*/ 2147483647 w 240"/>
                <a:gd name="T29" fmla="*/ 2147483647 h 224"/>
                <a:gd name="T30" fmla="*/ 2147483647 w 240"/>
                <a:gd name="T31" fmla="*/ 2147483647 h 224"/>
                <a:gd name="T32" fmla="*/ 2147483647 w 240"/>
                <a:gd name="T33" fmla="*/ 2147483647 h 224"/>
                <a:gd name="T34" fmla="*/ 2147483647 w 240"/>
                <a:gd name="T35" fmla="*/ 2147483647 h 224"/>
                <a:gd name="T36" fmla="*/ 2147483647 w 240"/>
                <a:gd name="T37" fmla="*/ 2147483647 h 224"/>
                <a:gd name="T38" fmla="*/ 2147483647 w 240"/>
                <a:gd name="T39" fmla="*/ 0 h 224"/>
                <a:gd name="T40" fmla="*/ 2147483647 w 240"/>
                <a:gd name="T41" fmla="*/ 2147483647 h 224"/>
                <a:gd name="T42" fmla="*/ 2147483647 w 240"/>
                <a:gd name="T43" fmla="*/ 2147483647 h 224"/>
                <a:gd name="T44" fmla="*/ 0 w 240"/>
                <a:gd name="T45" fmla="*/ 0 h 224"/>
                <a:gd name="T46" fmla="*/ 0 w 240"/>
                <a:gd name="T47" fmla="*/ 2147483647 h 224"/>
                <a:gd name="T48" fmla="*/ 0 w 240"/>
                <a:gd name="T49" fmla="*/ 2147483647 h 224"/>
                <a:gd name="T50" fmla="*/ 2147483647 w 240"/>
                <a:gd name="T51" fmla="*/ 2147483647 h 224"/>
                <a:gd name="T52" fmla="*/ 2147483647 w 240"/>
                <a:gd name="T53" fmla="*/ 2147483647 h 224"/>
                <a:gd name="T54" fmla="*/ 2147483647 w 240"/>
                <a:gd name="T55" fmla="*/ 2147483647 h 224"/>
                <a:gd name="T56" fmla="*/ 2147483647 w 240"/>
                <a:gd name="T57" fmla="*/ 2147483647 h 224"/>
                <a:gd name="T58" fmla="*/ 2147483647 w 240"/>
                <a:gd name="T59" fmla="*/ 2147483647 h 224"/>
                <a:gd name="T60" fmla="*/ 2147483647 w 240"/>
                <a:gd name="T61" fmla="*/ 2147483647 h 224"/>
                <a:gd name="T62" fmla="*/ 2147483647 w 240"/>
                <a:gd name="T63" fmla="*/ 2147483647 h 224"/>
                <a:gd name="T64" fmla="*/ 2147483647 w 240"/>
                <a:gd name="T65" fmla="*/ 2147483647 h 224"/>
                <a:gd name="T66" fmla="*/ 2147483647 w 240"/>
                <a:gd name="T67" fmla="*/ 2147483647 h 224"/>
                <a:gd name="T68" fmla="*/ 2147483647 w 240"/>
                <a:gd name="T69" fmla="*/ 2147483647 h 224"/>
                <a:gd name="T70" fmla="*/ 2147483647 w 240"/>
                <a:gd name="T71" fmla="*/ 2147483647 h 224"/>
                <a:gd name="T72" fmla="*/ 2147483647 w 240"/>
                <a:gd name="T73" fmla="*/ 2147483647 h 224"/>
                <a:gd name="T74" fmla="*/ 2147483647 w 240"/>
                <a:gd name="T75" fmla="*/ 2147483647 h 224"/>
                <a:gd name="T76" fmla="*/ 2147483647 w 240"/>
                <a:gd name="T77" fmla="*/ 2147483647 h 224"/>
                <a:gd name="T78" fmla="*/ 2147483647 w 240"/>
                <a:gd name="T79" fmla="*/ 2147483647 h 224"/>
                <a:gd name="T80" fmla="*/ 2147483647 w 240"/>
                <a:gd name="T81" fmla="*/ 2147483647 h 224"/>
                <a:gd name="T82" fmla="*/ 2147483647 w 240"/>
                <a:gd name="T83" fmla="*/ 2147483647 h 224"/>
                <a:gd name="T84" fmla="*/ 2147483647 w 240"/>
                <a:gd name="T85" fmla="*/ 2147483647 h 224"/>
                <a:gd name="T86" fmla="*/ 2147483647 w 240"/>
                <a:gd name="T87" fmla="*/ 2147483647 h 224"/>
                <a:gd name="T88" fmla="*/ 2147483647 w 240"/>
                <a:gd name="T89" fmla="*/ 2147483647 h 224"/>
                <a:gd name="T90" fmla="*/ 2147483647 w 240"/>
                <a:gd name="T91" fmla="*/ 2147483647 h 22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40"/>
                <a:gd name="T139" fmla="*/ 0 h 224"/>
                <a:gd name="T140" fmla="*/ 240 w 240"/>
                <a:gd name="T141" fmla="*/ 224 h 22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40" h="224">
                  <a:moveTo>
                    <a:pt x="208" y="152"/>
                  </a:moveTo>
                  <a:lnTo>
                    <a:pt x="216" y="128"/>
                  </a:lnTo>
                  <a:lnTo>
                    <a:pt x="200" y="120"/>
                  </a:lnTo>
                  <a:lnTo>
                    <a:pt x="200" y="104"/>
                  </a:lnTo>
                  <a:lnTo>
                    <a:pt x="208" y="88"/>
                  </a:lnTo>
                  <a:lnTo>
                    <a:pt x="208" y="48"/>
                  </a:lnTo>
                  <a:lnTo>
                    <a:pt x="192" y="48"/>
                  </a:lnTo>
                  <a:lnTo>
                    <a:pt x="176" y="32"/>
                  </a:lnTo>
                  <a:lnTo>
                    <a:pt x="160" y="24"/>
                  </a:lnTo>
                  <a:lnTo>
                    <a:pt x="144" y="24"/>
                  </a:lnTo>
                  <a:lnTo>
                    <a:pt x="120" y="32"/>
                  </a:lnTo>
                  <a:lnTo>
                    <a:pt x="120" y="40"/>
                  </a:lnTo>
                  <a:lnTo>
                    <a:pt x="104" y="48"/>
                  </a:lnTo>
                  <a:lnTo>
                    <a:pt x="88" y="48"/>
                  </a:lnTo>
                  <a:lnTo>
                    <a:pt x="72" y="40"/>
                  </a:lnTo>
                  <a:lnTo>
                    <a:pt x="56" y="40"/>
                  </a:lnTo>
                  <a:lnTo>
                    <a:pt x="56" y="24"/>
                  </a:lnTo>
                  <a:lnTo>
                    <a:pt x="48" y="16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24" y="16"/>
                  </a:lnTo>
                  <a:lnTo>
                    <a:pt x="8" y="8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16" y="64"/>
                  </a:lnTo>
                  <a:lnTo>
                    <a:pt x="16" y="80"/>
                  </a:lnTo>
                  <a:lnTo>
                    <a:pt x="16" y="96"/>
                  </a:lnTo>
                  <a:lnTo>
                    <a:pt x="40" y="120"/>
                  </a:lnTo>
                  <a:lnTo>
                    <a:pt x="48" y="136"/>
                  </a:lnTo>
                  <a:lnTo>
                    <a:pt x="56" y="152"/>
                  </a:lnTo>
                  <a:lnTo>
                    <a:pt x="56" y="144"/>
                  </a:lnTo>
                  <a:lnTo>
                    <a:pt x="72" y="160"/>
                  </a:lnTo>
                  <a:lnTo>
                    <a:pt x="88" y="176"/>
                  </a:lnTo>
                  <a:lnTo>
                    <a:pt x="112" y="192"/>
                  </a:lnTo>
                  <a:lnTo>
                    <a:pt x="136" y="200"/>
                  </a:lnTo>
                  <a:lnTo>
                    <a:pt x="152" y="192"/>
                  </a:lnTo>
                  <a:lnTo>
                    <a:pt x="168" y="208"/>
                  </a:lnTo>
                  <a:lnTo>
                    <a:pt x="208" y="224"/>
                  </a:lnTo>
                  <a:lnTo>
                    <a:pt x="216" y="224"/>
                  </a:lnTo>
                  <a:lnTo>
                    <a:pt x="216" y="208"/>
                  </a:lnTo>
                  <a:lnTo>
                    <a:pt x="240" y="200"/>
                  </a:lnTo>
                  <a:lnTo>
                    <a:pt x="232" y="184"/>
                  </a:lnTo>
                  <a:lnTo>
                    <a:pt x="232" y="176"/>
                  </a:lnTo>
                  <a:lnTo>
                    <a:pt x="216" y="160"/>
                  </a:lnTo>
                  <a:lnTo>
                    <a:pt x="208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622"/>
            <p:cNvSpPr/>
            <p:nvPr/>
          </p:nvSpPr>
          <p:spPr bwMode="auto">
            <a:xfrm>
              <a:off x="5503576" y="2907195"/>
              <a:ext cx="278541" cy="256608"/>
            </a:xfrm>
            <a:custGeom>
              <a:avLst/>
              <a:gdLst>
                <a:gd name="T0" fmla="*/ 2147483647 w 208"/>
                <a:gd name="T1" fmla="*/ 2147483647 h 192"/>
                <a:gd name="T2" fmla="*/ 2147483647 w 208"/>
                <a:gd name="T3" fmla="*/ 2147483647 h 192"/>
                <a:gd name="T4" fmla="*/ 2147483647 w 208"/>
                <a:gd name="T5" fmla="*/ 2147483647 h 192"/>
                <a:gd name="T6" fmla="*/ 2147483647 w 208"/>
                <a:gd name="T7" fmla="*/ 2147483647 h 192"/>
                <a:gd name="T8" fmla="*/ 2147483647 w 208"/>
                <a:gd name="T9" fmla="*/ 2147483647 h 192"/>
                <a:gd name="T10" fmla="*/ 2147483647 w 208"/>
                <a:gd name="T11" fmla="*/ 2147483647 h 192"/>
                <a:gd name="T12" fmla="*/ 2147483647 w 208"/>
                <a:gd name="T13" fmla="*/ 2147483647 h 192"/>
                <a:gd name="T14" fmla="*/ 2147483647 w 208"/>
                <a:gd name="T15" fmla="*/ 2147483647 h 192"/>
                <a:gd name="T16" fmla="*/ 2147483647 w 208"/>
                <a:gd name="T17" fmla="*/ 2147483647 h 192"/>
                <a:gd name="T18" fmla="*/ 2147483647 w 208"/>
                <a:gd name="T19" fmla="*/ 2147483647 h 192"/>
                <a:gd name="T20" fmla="*/ 2147483647 w 208"/>
                <a:gd name="T21" fmla="*/ 2147483647 h 192"/>
                <a:gd name="T22" fmla="*/ 2147483647 w 208"/>
                <a:gd name="T23" fmla="*/ 2147483647 h 192"/>
                <a:gd name="T24" fmla="*/ 2147483647 w 208"/>
                <a:gd name="T25" fmla="*/ 0 h 192"/>
                <a:gd name="T26" fmla="*/ 2147483647 w 208"/>
                <a:gd name="T27" fmla="*/ 0 h 192"/>
                <a:gd name="T28" fmla="*/ 2147483647 w 208"/>
                <a:gd name="T29" fmla="*/ 0 h 192"/>
                <a:gd name="T30" fmla="*/ 2147483647 w 208"/>
                <a:gd name="T31" fmla="*/ 2147483647 h 192"/>
                <a:gd name="T32" fmla="*/ 2147483647 w 208"/>
                <a:gd name="T33" fmla="*/ 2147483647 h 192"/>
                <a:gd name="T34" fmla="*/ 2147483647 w 208"/>
                <a:gd name="T35" fmla="*/ 2147483647 h 192"/>
                <a:gd name="T36" fmla="*/ 2147483647 w 208"/>
                <a:gd name="T37" fmla="*/ 2147483647 h 192"/>
                <a:gd name="T38" fmla="*/ 2147483647 w 208"/>
                <a:gd name="T39" fmla="*/ 2147483647 h 192"/>
                <a:gd name="T40" fmla="*/ 2147483647 w 208"/>
                <a:gd name="T41" fmla="*/ 2147483647 h 192"/>
                <a:gd name="T42" fmla="*/ 2147483647 w 208"/>
                <a:gd name="T43" fmla="*/ 2147483647 h 192"/>
                <a:gd name="T44" fmla="*/ 2147483647 w 208"/>
                <a:gd name="T45" fmla="*/ 2147483647 h 192"/>
                <a:gd name="T46" fmla="*/ 2147483647 w 208"/>
                <a:gd name="T47" fmla="*/ 2147483647 h 192"/>
                <a:gd name="T48" fmla="*/ 2147483647 w 208"/>
                <a:gd name="T49" fmla="*/ 2147483647 h 192"/>
                <a:gd name="T50" fmla="*/ 2147483647 w 208"/>
                <a:gd name="T51" fmla="*/ 2147483647 h 192"/>
                <a:gd name="T52" fmla="*/ 0 w 208"/>
                <a:gd name="T53" fmla="*/ 2147483647 h 192"/>
                <a:gd name="T54" fmla="*/ 2147483647 w 208"/>
                <a:gd name="T55" fmla="*/ 2147483647 h 192"/>
                <a:gd name="T56" fmla="*/ 2147483647 w 208"/>
                <a:gd name="T57" fmla="*/ 2147483647 h 192"/>
                <a:gd name="T58" fmla="*/ 2147483647 w 208"/>
                <a:gd name="T59" fmla="*/ 2147483647 h 192"/>
                <a:gd name="T60" fmla="*/ 2147483647 w 208"/>
                <a:gd name="T61" fmla="*/ 2147483647 h 192"/>
                <a:gd name="T62" fmla="*/ 2147483647 w 208"/>
                <a:gd name="T63" fmla="*/ 2147483647 h 192"/>
                <a:gd name="T64" fmla="*/ 2147483647 w 208"/>
                <a:gd name="T65" fmla="*/ 2147483647 h 192"/>
                <a:gd name="T66" fmla="*/ 2147483647 w 208"/>
                <a:gd name="T67" fmla="*/ 2147483647 h 192"/>
                <a:gd name="T68" fmla="*/ 2147483647 w 208"/>
                <a:gd name="T69" fmla="*/ 2147483647 h 192"/>
                <a:gd name="T70" fmla="*/ 2147483647 w 208"/>
                <a:gd name="T71" fmla="*/ 2147483647 h 192"/>
                <a:gd name="T72" fmla="*/ 2147483647 w 208"/>
                <a:gd name="T73" fmla="*/ 2147483647 h 192"/>
                <a:gd name="T74" fmla="*/ 2147483647 w 208"/>
                <a:gd name="T75" fmla="*/ 2147483647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8"/>
                <a:gd name="T115" fmla="*/ 0 h 192"/>
                <a:gd name="T116" fmla="*/ 208 w 208"/>
                <a:gd name="T117" fmla="*/ 192 h 19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8" h="192">
                  <a:moveTo>
                    <a:pt x="112" y="184"/>
                  </a:moveTo>
                  <a:lnTo>
                    <a:pt x="128" y="176"/>
                  </a:lnTo>
                  <a:lnTo>
                    <a:pt x="120" y="160"/>
                  </a:lnTo>
                  <a:lnTo>
                    <a:pt x="112" y="144"/>
                  </a:lnTo>
                  <a:lnTo>
                    <a:pt x="120" y="136"/>
                  </a:lnTo>
                  <a:lnTo>
                    <a:pt x="136" y="136"/>
                  </a:lnTo>
                  <a:lnTo>
                    <a:pt x="160" y="96"/>
                  </a:lnTo>
                  <a:lnTo>
                    <a:pt x="168" y="80"/>
                  </a:lnTo>
                  <a:lnTo>
                    <a:pt x="176" y="64"/>
                  </a:lnTo>
                  <a:lnTo>
                    <a:pt x="168" y="56"/>
                  </a:lnTo>
                  <a:lnTo>
                    <a:pt x="168" y="32"/>
                  </a:lnTo>
                  <a:lnTo>
                    <a:pt x="208" y="24"/>
                  </a:lnTo>
                  <a:lnTo>
                    <a:pt x="192" y="0"/>
                  </a:lnTo>
                  <a:lnTo>
                    <a:pt x="176" y="0"/>
                  </a:lnTo>
                  <a:lnTo>
                    <a:pt x="152" y="0"/>
                  </a:lnTo>
                  <a:lnTo>
                    <a:pt x="128" y="8"/>
                  </a:lnTo>
                  <a:lnTo>
                    <a:pt x="128" y="24"/>
                  </a:lnTo>
                  <a:lnTo>
                    <a:pt x="120" y="40"/>
                  </a:lnTo>
                  <a:lnTo>
                    <a:pt x="112" y="48"/>
                  </a:lnTo>
                  <a:lnTo>
                    <a:pt x="112" y="56"/>
                  </a:lnTo>
                  <a:lnTo>
                    <a:pt x="104" y="72"/>
                  </a:lnTo>
                  <a:lnTo>
                    <a:pt x="80" y="80"/>
                  </a:lnTo>
                  <a:lnTo>
                    <a:pt x="72" y="88"/>
                  </a:lnTo>
                  <a:lnTo>
                    <a:pt x="56" y="112"/>
                  </a:lnTo>
                  <a:lnTo>
                    <a:pt x="32" y="112"/>
                  </a:lnTo>
                  <a:lnTo>
                    <a:pt x="16" y="104"/>
                  </a:lnTo>
                  <a:lnTo>
                    <a:pt x="0" y="104"/>
                  </a:lnTo>
                  <a:lnTo>
                    <a:pt x="8" y="112"/>
                  </a:lnTo>
                  <a:lnTo>
                    <a:pt x="24" y="128"/>
                  </a:lnTo>
                  <a:lnTo>
                    <a:pt x="24" y="136"/>
                  </a:lnTo>
                  <a:lnTo>
                    <a:pt x="32" y="152"/>
                  </a:lnTo>
                  <a:lnTo>
                    <a:pt x="8" y="160"/>
                  </a:lnTo>
                  <a:lnTo>
                    <a:pt x="8" y="176"/>
                  </a:lnTo>
                  <a:lnTo>
                    <a:pt x="32" y="168"/>
                  </a:lnTo>
                  <a:lnTo>
                    <a:pt x="72" y="168"/>
                  </a:lnTo>
                  <a:lnTo>
                    <a:pt x="88" y="192"/>
                  </a:lnTo>
                  <a:lnTo>
                    <a:pt x="96" y="192"/>
                  </a:lnTo>
                  <a:lnTo>
                    <a:pt x="112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Freeform 623"/>
            <p:cNvSpPr/>
            <p:nvPr/>
          </p:nvSpPr>
          <p:spPr bwMode="auto">
            <a:xfrm>
              <a:off x="5622010" y="2928031"/>
              <a:ext cx="493477" cy="515410"/>
            </a:xfrm>
            <a:custGeom>
              <a:avLst/>
              <a:gdLst>
                <a:gd name="T0" fmla="*/ 2147483647 w 368"/>
                <a:gd name="T1" fmla="*/ 2147483647 h 384"/>
                <a:gd name="T2" fmla="*/ 2147483647 w 368"/>
                <a:gd name="T3" fmla="*/ 2147483647 h 384"/>
                <a:gd name="T4" fmla="*/ 2147483647 w 368"/>
                <a:gd name="T5" fmla="*/ 2147483647 h 384"/>
                <a:gd name="T6" fmla="*/ 2147483647 w 368"/>
                <a:gd name="T7" fmla="*/ 2147483647 h 384"/>
                <a:gd name="T8" fmla="*/ 2147483647 w 368"/>
                <a:gd name="T9" fmla="*/ 2147483647 h 384"/>
                <a:gd name="T10" fmla="*/ 2147483647 w 368"/>
                <a:gd name="T11" fmla="*/ 2147483647 h 384"/>
                <a:gd name="T12" fmla="*/ 2147483647 w 368"/>
                <a:gd name="T13" fmla="*/ 2147483647 h 384"/>
                <a:gd name="T14" fmla="*/ 2147483647 w 368"/>
                <a:gd name="T15" fmla="*/ 2147483647 h 384"/>
                <a:gd name="T16" fmla="*/ 2147483647 w 368"/>
                <a:gd name="T17" fmla="*/ 2147483647 h 384"/>
                <a:gd name="T18" fmla="*/ 2147483647 w 368"/>
                <a:gd name="T19" fmla="*/ 2147483647 h 384"/>
                <a:gd name="T20" fmla="*/ 2147483647 w 368"/>
                <a:gd name="T21" fmla="*/ 2147483647 h 384"/>
                <a:gd name="T22" fmla="*/ 2147483647 w 368"/>
                <a:gd name="T23" fmla="*/ 2147483647 h 384"/>
                <a:gd name="T24" fmla="*/ 2147483647 w 368"/>
                <a:gd name="T25" fmla="*/ 0 h 384"/>
                <a:gd name="T26" fmla="*/ 2147483647 w 368"/>
                <a:gd name="T27" fmla="*/ 2147483647 h 384"/>
                <a:gd name="T28" fmla="*/ 2147483647 w 368"/>
                <a:gd name="T29" fmla="*/ 2147483647 h 384"/>
                <a:gd name="T30" fmla="*/ 2147483647 w 368"/>
                <a:gd name="T31" fmla="*/ 2147483647 h 384"/>
                <a:gd name="T32" fmla="*/ 2147483647 w 368"/>
                <a:gd name="T33" fmla="*/ 2147483647 h 384"/>
                <a:gd name="T34" fmla="*/ 2147483647 w 368"/>
                <a:gd name="T35" fmla="*/ 2147483647 h 384"/>
                <a:gd name="T36" fmla="*/ 2147483647 w 368"/>
                <a:gd name="T37" fmla="*/ 2147483647 h 384"/>
                <a:gd name="T38" fmla="*/ 2147483647 w 368"/>
                <a:gd name="T39" fmla="*/ 2147483647 h 384"/>
                <a:gd name="T40" fmla="*/ 2147483647 w 368"/>
                <a:gd name="T41" fmla="*/ 2147483647 h 384"/>
                <a:gd name="T42" fmla="*/ 2147483647 w 368"/>
                <a:gd name="T43" fmla="*/ 2147483647 h 384"/>
                <a:gd name="T44" fmla="*/ 2147483647 w 368"/>
                <a:gd name="T45" fmla="*/ 2147483647 h 384"/>
                <a:gd name="T46" fmla="*/ 2147483647 w 368"/>
                <a:gd name="T47" fmla="*/ 2147483647 h 384"/>
                <a:gd name="T48" fmla="*/ 2147483647 w 368"/>
                <a:gd name="T49" fmla="*/ 2147483647 h 384"/>
                <a:gd name="T50" fmla="*/ 2147483647 w 368"/>
                <a:gd name="T51" fmla="*/ 2147483647 h 384"/>
                <a:gd name="T52" fmla="*/ 2147483647 w 368"/>
                <a:gd name="T53" fmla="*/ 2147483647 h 384"/>
                <a:gd name="T54" fmla="*/ 2147483647 w 368"/>
                <a:gd name="T55" fmla="*/ 2147483647 h 384"/>
                <a:gd name="T56" fmla="*/ 2147483647 w 368"/>
                <a:gd name="T57" fmla="*/ 2147483647 h 384"/>
                <a:gd name="T58" fmla="*/ 2147483647 w 368"/>
                <a:gd name="T59" fmla="*/ 2147483647 h 384"/>
                <a:gd name="T60" fmla="*/ 2147483647 w 368"/>
                <a:gd name="T61" fmla="*/ 2147483647 h 384"/>
                <a:gd name="T62" fmla="*/ 2147483647 w 368"/>
                <a:gd name="T63" fmla="*/ 2147483647 h 384"/>
                <a:gd name="T64" fmla="*/ 2147483647 w 368"/>
                <a:gd name="T65" fmla="*/ 2147483647 h 384"/>
                <a:gd name="T66" fmla="*/ 2147483647 w 368"/>
                <a:gd name="T67" fmla="*/ 2147483647 h 384"/>
                <a:gd name="T68" fmla="*/ 2147483647 w 368"/>
                <a:gd name="T69" fmla="*/ 2147483647 h 384"/>
                <a:gd name="T70" fmla="*/ 2147483647 w 368"/>
                <a:gd name="T71" fmla="*/ 2147483647 h 38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68"/>
                <a:gd name="T109" fmla="*/ 0 h 384"/>
                <a:gd name="T110" fmla="*/ 368 w 368"/>
                <a:gd name="T111" fmla="*/ 384 h 38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68" h="384">
                  <a:moveTo>
                    <a:pt x="328" y="168"/>
                  </a:moveTo>
                  <a:lnTo>
                    <a:pt x="344" y="160"/>
                  </a:lnTo>
                  <a:lnTo>
                    <a:pt x="352" y="136"/>
                  </a:lnTo>
                  <a:lnTo>
                    <a:pt x="368" y="120"/>
                  </a:lnTo>
                  <a:lnTo>
                    <a:pt x="368" y="112"/>
                  </a:lnTo>
                  <a:lnTo>
                    <a:pt x="352" y="104"/>
                  </a:lnTo>
                  <a:lnTo>
                    <a:pt x="336" y="104"/>
                  </a:lnTo>
                  <a:lnTo>
                    <a:pt x="320" y="112"/>
                  </a:lnTo>
                  <a:lnTo>
                    <a:pt x="304" y="128"/>
                  </a:lnTo>
                  <a:lnTo>
                    <a:pt x="288" y="128"/>
                  </a:lnTo>
                  <a:lnTo>
                    <a:pt x="272" y="128"/>
                  </a:lnTo>
                  <a:lnTo>
                    <a:pt x="264" y="120"/>
                  </a:lnTo>
                  <a:lnTo>
                    <a:pt x="256" y="120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24" y="128"/>
                  </a:lnTo>
                  <a:lnTo>
                    <a:pt x="192" y="128"/>
                  </a:lnTo>
                  <a:lnTo>
                    <a:pt x="152" y="104"/>
                  </a:lnTo>
                  <a:lnTo>
                    <a:pt x="168" y="80"/>
                  </a:lnTo>
                  <a:lnTo>
                    <a:pt x="144" y="72"/>
                  </a:lnTo>
                  <a:lnTo>
                    <a:pt x="136" y="56"/>
                  </a:lnTo>
                  <a:lnTo>
                    <a:pt x="144" y="48"/>
                  </a:lnTo>
                  <a:lnTo>
                    <a:pt x="144" y="32"/>
                  </a:lnTo>
                  <a:lnTo>
                    <a:pt x="160" y="8"/>
                  </a:lnTo>
                  <a:lnTo>
                    <a:pt x="152" y="0"/>
                  </a:lnTo>
                  <a:lnTo>
                    <a:pt x="128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48" y="120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24" y="168"/>
                  </a:lnTo>
                  <a:lnTo>
                    <a:pt x="8" y="176"/>
                  </a:lnTo>
                  <a:lnTo>
                    <a:pt x="0" y="176"/>
                  </a:lnTo>
                  <a:lnTo>
                    <a:pt x="16" y="200"/>
                  </a:lnTo>
                  <a:lnTo>
                    <a:pt x="32" y="216"/>
                  </a:lnTo>
                  <a:lnTo>
                    <a:pt x="56" y="200"/>
                  </a:lnTo>
                  <a:lnTo>
                    <a:pt x="64" y="272"/>
                  </a:lnTo>
                  <a:lnTo>
                    <a:pt x="72" y="304"/>
                  </a:lnTo>
                  <a:lnTo>
                    <a:pt x="96" y="344"/>
                  </a:lnTo>
                  <a:lnTo>
                    <a:pt x="104" y="360"/>
                  </a:lnTo>
                  <a:lnTo>
                    <a:pt x="120" y="384"/>
                  </a:lnTo>
                  <a:lnTo>
                    <a:pt x="128" y="368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04"/>
                  </a:lnTo>
                  <a:lnTo>
                    <a:pt x="160" y="280"/>
                  </a:lnTo>
                  <a:lnTo>
                    <a:pt x="184" y="256"/>
                  </a:lnTo>
                  <a:lnTo>
                    <a:pt x="216" y="240"/>
                  </a:lnTo>
                  <a:lnTo>
                    <a:pt x="232" y="224"/>
                  </a:lnTo>
                  <a:lnTo>
                    <a:pt x="240" y="200"/>
                  </a:lnTo>
                  <a:lnTo>
                    <a:pt x="264" y="200"/>
                  </a:lnTo>
                  <a:lnTo>
                    <a:pt x="256" y="168"/>
                  </a:lnTo>
                  <a:lnTo>
                    <a:pt x="248" y="160"/>
                  </a:lnTo>
                  <a:lnTo>
                    <a:pt x="256" y="152"/>
                  </a:lnTo>
                  <a:lnTo>
                    <a:pt x="256" y="144"/>
                  </a:lnTo>
                  <a:lnTo>
                    <a:pt x="272" y="144"/>
                  </a:lnTo>
                  <a:lnTo>
                    <a:pt x="280" y="152"/>
                  </a:lnTo>
                  <a:lnTo>
                    <a:pt x="304" y="160"/>
                  </a:lnTo>
                  <a:lnTo>
                    <a:pt x="304" y="168"/>
                  </a:lnTo>
                  <a:lnTo>
                    <a:pt x="296" y="176"/>
                  </a:lnTo>
                  <a:lnTo>
                    <a:pt x="312" y="176"/>
                  </a:lnTo>
                  <a:lnTo>
                    <a:pt x="304" y="192"/>
                  </a:lnTo>
                  <a:lnTo>
                    <a:pt x="312" y="208"/>
                  </a:lnTo>
                  <a:lnTo>
                    <a:pt x="320" y="192"/>
                  </a:lnTo>
                  <a:lnTo>
                    <a:pt x="32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624"/>
            <p:cNvSpPr/>
            <p:nvPr/>
          </p:nvSpPr>
          <p:spPr bwMode="auto">
            <a:xfrm>
              <a:off x="5492609" y="2874296"/>
              <a:ext cx="246739" cy="183135"/>
            </a:xfrm>
            <a:custGeom>
              <a:avLst/>
              <a:gdLst>
                <a:gd name="T0" fmla="*/ 2147483647 w 184"/>
                <a:gd name="T1" fmla="*/ 2147483647 h 136"/>
                <a:gd name="T2" fmla="*/ 2147483647 w 184"/>
                <a:gd name="T3" fmla="*/ 2147483647 h 136"/>
                <a:gd name="T4" fmla="*/ 2147483647 w 184"/>
                <a:gd name="T5" fmla="*/ 2147483647 h 136"/>
                <a:gd name="T6" fmla="*/ 2147483647 w 184"/>
                <a:gd name="T7" fmla="*/ 0 h 136"/>
                <a:gd name="T8" fmla="*/ 2147483647 w 184"/>
                <a:gd name="T9" fmla="*/ 2147483647 h 136"/>
                <a:gd name="T10" fmla="*/ 2147483647 w 184"/>
                <a:gd name="T11" fmla="*/ 2147483647 h 136"/>
                <a:gd name="T12" fmla="*/ 2147483647 w 184"/>
                <a:gd name="T13" fmla="*/ 2147483647 h 136"/>
                <a:gd name="T14" fmla="*/ 2147483647 w 184"/>
                <a:gd name="T15" fmla="*/ 2147483647 h 136"/>
                <a:gd name="T16" fmla="*/ 2147483647 w 184"/>
                <a:gd name="T17" fmla="*/ 2147483647 h 136"/>
                <a:gd name="T18" fmla="*/ 2147483647 w 184"/>
                <a:gd name="T19" fmla="*/ 2147483647 h 136"/>
                <a:gd name="T20" fmla="*/ 2147483647 w 184"/>
                <a:gd name="T21" fmla="*/ 2147483647 h 136"/>
                <a:gd name="T22" fmla="*/ 2147483647 w 184"/>
                <a:gd name="T23" fmla="*/ 2147483647 h 136"/>
                <a:gd name="T24" fmla="*/ 2147483647 w 184"/>
                <a:gd name="T25" fmla="*/ 2147483647 h 136"/>
                <a:gd name="T26" fmla="*/ 2147483647 w 184"/>
                <a:gd name="T27" fmla="*/ 2147483647 h 136"/>
                <a:gd name="T28" fmla="*/ 2147483647 w 184"/>
                <a:gd name="T29" fmla="*/ 2147483647 h 136"/>
                <a:gd name="T30" fmla="*/ 2147483647 w 184"/>
                <a:gd name="T31" fmla="*/ 2147483647 h 136"/>
                <a:gd name="T32" fmla="*/ 0 w 184"/>
                <a:gd name="T33" fmla="*/ 2147483647 h 136"/>
                <a:gd name="T34" fmla="*/ 0 w 184"/>
                <a:gd name="T35" fmla="*/ 2147483647 h 136"/>
                <a:gd name="T36" fmla="*/ 2147483647 w 184"/>
                <a:gd name="T37" fmla="*/ 2147483647 h 136"/>
                <a:gd name="T38" fmla="*/ 2147483647 w 184"/>
                <a:gd name="T39" fmla="*/ 2147483647 h 136"/>
                <a:gd name="T40" fmla="*/ 2147483647 w 184"/>
                <a:gd name="T41" fmla="*/ 2147483647 h 136"/>
                <a:gd name="T42" fmla="*/ 2147483647 w 184"/>
                <a:gd name="T43" fmla="*/ 2147483647 h 136"/>
                <a:gd name="T44" fmla="*/ 2147483647 w 184"/>
                <a:gd name="T45" fmla="*/ 2147483647 h 136"/>
                <a:gd name="T46" fmla="*/ 2147483647 w 184"/>
                <a:gd name="T47" fmla="*/ 2147483647 h 136"/>
                <a:gd name="T48" fmla="*/ 2147483647 w 184"/>
                <a:gd name="T49" fmla="*/ 2147483647 h 136"/>
                <a:gd name="T50" fmla="*/ 2147483647 w 184"/>
                <a:gd name="T51" fmla="*/ 2147483647 h 136"/>
                <a:gd name="T52" fmla="*/ 2147483647 w 184"/>
                <a:gd name="T53" fmla="*/ 2147483647 h 136"/>
                <a:gd name="T54" fmla="*/ 2147483647 w 184"/>
                <a:gd name="T55" fmla="*/ 2147483647 h 136"/>
                <a:gd name="T56" fmla="*/ 2147483647 w 184"/>
                <a:gd name="T57" fmla="*/ 2147483647 h 136"/>
                <a:gd name="T58" fmla="*/ 2147483647 w 184"/>
                <a:gd name="T59" fmla="*/ 2147483647 h 136"/>
                <a:gd name="T60" fmla="*/ 2147483647 w 184"/>
                <a:gd name="T61" fmla="*/ 2147483647 h 136"/>
                <a:gd name="T62" fmla="*/ 2147483647 w 184"/>
                <a:gd name="T63" fmla="*/ 2147483647 h 136"/>
                <a:gd name="T64" fmla="*/ 2147483647 w 184"/>
                <a:gd name="T65" fmla="*/ 2147483647 h 136"/>
                <a:gd name="T66" fmla="*/ 2147483647 w 184"/>
                <a:gd name="T67" fmla="*/ 2147483647 h 136"/>
                <a:gd name="T68" fmla="*/ 2147483647 w 184"/>
                <a:gd name="T69" fmla="*/ 2147483647 h 1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84"/>
                <a:gd name="T106" fmla="*/ 0 h 136"/>
                <a:gd name="T107" fmla="*/ 184 w 184"/>
                <a:gd name="T108" fmla="*/ 136 h 1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84" h="136">
                  <a:moveTo>
                    <a:pt x="168" y="8"/>
                  </a:moveTo>
                  <a:lnTo>
                    <a:pt x="152" y="16"/>
                  </a:lnTo>
                  <a:lnTo>
                    <a:pt x="144" y="16"/>
                  </a:lnTo>
                  <a:lnTo>
                    <a:pt x="136" y="0"/>
                  </a:lnTo>
                  <a:lnTo>
                    <a:pt x="120" y="8"/>
                  </a:lnTo>
                  <a:lnTo>
                    <a:pt x="112" y="16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32"/>
                  </a:lnTo>
                  <a:lnTo>
                    <a:pt x="40" y="40"/>
                  </a:lnTo>
                  <a:lnTo>
                    <a:pt x="32" y="48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8" y="64"/>
                  </a:lnTo>
                  <a:lnTo>
                    <a:pt x="0" y="80"/>
                  </a:lnTo>
                  <a:lnTo>
                    <a:pt x="0" y="96"/>
                  </a:lnTo>
                  <a:lnTo>
                    <a:pt x="16" y="104"/>
                  </a:lnTo>
                  <a:lnTo>
                    <a:pt x="8" y="128"/>
                  </a:lnTo>
                  <a:lnTo>
                    <a:pt x="24" y="128"/>
                  </a:lnTo>
                  <a:lnTo>
                    <a:pt x="40" y="136"/>
                  </a:lnTo>
                  <a:lnTo>
                    <a:pt x="64" y="136"/>
                  </a:lnTo>
                  <a:lnTo>
                    <a:pt x="80" y="112"/>
                  </a:lnTo>
                  <a:lnTo>
                    <a:pt x="88" y="104"/>
                  </a:lnTo>
                  <a:lnTo>
                    <a:pt x="112" y="96"/>
                  </a:lnTo>
                  <a:lnTo>
                    <a:pt x="120" y="80"/>
                  </a:lnTo>
                  <a:lnTo>
                    <a:pt x="120" y="72"/>
                  </a:lnTo>
                  <a:lnTo>
                    <a:pt x="128" y="64"/>
                  </a:lnTo>
                  <a:lnTo>
                    <a:pt x="136" y="48"/>
                  </a:lnTo>
                  <a:lnTo>
                    <a:pt x="136" y="32"/>
                  </a:lnTo>
                  <a:lnTo>
                    <a:pt x="160" y="24"/>
                  </a:lnTo>
                  <a:lnTo>
                    <a:pt x="184" y="24"/>
                  </a:lnTo>
                  <a:lnTo>
                    <a:pt x="176" y="8"/>
                  </a:lnTo>
                  <a:lnTo>
                    <a:pt x="16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625"/>
            <p:cNvSpPr/>
            <p:nvPr/>
          </p:nvSpPr>
          <p:spPr bwMode="auto">
            <a:xfrm>
              <a:off x="6039821" y="3078267"/>
              <a:ext cx="203971" cy="472642"/>
            </a:xfrm>
            <a:custGeom>
              <a:avLst/>
              <a:gdLst>
                <a:gd name="T0" fmla="*/ 2147483647 w 152"/>
                <a:gd name="T1" fmla="*/ 2147483647 h 352"/>
                <a:gd name="T2" fmla="*/ 2147483647 w 152"/>
                <a:gd name="T3" fmla="*/ 2147483647 h 352"/>
                <a:gd name="T4" fmla="*/ 2147483647 w 152"/>
                <a:gd name="T5" fmla="*/ 2147483647 h 352"/>
                <a:gd name="T6" fmla="*/ 2147483647 w 152"/>
                <a:gd name="T7" fmla="*/ 2147483647 h 352"/>
                <a:gd name="T8" fmla="*/ 2147483647 w 152"/>
                <a:gd name="T9" fmla="*/ 2147483647 h 352"/>
                <a:gd name="T10" fmla="*/ 2147483647 w 152"/>
                <a:gd name="T11" fmla="*/ 2147483647 h 352"/>
                <a:gd name="T12" fmla="*/ 2147483647 w 152"/>
                <a:gd name="T13" fmla="*/ 2147483647 h 352"/>
                <a:gd name="T14" fmla="*/ 2147483647 w 152"/>
                <a:gd name="T15" fmla="*/ 2147483647 h 352"/>
                <a:gd name="T16" fmla="*/ 2147483647 w 152"/>
                <a:gd name="T17" fmla="*/ 2147483647 h 352"/>
                <a:gd name="T18" fmla="*/ 2147483647 w 152"/>
                <a:gd name="T19" fmla="*/ 0 h 352"/>
                <a:gd name="T20" fmla="*/ 2147483647 w 152"/>
                <a:gd name="T21" fmla="*/ 0 h 352"/>
                <a:gd name="T22" fmla="*/ 2147483647 w 152"/>
                <a:gd name="T23" fmla="*/ 2147483647 h 352"/>
                <a:gd name="T24" fmla="*/ 2147483647 w 152"/>
                <a:gd name="T25" fmla="*/ 2147483647 h 352"/>
                <a:gd name="T26" fmla="*/ 2147483647 w 152"/>
                <a:gd name="T27" fmla="*/ 2147483647 h 352"/>
                <a:gd name="T28" fmla="*/ 2147483647 w 152"/>
                <a:gd name="T29" fmla="*/ 2147483647 h 352"/>
                <a:gd name="T30" fmla="*/ 2147483647 w 152"/>
                <a:gd name="T31" fmla="*/ 2147483647 h 352"/>
                <a:gd name="T32" fmla="*/ 0 w 152"/>
                <a:gd name="T33" fmla="*/ 2147483647 h 352"/>
                <a:gd name="T34" fmla="*/ 2147483647 w 152"/>
                <a:gd name="T35" fmla="*/ 2147483647 h 352"/>
                <a:gd name="T36" fmla="*/ 2147483647 w 152"/>
                <a:gd name="T37" fmla="*/ 2147483647 h 352"/>
                <a:gd name="T38" fmla="*/ 2147483647 w 152"/>
                <a:gd name="T39" fmla="*/ 2147483647 h 352"/>
                <a:gd name="T40" fmla="*/ 2147483647 w 152"/>
                <a:gd name="T41" fmla="*/ 2147483647 h 352"/>
                <a:gd name="T42" fmla="*/ 2147483647 w 152"/>
                <a:gd name="T43" fmla="*/ 2147483647 h 352"/>
                <a:gd name="T44" fmla="*/ 2147483647 w 152"/>
                <a:gd name="T45" fmla="*/ 2147483647 h 352"/>
                <a:gd name="T46" fmla="*/ 2147483647 w 152"/>
                <a:gd name="T47" fmla="*/ 2147483647 h 352"/>
                <a:gd name="T48" fmla="*/ 2147483647 w 152"/>
                <a:gd name="T49" fmla="*/ 2147483647 h 352"/>
                <a:gd name="T50" fmla="*/ 2147483647 w 152"/>
                <a:gd name="T51" fmla="*/ 2147483647 h 352"/>
                <a:gd name="T52" fmla="*/ 2147483647 w 152"/>
                <a:gd name="T53" fmla="*/ 2147483647 h 352"/>
                <a:gd name="T54" fmla="*/ 2147483647 w 152"/>
                <a:gd name="T55" fmla="*/ 2147483647 h 352"/>
                <a:gd name="T56" fmla="*/ 2147483647 w 152"/>
                <a:gd name="T57" fmla="*/ 2147483647 h 352"/>
                <a:gd name="T58" fmla="*/ 2147483647 w 152"/>
                <a:gd name="T59" fmla="*/ 2147483647 h 352"/>
                <a:gd name="T60" fmla="*/ 2147483647 w 152"/>
                <a:gd name="T61" fmla="*/ 2147483647 h 352"/>
                <a:gd name="T62" fmla="*/ 2147483647 w 152"/>
                <a:gd name="T63" fmla="*/ 2147483647 h 352"/>
                <a:gd name="T64" fmla="*/ 2147483647 w 152"/>
                <a:gd name="T65" fmla="*/ 2147483647 h 352"/>
                <a:gd name="T66" fmla="*/ 2147483647 w 152"/>
                <a:gd name="T67" fmla="*/ 2147483647 h 352"/>
                <a:gd name="T68" fmla="*/ 2147483647 w 152"/>
                <a:gd name="T69" fmla="*/ 2147483647 h 352"/>
                <a:gd name="T70" fmla="*/ 2147483647 w 152"/>
                <a:gd name="T71" fmla="*/ 2147483647 h 352"/>
                <a:gd name="T72" fmla="*/ 2147483647 w 152"/>
                <a:gd name="T73" fmla="*/ 2147483647 h 352"/>
                <a:gd name="T74" fmla="*/ 2147483647 w 152"/>
                <a:gd name="T75" fmla="*/ 2147483647 h 352"/>
                <a:gd name="T76" fmla="*/ 2147483647 w 152"/>
                <a:gd name="T77" fmla="*/ 2147483647 h 352"/>
                <a:gd name="T78" fmla="*/ 2147483647 w 152"/>
                <a:gd name="T79" fmla="*/ 2147483647 h 352"/>
                <a:gd name="T80" fmla="*/ 2147483647 w 152"/>
                <a:gd name="T81" fmla="*/ 2147483647 h 352"/>
                <a:gd name="T82" fmla="*/ 2147483647 w 152"/>
                <a:gd name="T83" fmla="*/ 2147483647 h 352"/>
                <a:gd name="T84" fmla="*/ 2147483647 w 152"/>
                <a:gd name="T85" fmla="*/ 2147483647 h 352"/>
                <a:gd name="T86" fmla="*/ 2147483647 w 152"/>
                <a:gd name="T87" fmla="*/ 2147483647 h 352"/>
                <a:gd name="T88" fmla="*/ 2147483647 w 152"/>
                <a:gd name="T89" fmla="*/ 2147483647 h 352"/>
                <a:gd name="T90" fmla="*/ 2147483647 w 152"/>
                <a:gd name="T91" fmla="*/ 2147483647 h 3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52"/>
                <a:gd name="T139" fmla="*/ 0 h 352"/>
                <a:gd name="T140" fmla="*/ 152 w 152"/>
                <a:gd name="T141" fmla="*/ 352 h 3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52" h="352">
                  <a:moveTo>
                    <a:pt x="96" y="104"/>
                  </a:move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626"/>
            <p:cNvSpPr/>
            <p:nvPr/>
          </p:nvSpPr>
          <p:spPr bwMode="auto">
            <a:xfrm>
              <a:off x="5622010" y="2928031"/>
              <a:ext cx="493477" cy="515410"/>
            </a:xfrm>
            <a:custGeom>
              <a:avLst/>
              <a:gdLst>
                <a:gd name="T0" fmla="*/ 2147483647 w 368"/>
                <a:gd name="T1" fmla="*/ 2147483647 h 384"/>
                <a:gd name="T2" fmla="*/ 2147483647 w 368"/>
                <a:gd name="T3" fmla="*/ 2147483647 h 384"/>
                <a:gd name="T4" fmla="*/ 2147483647 w 368"/>
                <a:gd name="T5" fmla="*/ 2147483647 h 384"/>
                <a:gd name="T6" fmla="*/ 2147483647 w 368"/>
                <a:gd name="T7" fmla="*/ 2147483647 h 384"/>
                <a:gd name="T8" fmla="*/ 2147483647 w 368"/>
                <a:gd name="T9" fmla="*/ 2147483647 h 384"/>
                <a:gd name="T10" fmla="*/ 2147483647 w 368"/>
                <a:gd name="T11" fmla="*/ 2147483647 h 384"/>
                <a:gd name="T12" fmla="*/ 2147483647 w 368"/>
                <a:gd name="T13" fmla="*/ 2147483647 h 384"/>
                <a:gd name="T14" fmla="*/ 2147483647 w 368"/>
                <a:gd name="T15" fmla="*/ 2147483647 h 384"/>
                <a:gd name="T16" fmla="*/ 2147483647 w 368"/>
                <a:gd name="T17" fmla="*/ 2147483647 h 384"/>
                <a:gd name="T18" fmla="*/ 2147483647 w 368"/>
                <a:gd name="T19" fmla="*/ 2147483647 h 384"/>
                <a:gd name="T20" fmla="*/ 2147483647 w 368"/>
                <a:gd name="T21" fmla="*/ 2147483647 h 384"/>
                <a:gd name="T22" fmla="*/ 2147483647 w 368"/>
                <a:gd name="T23" fmla="*/ 2147483647 h 384"/>
                <a:gd name="T24" fmla="*/ 2147483647 w 368"/>
                <a:gd name="T25" fmla="*/ 0 h 384"/>
                <a:gd name="T26" fmla="*/ 2147483647 w 368"/>
                <a:gd name="T27" fmla="*/ 0 h 384"/>
                <a:gd name="T28" fmla="*/ 2147483647 w 368"/>
                <a:gd name="T29" fmla="*/ 2147483647 h 384"/>
                <a:gd name="T30" fmla="*/ 2147483647 w 368"/>
                <a:gd name="T31" fmla="*/ 2147483647 h 384"/>
                <a:gd name="T32" fmla="*/ 2147483647 w 368"/>
                <a:gd name="T33" fmla="*/ 2147483647 h 384"/>
                <a:gd name="T34" fmla="*/ 2147483647 w 368"/>
                <a:gd name="T35" fmla="*/ 2147483647 h 384"/>
                <a:gd name="T36" fmla="*/ 2147483647 w 368"/>
                <a:gd name="T37" fmla="*/ 2147483647 h 384"/>
                <a:gd name="T38" fmla="*/ 2147483647 w 368"/>
                <a:gd name="T39" fmla="*/ 2147483647 h 384"/>
                <a:gd name="T40" fmla="*/ 2147483647 w 368"/>
                <a:gd name="T41" fmla="*/ 2147483647 h 384"/>
                <a:gd name="T42" fmla="*/ 0 w 368"/>
                <a:gd name="T43" fmla="*/ 2147483647 h 384"/>
                <a:gd name="T44" fmla="*/ 2147483647 w 368"/>
                <a:gd name="T45" fmla="*/ 2147483647 h 384"/>
                <a:gd name="T46" fmla="*/ 2147483647 w 368"/>
                <a:gd name="T47" fmla="*/ 2147483647 h 384"/>
                <a:gd name="T48" fmla="*/ 2147483647 w 368"/>
                <a:gd name="T49" fmla="*/ 2147483647 h 384"/>
                <a:gd name="T50" fmla="*/ 2147483647 w 368"/>
                <a:gd name="T51" fmla="*/ 2147483647 h 384"/>
                <a:gd name="T52" fmla="*/ 2147483647 w 368"/>
                <a:gd name="T53" fmla="*/ 2147483647 h 384"/>
                <a:gd name="T54" fmla="*/ 2147483647 w 368"/>
                <a:gd name="T55" fmla="*/ 2147483647 h 384"/>
                <a:gd name="T56" fmla="*/ 2147483647 w 368"/>
                <a:gd name="T57" fmla="*/ 2147483647 h 384"/>
                <a:gd name="T58" fmla="*/ 2147483647 w 368"/>
                <a:gd name="T59" fmla="*/ 2147483647 h 384"/>
                <a:gd name="T60" fmla="*/ 2147483647 w 368"/>
                <a:gd name="T61" fmla="*/ 2147483647 h 384"/>
                <a:gd name="T62" fmla="*/ 2147483647 w 368"/>
                <a:gd name="T63" fmla="*/ 2147483647 h 384"/>
                <a:gd name="T64" fmla="*/ 2147483647 w 368"/>
                <a:gd name="T65" fmla="*/ 2147483647 h 384"/>
                <a:gd name="T66" fmla="*/ 2147483647 w 368"/>
                <a:gd name="T67" fmla="*/ 2147483647 h 384"/>
                <a:gd name="T68" fmla="*/ 2147483647 w 368"/>
                <a:gd name="T69" fmla="*/ 2147483647 h 384"/>
                <a:gd name="T70" fmla="*/ 2147483647 w 368"/>
                <a:gd name="T71" fmla="*/ 2147483647 h 384"/>
                <a:gd name="T72" fmla="*/ 2147483647 w 368"/>
                <a:gd name="T73" fmla="*/ 2147483647 h 384"/>
                <a:gd name="T74" fmla="*/ 2147483647 w 368"/>
                <a:gd name="T75" fmla="*/ 2147483647 h 3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68"/>
                <a:gd name="T115" fmla="*/ 0 h 384"/>
                <a:gd name="T116" fmla="*/ 368 w 368"/>
                <a:gd name="T117" fmla="*/ 384 h 38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68" h="384">
                  <a:moveTo>
                    <a:pt x="328" y="168"/>
                  </a:moveTo>
                  <a:lnTo>
                    <a:pt x="344" y="160"/>
                  </a:lnTo>
                  <a:lnTo>
                    <a:pt x="352" y="136"/>
                  </a:lnTo>
                  <a:lnTo>
                    <a:pt x="368" y="120"/>
                  </a:lnTo>
                  <a:lnTo>
                    <a:pt x="368" y="112"/>
                  </a:lnTo>
                  <a:lnTo>
                    <a:pt x="352" y="104"/>
                  </a:lnTo>
                  <a:lnTo>
                    <a:pt x="336" y="104"/>
                  </a:lnTo>
                  <a:lnTo>
                    <a:pt x="320" y="112"/>
                  </a:lnTo>
                  <a:lnTo>
                    <a:pt x="304" y="128"/>
                  </a:lnTo>
                  <a:lnTo>
                    <a:pt x="288" y="128"/>
                  </a:lnTo>
                  <a:lnTo>
                    <a:pt x="272" y="128"/>
                  </a:lnTo>
                  <a:lnTo>
                    <a:pt x="264" y="120"/>
                  </a:lnTo>
                  <a:lnTo>
                    <a:pt x="256" y="120"/>
                  </a:lnTo>
                  <a:lnTo>
                    <a:pt x="248" y="136"/>
                  </a:lnTo>
                  <a:lnTo>
                    <a:pt x="240" y="136"/>
                  </a:lnTo>
                  <a:lnTo>
                    <a:pt x="224" y="128"/>
                  </a:lnTo>
                  <a:lnTo>
                    <a:pt x="192" y="128"/>
                  </a:lnTo>
                  <a:lnTo>
                    <a:pt x="152" y="104"/>
                  </a:lnTo>
                  <a:lnTo>
                    <a:pt x="168" y="80"/>
                  </a:lnTo>
                  <a:lnTo>
                    <a:pt x="144" y="72"/>
                  </a:lnTo>
                  <a:lnTo>
                    <a:pt x="136" y="56"/>
                  </a:lnTo>
                  <a:lnTo>
                    <a:pt x="144" y="48"/>
                  </a:lnTo>
                  <a:lnTo>
                    <a:pt x="144" y="32"/>
                  </a:lnTo>
                  <a:lnTo>
                    <a:pt x="160" y="8"/>
                  </a:lnTo>
                  <a:lnTo>
                    <a:pt x="152" y="0"/>
                  </a:lnTo>
                  <a:lnTo>
                    <a:pt x="128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80" y="16"/>
                  </a:lnTo>
                  <a:lnTo>
                    <a:pt x="80" y="40"/>
                  </a:lnTo>
                  <a:lnTo>
                    <a:pt x="88" y="48"/>
                  </a:lnTo>
                  <a:lnTo>
                    <a:pt x="80" y="64"/>
                  </a:lnTo>
                  <a:lnTo>
                    <a:pt x="72" y="80"/>
                  </a:lnTo>
                  <a:lnTo>
                    <a:pt x="48" y="120"/>
                  </a:lnTo>
                  <a:lnTo>
                    <a:pt x="32" y="120"/>
                  </a:lnTo>
                  <a:lnTo>
                    <a:pt x="24" y="128"/>
                  </a:lnTo>
                  <a:lnTo>
                    <a:pt x="32" y="144"/>
                  </a:lnTo>
                  <a:lnTo>
                    <a:pt x="40" y="160"/>
                  </a:lnTo>
                  <a:lnTo>
                    <a:pt x="24" y="168"/>
                  </a:lnTo>
                  <a:lnTo>
                    <a:pt x="8" y="176"/>
                  </a:lnTo>
                  <a:lnTo>
                    <a:pt x="0" y="176"/>
                  </a:lnTo>
                  <a:lnTo>
                    <a:pt x="16" y="200"/>
                  </a:lnTo>
                  <a:lnTo>
                    <a:pt x="32" y="216"/>
                  </a:lnTo>
                  <a:lnTo>
                    <a:pt x="56" y="200"/>
                  </a:lnTo>
                  <a:lnTo>
                    <a:pt x="64" y="272"/>
                  </a:lnTo>
                  <a:lnTo>
                    <a:pt x="72" y="304"/>
                  </a:lnTo>
                  <a:lnTo>
                    <a:pt x="96" y="344"/>
                  </a:lnTo>
                  <a:lnTo>
                    <a:pt x="104" y="360"/>
                  </a:lnTo>
                  <a:lnTo>
                    <a:pt x="120" y="384"/>
                  </a:lnTo>
                  <a:lnTo>
                    <a:pt x="128" y="368"/>
                  </a:lnTo>
                  <a:lnTo>
                    <a:pt x="144" y="352"/>
                  </a:lnTo>
                  <a:lnTo>
                    <a:pt x="152" y="336"/>
                  </a:lnTo>
                  <a:lnTo>
                    <a:pt x="152" y="304"/>
                  </a:lnTo>
                  <a:lnTo>
                    <a:pt x="160" y="280"/>
                  </a:lnTo>
                  <a:lnTo>
                    <a:pt x="184" y="256"/>
                  </a:lnTo>
                  <a:lnTo>
                    <a:pt x="216" y="240"/>
                  </a:lnTo>
                  <a:lnTo>
                    <a:pt x="232" y="224"/>
                  </a:lnTo>
                  <a:lnTo>
                    <a:pt x="240" y="200"/>
                  </a:lnTo>
                  <a:lnTo>
                    <a:pt x="264" y="200"/>
                  </a:lnTo>
                  <a:lnTo>
                    <a:pt x="256" y="168"/>
                  </a:lnTo>
                  <a:lnTo>
                    <a:pt x="248" y="160"/>
                  </a:lnTo>
                  <a:lnTo>
                    <a:pt x="256" y="152"/>
                  </a:lnTo>
                  <a:lnTo>
                    <a:pt x="256" y="144"/>
                  </a:lnTo>
                  <a:lnTo>
                    <a:pt x="272" y="144"/>
                  </a:lnTo>
                  <a:lnTo>
                    <a:pt x="280" y="152"/>
                  </a:lnTo>
                  <a:lnTo>
                    <a:pt x="304" y="160"/>
                  </a:lnTo>
                  <a:lnTo>
                    <a:pt x="304" y="168"/>
                  </a:lnTo>
                  <a:lnTo>
                    <a:pt x="296" y="176"/>
                  </a:lnTo>
                  <a:lnTo>
                    <a:pt x="312" y="176"/>
                  </a:lnTo>
                  <a:lnTo>
                    <a:pt x="304" y="192"/>
                  </a:lnTo>
                  <a:lnTo>
                    <a:pt x="312" y="208"/>
                  </a:lnTo>
                  <a:lnTo>
                    <a:pt x="320" y="192"/>
                  </a:lnTo>
                  <a:lnTo>
                    <a:pt x="32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Freeform 627"/>
            <p:cNvSpPr/>
            <p:nvPr/>
          </p:nvSpPr>
          <p:spPr bwMode="auto">
            <a:xfrm>
              <a:off x="6039821" y="3078267"/>
              <a:ext cx="203971" cy="472642"/>
            </a:xfrm>
            <a:custGeom>
              <a:avLst/>
              <a:gdLst>
                <a:gd name="T0" fmla="*/ 2147483647 w 152"/>
                <a:gd name="T1" fmla="*/ 2147483647 h 352"/>
                <a:gd name="T2" fmla="*/ 2147483647 w 152"/>
                <a:gd name="T3" fmla="*/ 2147483647 h 352"/>
                <a:gd name="T4" fmla="*/ 2147483647 w 152"/>
                <a:gd name="T5" fmla="*/ 2147483647 h 352"/>
                <a:gd name="T6" fmla="*/ 2147483647 w 152"/>
                <a:gd name="T7" fmla="*/ 2147483647 h 352"/>
                <a:gd name="T8" fmla="*/ 2147483647 w 152"/>
                <a:gd name="T9" fmla="*/ 2147483647 h 352"/>
                <a:gd name="T10" fmla="*/ 2147483647 w 152"/>
                <a:gd name="T11" fmla="*/ 0 h 352"/>
                <a:gd name="T12" fmla="*/ 2147483647 w 152"/>
                <a:gd name="T13" fmla="*/ 2147483647 h 352"/>
                <a:gd name="T14" fmla="*/ 2147483647 w 152"/>
                <a:gd name="T15" fmla="*/ 2147483647 h 352"/>
                <a:gd name="T16" fmla="*/ 0 w 152"/>
                <a:gd name="T17" fmla="*/ 2147483647 h 352"/>
                <a:gd name="T18" fmla="*/ 2147483647 w 152"/>
                <a:gd name="T19" fmla="*/ 2147483647 h 352"/>
                <a:gd name="T20" fmla="*/ 2147483647 w 152"/>
                <a:gd name="T21" fmla="*/ 2147483647 h 352"/>
                <a:gd name="T22" fmla="*/ 2147483647 w 152"/>
                <a:gd name="T23" fmla="*/ 2147483647 h 352"/>
                <a:gd name="T24" fmla="*/ 2147483647 w 152"/>
                <a:gd name="T25" fmla="*/ 2147483647 h 352"/>
                <a:gd name="T26" fmla="*/ 2147483647 w 152"/>
                <a:gd name="T27" fmla="*/ 2147483647 h 352"/>
                <a:gd name="T28" fmla="*/ 2147483647 w 152"/>
                <a:gd name="T29" fmla="*/ 2147483647 h 352"/>
                <a:gd name="T30" fmla="*/ 2147483647 w 152"/>
                <a:gd name="T31" fmla="*/ 2147483647 h 352"/>
                <a:gd name="T32" fmla="*/ 2147483647 w 152"/>
                <a:gd name="T33" fmla="*/ 2147483647 h 352"/>
                <a:gd name="T34" fmla="*/ 2147483647 w 152"/>
                <a:gd name="T35" fmla="*/ 2147483647 h 352"/>
                <a:gd name="T36" fmla="*/ 2147483647 w 152"/>
                <a:gd name="T37" fmla="*/ 2147483647 h 352"/>
                <a:gd name="T38" fmla="*/ 2147483647 w 152"/>
                <a:gd name="T39" fmla="*/ 2147483647 h 352"/>
                <a:gd name="T40" fmla="*/ 2147483647 w 152"/>
                <a:gd name="T41" fmla="*/ 2147483647 h 352"/>
                <a:gd name="T42" fmla="*/ 2147483647 w 152"/>
                <a:gd name="T43" fmla="*/ 2147483647 h 352"/>
                <a:gd name="T44" fmla="*/ 2147483647 w 152"/>
                <a:gd name="T45" fmla="*/ 2147483647 h 352"/>
                <a:gd name="T46" fmla="*/ 2147483647 w 152"/>
                <a:gd name="T47" fmla="*/ 2147483647 h 352"/>
                <a:gd name="T48" fmla="*/ 2147483647 w 152"/>
                <a:gd name="T49" fmla="*/ 2147483647 h 352"/>
                <a:gd name="T50" fmla="*/ 2147483647 w 152"/>
                <a:gd name="T51" fmla="*/ 2147483647 h 352"/>
                <a:gd name="T52" fmla="*/ 2147483647 w 152"/>
                <a:gd name="T53" fmla="*/ 2147483647 h 352"/>
                <a:gd name="T54" fmla="*/ 2147483647 w 152"/>
                <a:gd name="T55" fmla="*/ 2147483647 h 352"/>
                <a:gd name="T56" fmla="*/ 2147483647 w 152"/>
                <a:gd name="T57" fmla="*/ 0 h 352"/>
                <a:gd name="T58" fmla="*/ 2147483647 w 152"/>
                <a:gd name="T59" fmla="*/ 2147483647 h 352"/>
                <a:gd name="T60" fmla="*/ 2147483647 w 152"/>
                <a:gd name="T61" fmla="*/ 2147483647 h 352"/>
                <a:gd name="T62" fmla="*/ 0 w 152"/>
                <a:gd name="T63" fmla="*/ 2147483647 h 352"/>
                <a:gd name="T64" fmla="*/ 2147483647 w 152"/>
                <a:gd name="T65" fmla="*/ 2147483647 h 352"/>
                <a:gd name="T66" fmla="*/ 2147483647 w 152"/>
                <a:gd name="T67" fmla="*/ 2147483647 h 352"/>
                <a:gd name="T68" fmla="*/ 2147483647 w 152"/>
                <a:gd name="T69" fmla="*/ 2147483647 h 352"/>
                <a:gd name="T70" fmla="*/ 2147483647 w 152"/>
                <a:gd name="T71" fmla="*/ 2147483647 h 352"/>
                <a:gd name="T72" fmla="*/ 2147483647 w 152"/>
                <a:gd name="T73" fmla="*/ 2147483647 h 352"/>
                <a:gd name="T74" fmla="*/ 2147483647 w 152"/>
                <a:gd name="T75" fmla="*/ 2147483647 h 352"/>
                <a:gd name="T76" fmla="*/ 2147483647 w 152"/>
                <a:gd name="T77" fmla="*/ 2147483647 h 352"/>
                <a:gd name="T78" fmla="*/ 2147483647 w 152"/>
                <a:gd name="T79" fmla="*/ 2147483647 h 352"/>
                <a:gd name="T80" fmla="*/ 2147483647 w 152"/>
                <a:gd name="T81" fmla="*/ 2147483647 h 352"/>
                <a:gd name="T82" fmla="*/ 2147483647 w 152"/>
                <a:gd name="T83" fmla="*/ 2147483647 h 352"/>
                <a:gd name="T84" fmla="*/ 2147483647 w 152"/>
                <a:gd name="T85" fmla="*/ 2147483647 h 352"/>
                <a:gd name="T86" fmla="*/ 2147483647 w 152"/>
                <a:gd name="T87" fmla="*/ 2147483647 h 352"/>
                <a:gd name="T88" fmla="*/ 2147483647 w 152"/>
                <a:gd name="T89" fmla="*/ 2147483647 h 352"/>
                <a:gd name="T90" fmla="*/ 2147483647 w 152"/>
                <a:gd name="T91" fmla="*/ 2147483647 h 3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52"/>
                <a:gd name="T139" fmla="*/ 0 h 352"/>
                <a:gd name="T140" fmla="*/ 152 w 152"/>
                <a:gd name="T141" fmla="*/ 352 h 3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52" h="352">
                  <a:moveTo>
                    <a:pt x="96" y="104"/>
                  </a:moveTo>
                  <a:lnTo>
                    <a:pt x="96" y="104"/>
                  </a:ln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lnTo>
                    <a:pt x="112" y="88"/>
                  </a:lnTo>
                  <a:lnTo>
                    <a:pt x="88" y="80"/>
                  </a:lnTo>
                  <a:lnTo>
                    <a:pt x="88" y="72"/>
                  </a:lnTo>
                  <a:lnTo>
                    <a:pt x="80" y="64"/>
                  </a:lnTo>
                  <a:lnTo>
                    <a:pt x="72" y="56"/>
                  </a:lnTo>
                  <a:lnTo>
                    <a:pt x="72" y="48"/>
                  </a:lnTo>
                  <a:lnTo>
                    <a:pt x="80" y="24"/>
                  </a:lnTo>
                  <a:lnTo>
                    <a:pt x="72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0" y="24"/>
                  </a:lnTo>
                  <a:lnTo>
                    <a:pt x="32" y="48"/>
                  </a:lnTo>
                  <a:lnTo>
                    <a:pt x="16" y="56"/>
                  </a:lnTo>
                  <a:lnTo>
                    <a:pt x="8" y="80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24" y="160"/>
                  </a:lnTo>
                  <a:lnTo>
                    <a:pt x="40" y="168"/>
                  </a:lnTo>
                  <a:lnTo>
                    <a:pt x="56" y="160"/>
                  </a:lnTo>
                  <a:lnTo>
                    <a:pt x="64" y="168"/>
                  </a:lnTo>
                  <a:lnTo>
                    <a:pt x="72" y="192"/>
                  </a:lnTo>
                  <a:lnTo>
                    <a:pt x="72" y="224"/>
                  </a:lnTo>
                  <a:lnTo>
                    <a:pt x="72" y="264"/>
                  </a:lnTo>
                  <a:lnTo>
                    <a:pt x="88" y="280"/>
                  </a:lnTo>
                  <a:lnTo>
                    <a:pt x="96" y="296"/>
                  </a:lnTo>
                  <a:lnTo>
                    <a:pt x="104" y="312"/>
                  </a:lnTo>
                  <a:lnTo>
                    <a:pt x="120" y="328"/>
                  </a:lnTo>
                  <a:lnTo>
                    <a:pt x="144" y="352"/>
                  </a:lnTo>
                  <a:lnTo>
                    <a:pt x="152" y="344"/>
                  </a:lnTo>
                  <a:lnTo>
                    <a:pt x="144" y="320"/>
                  </a:lnTo>
                  <a:lnTo>
                    <a:pt x="136" y="304"/>
                  </a:lnTo>
                  <a:lnTo>
                    <a:pt x="120" y="288"/>
                  </a:lnTo>
                  <a:lnTo>
                    <a:pt x="104" y="280"/>
                  </a:lnTo>
                  <a:lnTo>
                    <a:pt x="96" y="272"/>
                  </a:lnTo>
                  <a:lnTo>
                    <a:pt x="88" y="240"/>
                  </a:lnTo>
                  <a:lnTo>
                    <a:pt x="88" y="224"/>
                  </a:lnTo>
                  <a:lnTo>
                    <a:pt x="96" y="216"/>
                  </a:lnTo>
                  <a:lnTo>
                    <a:pt x="80" y="192"/>
                  </a:lnTo>
                  <a:lnTo>
                    <a:pt x="80" y="176"/>
                  </a:lnTo>
                  <a:lnTo>
                    <a:pt x="80" y="168"/>
                  </a:lnTo>
                  <a:lnTo>
                    <a:pt x="80" y="152"/>
                  </a:lnTo>
                  <a:lnTo>
                    <a:pt x="72" y="128"/>
                  </a:lnTo>
                  <a:lnTo>
                    <a:pt x="88" y="112"/>
                  </a:lnTo>
                  <a:lnTo>
                    <a:pt x="9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628"/>
            <p:cNvSpPr/>
            <p:nvPr/>
          </p:nvSpPr>
          <p:spPr bwMode="auto">
            <a:xfrm>
              <a:off x="6136324" y="3217538"/>
              <a:ext cx="129401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2147483647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0 h 112"/>
                <a:gd name="T16" fmla="*/ 2147483647 w 96"/>
                <a:gd name="T17" fmla="*/ 2147483647 h 112"/>
                <a:gd name="T18" fmla="*/ 0 w 96"/>
                <a:gd name="T19" fmla="*/ 2147483647 h 112"/>
                <a:gd name="T20" fmla="*/ 2147483647 w 96"/>
                <a:gd name="T21" fmla="*/ 2147483647 h 112"/>
                <a:gd name="T22" fmla="*/ 2147483647 w 96"/>
                <a:gd name="T23" fmla="*/ 2147483647 h 112"/>
                <a:gd name="T24" fmla="*/ 2147483647 w 96"/>
                <a:gd name="T25" fmla="*/ 2147483647 h 112"/>
                <a:gd name="T26" fmla="*/ 2147483647 w 96"/>
                <a:gd name="T27" fmla="*/ 2147483647 h 112"/>
                <a:gd name="T28" fmla="*/ 2147483647 w 96"/>
                <a:gd name="T29" fmla="*/ 2147483647 h 112"/>
                <a:gd name="T30" fmla="*/ 2147483647 w 96"/>
                <a:gd name="T31" fmla="*/ 2147483647 h 112"/>
                <a:gd name="T32" fmla="*/ 2147483647 w 96"/>
                <a:gd name="T33" fmla="*/ 2147483647 h 112"/>
                <a:gd name="T34" fmla="*/ 2147483647 w 96"/>
                <a:gd name="T35" fmla="*/ 2147483647 h 112"/>
                <a:gd name="T36" fmla="*/ 2147483647 w 96"/>
                <a:gd name="T37" fmla="*/ 2147483647 h 112"/>
                <a:gd name="T38" fmla="*/ 2147483647 w 96"/>
                <a:gd name="T39" fmla="*/ 2147483647 h 11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112"/>
                <a:gd name="T62" fmla="*/ 96 w 96"/>
                <a:gd name="T63" fmla="*/ 112 h 11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112">
                  <a:moveTo>
                    <a:pt x="64" y="88"/>
                  </a:moveTo>
                  <a:lnTo>
                    <a:pt x="88" y="80"/>
                  </a:lnTo>
                  <a:lnTo>
                    <a:pt x="96" y="72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32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8" y="48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88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96"/>
                  </a:lnTo>
                  <a:lnTo>
                    <a:pt x="64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629"/>
            <p:cNvSpPr/>
            <p:nvPr/>
          </p:nvSpPr>
          <p:spPr bwMode="auto">
            <a:xfrm>
              <a:off x="5954285" y="3121035"/>
              <a:ext cx="85536" cy="75666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2147483647 h 56"/>
                <a:gd name="T4" fmla="*/ 2147483647 w 64"/>
                <a:gd name="T5" fmla="*/ 2147483647 h 56"/>
                <a:gd name="T6" fmla="*/ 2147483647 w 64"/>
                <a:gd name="T7" fmla="*/ 2147483647 h 56"/>
                <a:gd name="T8" fmla="*/ 2147483647 w 64"/>
                <a:gd name="T9" fmla="*/ 0 h 56"/>
                <a:gd name="T10" fmla="*/ 2147483647 w 64"/>
                <a:gd name="T11" fmla="*/ 0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4"/>
                <a:gd name="T43" fmla="*/ 0 h 56"/>
                <a:gd name="T44" fmla="*/ 64 w 64"/>
                <a:gd name="T45" fmla="*/ 56 h 5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4" h="56">
                  <a:moveTo>
                    <a:pt x="48" y="32"/>
                  </a:moveTo>
                  <a:lnTo>
                    <a:pt x="56" y="24"/>
                  </a:lnTo>
                  <a:lnTo>
                    <a:pt x="56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56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32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630"/>
            <p:cNvSpPr/>
            <p:nvPr/>
          </p:nvSpPr>
          <p:spPr bwMode="auto">
            <a:xfrm>
              <a:off x="6136324" y="3217538"/>
              <a:ext cx="129401" cy="150236"/>
            </a:xfrm>
            <a:custGeom>
              <a:avLst/>
              <a:gdLst>
                <a:gd name="T0" fmla="*/ 2147483647 w 96"/>
                <a:gd name="T1" fmla="*/ 2147483647 h 112"/>
                <a:gd name="T2" fmla="*/ 2147483647 w 96"/>
                <a:gd name="T3" fmla="*/ 2147483647 h 112"/>
                <a:gd name="T4" fmla="*/ 2147483647 w 96"/>
                <a:gd name="T5" fmla="*/ 2147483647 h 112"/>
                <a:gd name="T6" fmla="*/ 2147483647 w 96"/>
                <a:gd name="T7" fmla="*/ 2147483647 h 112"/>
                <a:gd name="T8" fmla="*/ 2147483647 w 96"/>
                <a:gd name="T9" fmla="*/ 2147483647 h 112"/>
                <a:gd name="T10" fmla="*/ 2147483647 w 96"/>
                <a:gd name="T11" fmla="*/ 2147483647 h 112"/>
                <a:gd name="T12" fmla="*/ 2147483647 w 96"/>
                <a:gd name="T13" fmla="*/ 2147483647 h 112"/>
                <a:gd name="T14" fmla="*/ 2147483647 w 96"/>
                <a:gd name="T15" fmla="*/ 0 h 112"/>
                <a:gd name="T16" fmla="*/ 2147483647 w 96"/>
                <a:gd name="T17" fmla="*/ 2147483647 h 112"/>
                <a:gd name="T18" fmla="*/ 0 w 96"/>
                <a:gd name="T19" fmla="*/ 2147483647 h 112"/>
                <a:gd name="T20" fmla="*/ 2147483647 w 96"/>
                <a:gd name="T21" fmla="*/ 2147483647 h 112"/>
                <a:gd name="T22" fmla="*/ 2147483647 w 96"/>
                <a:gd name="T23" fmla="*/ 2147483647 h 112"/>
                <a:gd name="T24" fmla="*/ 2147483647 w 96"/>
                <a:gd name="T25" fmla="*/ 2147483647 h 112"/>
                <a:gd name="T26" fmla="*/ 2147483647 w 96"/>
                <a:gd name="T27" fmla="*/ 2147483647 h 112"/>
                <a:gd name="T28" fmla="*/ 2147483647 w 96"/>
                <a:gd name="T29" fmla="*/ 2147483647 h 112"/>
                <a:gd name="T30" fmla="*/ 2147483647 w 96"/>
                <a:gd name="T31" fmla="*/ 2147483647 h 112"/>
                <a:gd name="T32" fmla="*/ 2147483647 w 96"/>
                <a:gd name="T33" fmla="*/ 2147483647 h 112"/>
                <a:gd name="T34" fmla="*/ 2147483647 w 96"/>
                <a:gd name="T35" fmla="*/ 2147483647 h 112"/>
                <a:gd name="T36" fmla="*/ 2147483647 w 96"/>
                <a:gd name="T37" fmla="*/ 2147483647 h 112"/>
                <a:gd name="T38" fmla="*/ 2147483647 w 96"/>
                <a:gd name="T39" fmla="*/ 2147483647 h 11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112"/>
                <a:gd name="T62" fmla="*/ 96 w 96"/>
                <a:gd name="T63" fmla="*/ 112 h 11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112">
                  <a:moveTo>
                    <a:pt x="64" y="88"/>
                  </a:moveTo>
                  <a:lnTo>
                    <a:pt x="88" y="80"/>
                  </a:lnTo>
                  <a:lnTo>
                    <a:pt x="96" y="72"/>
                  </a:lnTo>
                  <a:lnTo>
                    <a:pt x="72" y="40"/>
                  </a:lnTo>
                  <a:lnTo>
                    <a:pt x="64" y="32"/>
                  </a:lnTo>
                  <a:lnTo>
                    <a:pt x="32" y="32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0" y="24"/>
                  </a:lnTo>
                  <a:lnTo>
                    <a:pt x="8" y="48"/>
                  </a:lnTo>
                  <a:lnTo>
                    <a:pt x="8" y="64"/>
                  </a:lnTo>
                  <a:lnTo>
                    <a:pt x="8" y="72"/>
                  </a:lnTo>
                  <a:lnTo>
                    <a:pt x="8" y="88"/>
                  </a:lnTo>
                  <a:lnTo>
                    <a:pt x="24" y="112"/>
                  </a:lnTo>
                  <a:lnTo>
                    <a:pt x="24" y="96"/>
                  </a:lnTo>
                  <a:lnTo>
                    <a:pt x="48" y="104"/>
                  </a:lnTo>
                  <a:lnTo>
                    <a:pt x="56" y="112"/>
                  </a:lnTo>
                  <a:lnTo>
                    <a:pt x="56" y="96"/>
                  </a:lnTo>
                  <a:lnTo>
                    <a:pt x="64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631"/>
            <p:cNvSpPr/>
            <p:nvPr/>
          </p:nvSpPr>
          <p:spPr bwMode="auto">
            <a:xfrm>
              <a:off x="5954285" y="3121035"/>
              <a:ext cx="85536" cy="75666"/>
            </a:xfrm>
            <a:custGeom>
              <a:avLst/>
              <a:gdLst>
                <a:gd name="T0" fmla="*/ 2147483647 w 64"/>
                <a:gd name="T1" fmla="*/ 2147483647 h 56"/>
                <a:gd name="T2" fmla="*/ 2147483647 w 64"/>
                <a:gd name="T3" fmla="*/ 2147483647 h 56"/>
                <a:gd name="T4" fmla="*/ 2147483647 w 64"/>
                <a:gd name="T5" fmla="*/ 2147483647 h 56"/>
                <a:gd name="T6" fmla="*/ 2147483647 w 64"/>
                <a:gd name="T7" fmla="*/ 2147483647 h 56"/>
                <a:gd name="T8" fmla="*/ 2147483647 w 64"/>
                <a:gd name="T9" fmla="*/ 0 h 56"/>
                <a:gd name="T10" fmla="*/ 2147483647 w 64"/>
                <a:gd name="T11" fmla="*/ 0 h 56"/>
                <a:gd name="T12" fmla="*/ 2147483647 w 64"/>
                <a:gd name="T13" fmla="*/ 2147483647 h 56"/>
                <a:gd name="T14" fmla="*/ 0 w 64"/>
                <a:gd name="T15" fmla="*/ 2147483647 h 56"/>
                <a:gd name="T16" fmla="*/ 2147483647 w 64"/>
                <a:gd name="T17" fmla="*/ 2147483647 h 56"/>
                <a:gd name="T18" fmla="*/ 2147483647 w 64"/>
                <a:gd name="T19" fmla="*/ 2147483647 h 56"/>
                <a:gd name="T20" fmla="*/ 2147483647 w 64"/>
                <a:gd name="T21" fmla="*/ 2147483647 h 56"/>
                <a:gd name="T22" fmla="*/ 2147483647 w 64"/>
                <a:gd name="T23" fmla="*/ 2147483647 h 56"/>
                <a:gd name="T24" fmla="*/ 2147483647 w 64"/>
                <a:gd name="T25" fmla="*/ 2147483647 h 56"/>
                <a:gd name="T26" fmla="*/ 2147483647 w 64"/>
                <a:gd name="T27" fmla="*/ 2147483647 h 56"/>
                <a:gd name="T28" fmla="*/ 2147483647 w 64"/>
                <a:gd name="T29" fmla="*/ 2147483647 h 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64"/>
                <a:gd name="T46" fmla="*/ 0 h 56"/>
                <a:gd name="T47" fmla="*/ 64 w 64"/>
                <a:gd name="T48" fmla="*/ 56 h 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64" h="56">
                  <a:moveTo>
                    <a:pt x="48" y="32"/>
                  </a:moveTo>
                  <a:lnTo>
                    <a:pt x="56" y="24"/>
                  </a:lnTo>
                  <a:lnTo>
                    <a:pt x="56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56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64" y="32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632"/>
            <p:cNvSpPr/>
            <p:nvPr/>
          </p:nvSpPr>
          <p:spPr bwMode="auto">
            <a:xfrm>
              <a:off x="4815998" y="2412621"/>
              <a:ext cx="107468" cy="75666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0 h 56"/>
                <a:gd name="T6" fmla="*/ 2147483647 w 80"/>
                <a:gd name="T7" fmla="*/ 2147483647 h 56"/>
                <a:gd name="T8" fmla="*/ 2147483647 w 80"/>
                <a:gd name="T9" fmla="*/ 0 h 56"/>
                <a:gd name="T10" fmla="*/ 2147483647 w 80"/>
                <a:gd name="T11" fmla="*/ 0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0 w 80"/>
                <a:gd name="T17" fmla="*/ 2147483647 h 56"/>
                <a:gd name="T18" fmla="*/ 2147483647 w 80"/>
                <a:gd name="T19" fmla="*/ 2147483647 h 56"/>
                <a:gd name="T20" fmla="*/ 2147483647 w 80"/>
                <a:gd name="T21" fmla="*/ 2147483647 h 56"/>
                <a:gd name="T22" fmla="*/ 2147483647 w 80"/>
                <a:gd name="T23" fmla="*/ 2147483647 h 56"/>
                <a:gd name="T24" fmla="*/ 2147483647 w 80"/>
                <a:gd name="T25" fmla="*/ 2147483647 h 56"/>
                <a:gd name="T26" fmla="*/ 2147483647 w 80"/>
                <a:gd name="T27" fmla="*/ 2147483647 h 56"/>
                <a:gd name="T28" fmla="*/ 2147483647 w 80"/>
                <a:gd name="T29" fmla="*/ 2147483647 h 56"/>
                <a:gd name="T30" fmla="*/ 2147483647 w 80"/>
                <a:gd name="T31" fmla="*/ 2147483647 h 56"/>
                <a:gd name="T32" fmla="*/ 2147483647 w 80"/>
                <a:gd name="T33" fmla="*/ 2147483647 h 56"/>
                <a:gd name="T34" fmla="*/ 2147483647 w 80"/>
                <a:gd name="T35" fmla="*/ 2147483647 h 56"/>
                <a:gd name="T36" fmla="*/ 2147483647 w 80"/>
                <a:gd name="T37" fmla="*/ 2147483647 h 56"/>
                <a:gd name="T38" fmla="*/ 2147483647 w 80"/>
                <a:gd name="T39" fmla="*/ 2147483647 h 56"/>
                <a:gd name="T40" fmla="*/ 2147483647 w 80"/>
                <a:gd name="T41" fmla="*/ 2147483647 h 56"/>
                <a:gd name="T42" fmla="*/ 2147483647 w 80"/>
                <a:gd name="T43" fmla="*/ 2147483647 h 5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0"/>
                <a:gd name="T67" fmla="*/ 0 h 56"/>
                <a:gd name="T68" fmla="*/ 80 w 80"/>
                <a:gd name="T69" fmla="*/ 56 h 5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0" h="56">
                  <a:moveTo>
                    <a:pt x="80" y="16"/>
                  </a:moveTo>
                  <a:lnTo>
                    <a:pt x="72" y="8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8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32" y="48"/>
                  </a:lnTo>
                  <a:lnTo>
                    <a:pt x="40" y="56"/>
                  </a:lnTo>
                  <a:lnTo>
                    <a:pt x="48" y="56"/>
                  </a:lnTo>
                  <a:lnTo>
                    <a:pt x="56" y="48"/>
                  </a:lnTo>
                  <a:lnTo>
                    <a:pt x="64" y="48"/>
                  </a:lnTo>
                  <a:lnTo>
                    <a:pt x="64" y="40"/>
                  </a:lnTo>
                  <a:lnTo>
                    <a:pt x="72" y="32"/>
                  </a:lnTo>
                  <a:lnTo>
                    <a:pt x="8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2" name="Freeform 633"/>
            <p:cNvSpPr/>
            <p:nvPr/>
          </p:nvSpPr>
          <p:spPr bwMode="auto">
            <a:xfrm>
              <a:off x="4869731" y="2316119"/>
              <a:ext cx="75667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0 h 48"/>
                <a:gd name="T10" fmla="*/ 2147483647 w 56"/>
                <a:gd name="T11" fmla="*/ 0 h 48"/>
                <a:gd name="T12" fmla="*/ 2147483647 w 56"/>
                <a:gd name="T13" fmla="*/ 0 h 48"/>
                <a:gd name="T14" fmla="*/ 0 w 56"/>
                <a:gd name="T15" fmla="*/ 2147483647 h 48"/>
                <a:gd name="T16" fmla="*/ 0 w 56"/>
                <a:gd name="T17" fmla="*/ 2147483647 h 48"/>
                <a:gd name="T18" fmla="*/ 0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32" y="40"/>
                  </a:moveTo>
                  <a:lnTo>
                    <a:pt x="48" y="48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32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3" name="Freeform 634"/>
            <p:cNvSpPr/>
            <p:nvPr/>
          </p:nvSpPr>
          <p:spPr bwMode="auto">
            <a:xfrm>
              <a:off x="4858765" y="2423587"/>
              <a:ext cx="161203" cy="139270"/>
            </a:xfrm>
            <a:custGeom>
              <a:avLst/>
              <a:gdLst>
                <a:gd name="T0" fmla="*/ 2147483647 w 120"/>
                <a:gd name="T1" fmla="*/ 2147483647 h 104"/>
                <a:gd name="T2" fmla="*/ 2147483647 w 120"/>
                <a:gd name="T3" fmla="*/ 2147483647 h 104"/>
                <a:gd name="T4" fmla="*/ 2147483647 w 120"/>
                <a:gd name="T5" fmla="*/ 2147483647 h 104"/>
                <a:gd name="T6" fmla="*/ 2147483647 w 120"/>
                <a:gd name="T7" fmla="*/ 2147483647 h 104"/>
                <a:gd name="T8" fmla="*/ 2147483647 w 120"/>
                <a:gd name="T9" fmla="*/ 0 h 104"/>
                <a:gd name="T10" fmla="*/ 2147483647 w 120"/>
                <a:gd name="T11" fmla="*/ 2147483647 h 104"/>
                <a:gd name="T12" fmla="*/ 2147483647 w 120"/>
                <a:gd name="T13" fmla="*/ 2147483647 h 104"/>
                <a:gd name="T14" fmla="*/ 2147483647 w 120"/>
                <a:gd name="T15" fmla="*/ 2147483647 h 104"/>
                <a:gd name="T16" fmla="*/ 2147483647 w 120"/>
                <a:gd name="T17" fmla="*/ 2147483647 h 104"/>
                <a:gd name="T18" fmla="*/ 2147483647 w 120"/>
                <a:gd name="T19" fmla="*/ 2147483647 h 104"/>
                <a:gd name="T20" fmla="*/ 2147483647 w 120"/>
                <a:gd name="T21" fmla="*/ 2147483647 h 104"/>
                <a:gd name="T22" fmla="*/ 2147483647 w 120"/>
                <a:gd name="T23" fmla="*/ 2147483647 h 104"/>
                <a:gd name="T24" fmla="*/ 2147483647 w 120"/>
                <a:gd name="T25" fmla="*/ 2147483647 h 104"/>
                <a:gd name="T26" fmla="*/ 2147483647 w 120"/>
                <a:gd name="T27" fmla="*/ 2147483647 h 104"/>
                <a:gd name="T28" fmla="*/ 2147483647 w 120"/>
                <a:gd name="T29" fmla="*/ 2147483647 h 104"/>
                <a:gd name="T30" fmla="*/ 0 w 120"/>
                <a:gd name="T31" fmla="*/ 2147483647 h 104"/>
                <a:gd name="T32" fmla="*/ 2147483647 w 120"/>
                <a:gd name="T33" fmla="*/ 2147483647 h 104"/>
                <a:gd name="T34" fmla="*/ 2147483647 w 120"/>
                <a:gd name="T35" fmla="*/ 2147483647 h 104"/>
                <a:gd name="T36" fmla="*/ 2147483647 w 120"/>
                <a:gd name="T37" fmla="*/ 2147483647 h 104"/>
                <a:gd name="T38" fmla="*/ 2147483647 w 120"/>
                <a:gd name="T39" fmla="*/ 2147483647 h 104"/>
                <a:gd name="T40" fmla="*/ 2147483647 w 120"/>
                <a:gd name="T41" fmla="*/ 2147483647 h 104"/>
                <a:gd name="T42" fmla="*/ 2147483647 w 120"/>
                <a:gd name="T43" fmla="*/ 2147483647 h 104"/>
                <a:gd name="T44" fmla="*/ 2147483647 w 120"/>
                <a:gd name="T45" fmla="*/ 2147483647 h 104"/>
                <a:gd name="T46" fmla="*/ 2147483647 w 120"/>
                <a:gd name="T47" fmla="*/ 2147483647 h 104"/>
                <a:gd name="T48" fmla="*/ 2147483647 w 120"/>
                <a:gd name="T49" fmla="*/ 2147483647 h 104"/>
                <a:gd name="T50" fmla="*/ 2147483647 w 120"/>
                <a:gd name="T51" fmla="*/ 2147483647 h 104"/>
                <a:gd name="T52" fmla="*/ 2147483647 w 120"/>
                <a:gd name="T53" fmla="*/ 2147483647 h 104"/>
                <a:gd name="T54" fmla="*/ 2147483647 w 120"/>
                <a:gd name="T55" fmla="*/ 2147483647 h 10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20"/>
                <a:gd name="T85" fmla="*/ 0 h 104"/>
                <a:gd name="T86" fmla="*/ 120 w 120"/>
                <a:gd name="T87" fmla="*/ 104 h 10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20" h="104">
                  <a:moveTo>
                    <a:pt x="120" y="56"/>
                  </a:moveTo>
                  <a:lnTo>
                    <a:pt x="112" y="40"/>
                  </a:lnTo>
                  <a:lnTo>
                    <a:pt x="96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0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48"/>
                  </a:lnTo>
                  <a:lnTo>
                    <a:pt x="8" y="48"/>
                  </a:lnTo>
                  <a:lnTo>
                    <a:pt x="8" y="56"/>
                  </a:lnTo>
                  <a:lnTo>
                    <a:pt x="8" y="72"/>
                  </a:lnTo>
                  <a:lnTo>
                    <a:pt x="0" y="80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56" y="104"/>
                  </a:lnTo>
                  <a:lnTo>
                    <a:pt x="80" y="104"/>
                  </a:lnTo>
                  <a:lnTo>
                    <a:pt x="96" y="104"/>
                  </a:lnTo>
                  <a:lnTo>
                    <a:pt x="104" y="80"/>
                  </a:lnTo>
                  <a:lnTo>
                    <a:pt x="112" y="80"/>
                  </a:lnTo>
                  <a:lnTo>
                    <a:pt x="104" y="64"/>
                  </a:lnTo>
                  <a:lnTo>
                    <a:pt x="120" y="64"/>
                  </a:lnTo>
                  <a:lnTo>
                    <a:pt x="12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4" name="Freeform 635"/>
            <p:cNvSpPr/>
            <p:nvPr/>
          </p:nvSpPr>
          <p:spPr bwMode="auto">
            <a:xfrm>
              <a:off x="4826964" y="2358887"/>
              <a:ext cx="129401" cy="75667"/>
            </a:xfrm>
            <a:custGeom>
              <a:avLst/>
              <a:gdLst>
                <a:gd name="T0" fmla="*/ 2147483647 w 96"/>
                <a:gd name="T1" fmla="*/ 2147483647 h 56"/>
                <a:gd name="T2" fmla="*/ 2147483647 w 96"/>
                <a:gd name="T3" fmla="*/ 2147483647 h 56"/>
                <a:gd name="T4" fmla="*/ 2147483647 w 96"/>
                <a:gd name="T5" fmla="*/ 2147483647 h 56"/>
                <a:gd name="T6" fmla="*/ 2147483647 w 96"/>
                <a:gd name="T7" fmla="*/ 2147483647 h 56"/>
                <a:gd name="T8" fmla="*/ 2147483647 w 96"/>
                <a:gd name="T9" fmla="*/ 2147483647 h 56"/>
                <a:gd name="T10" fmla="*/ 2147483647 w 96"/>
                <a:gd name="T11" fmla="*/ 2147483647 h 56"/>
                <a:gd name="T12" fmla="*/ 2147483647 w 96"/>
                <a:gd name="T13" fmla="*/ 2147483647 h 56"/>
                <a:gd name="T14" fmla="*/ 2147483647 w 96"/>
                <a:gd name="T15" fmla="*/ 2147483647 h 56"/>
                <a:gd name="T16" fmla="*/ 2147483647 w 96"/>
                <a:gd name="T17" fmla="*/ 2147483647 h 56"/>
                <a:gd name="T18" fmla="*/ 2147483647 w 96"/>
                <a:gd name="T19" fmla="*/ 2147483647 h 56"/>
                <a:gd name="T20" fmla="*/ 2147483647 w 96"/>
                <a:gd name="T21" fmla="*/ 2147483647 h 56"/>
                <a:gd name="T22" fmla="*/ 2147483647 w 96"/>
                <a:gd name="T23" fmla="*/ 0 h 56"/>
                <a:gd name="T24" fmla="*/ 2147483647 w 96"/>
                <a:gd name="T25" fmla="*/ 2147483647 h 56"/>
                <a:gd name="T26" fmla="*/ 2147483647 w 96"/>
                <a:gd name="T27" fmla="*/ 2147483647 h 56"/>
                <a:gd name="T28" fmla="*/ 2147483647 w 96"/>
                <a:gd name="T29" fmla="*/ 2147483647 h 56"/>
                <a:gd name="T30" fmla="*/ 2147483647 w 96"/>
                <a:gd name="T31" fmla="*/ 2147483647 h 56"/>
                <a:gd name="T32" fmla="*/ 0 w 96"/>
                <a:gd name="T33" fmla="*/ 2147483647 h 56"/>
                <a:gd name="T34" fmla="*/ 0 w 96"/>
                <a:gd name="T35" fmla="*/ 2147483647 h 56"/>
                <a:gd name="T36" fmla="*/ 2147483647 w 96"/>
                <a:gd name="T37" fmla="*/ 2147483647 h 56"/>
                <a:gd name="T38" fmla="*/ 2147483647 w 96"/>
                <a:gd name="T39" fmla="*/ 2147483647 h 5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6"/>
                <a:gd name="T61" fmla="*/ 0 h 56"/>
                <a:gd name="T62" fmla="*/ 96 w 96"/>
                <a:gd name="T63" fmla="*/ 56 h 5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6" h="56">
                  <a:moveTo>
                    <a:pt x="32" y="40"/>
                  </a:moveTo>
                  <a:lnTo>
                    <a:pt x="48" y="48"/>
                  </a:lnTo>
                  <a:lnTo>
                    <a:pt x="56" y="40"/>
                  </a:lnTo>
                  <a:lnTo>
                    <a:pt x="64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96" y="48"/>
                  </a:lnTo>
                  <a:lnTo>
                    <a:pt x="88" y="40"/>
                  </a:lnTo>
                  <a:lnTo>
                    <a:pt x="80" y="24"/>
                  </a:lnTo>
                  <a:lnTo>
                    <a:pt x="80" y="16"/>
                  </a:lnTo>
                  <a:lnTo>
                    <a:pt x="64" y="8"/>
                  </a:lnTo>
                  <a:lnTo>
                    <a:pt x="56" y="0"/>
                  </a:lnTo>
                  <a:lnTo>
                    <a:pt x="40" y="8"/>
                  </a:lnTo>
                  <a:lnTo>
                    <a:pt x="32" y="24"/>
                  </a:lnTo>
                  <a:lnTo>
                    <a:pt x="16" y="16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0" y="48"/>
                  </a:lnTo>
                  <a:lnTo>
                    <a:pt x="16" y="40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5" name="Freeform 636"/>
            <p:cNvSpPr/>
            <p:nvPr/>
          </p:nvSpPr>
          <p:spPr bwMode="auto">
            <a:xfrm>
              <a:off x="4202989" y="3357905"/>
              <a:ext cx="129401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2147483647 h 72"/>
                <a:gd name="T14" fmla="*/ 2147483647 w 96"/>
                <a:gd name="T15" fmla="*/ 2147483647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2147483647 w 96"/>
                <a:gd name="T21" fmla="*/ 2147483647 h 72"/>
                <a:gd name="T22" fmla="*/ 2147483647 w 96"/>
                <a:gd name="T23" fmla="*/ 2147483647 h 72"/>
                <a:gd name="T24" fmla="*/ 2147483647 w 96"/>
                <a:gd name="T25" fmla="*/ 2147483647 h 72"/>
                <a:gd name="T26" fmla="*/ 2147483647 w 96"/>
                <a:gd name="T27" fmla="*/ 0 h 72"/>
                <a:gd name="T28" fmla="*/ 2147483647 w 96"/>
                <a:gd name="T29" fmla="*/ 0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0 w 96"/>
                <a:gd name="T37" fmla="*/ 2147483647 h 72"/>
                <a:gd name="T38" fmla="*/ 2147483647 w 96"/>
                <a:gd name="T39" fmla="*/ 2147483647 h 72"/>
                <a:gd name="T40" fmla="*/ 2147483647 w 96"/>
                <a:gd name="T41" fmla="*/ 2147483647 h 72"/>
                <a:gd name="T42" fmla="*/ 2147483647 w 96"/>
                <a:gd name="T43" fmla="*/ 2147483647 h 72"/>
                <a:gd name="T44" fmla="*/ 2147483647 w 96"/>
                <a:gd name="T45" fmla="*/ 2147483647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96"/>
                <a:gd name="T70" fmla="*/ 0 h 72"/>
                <a:gd name="T71" fmla="*/ 96 w 96"/>
                <a:gd name="T72" fmla="*/ 72 h 7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96" h="72">
                  <a:moveTo>
                    <a:pt x="40" y="40"/>
                  </a:moveTo>
                  <a:lnTo>
                    <a:pt x="56" y="40"/>
                  </a:lnTo>
                  <a:lnTo>
                    <a:pt x="64" y="56"/>
                  </a:lnTo>
                  <a:lnTo>
                    <a:pt x="72" y="64"/>
                  </a:lnTo>
                  <a:lnTo>
                    <a:pt x="80" y="72"/>
                  </a:lnTo>
                  <a:lnTo>
                    <a:pt x="88" y="72"/>
                  </a:lnTo>
                  <a:lnTo>
                    <a:pt x="96" y="64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4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6" name="Freeform 637"/>
            <p:cNvSpPr/>
            <p:nvPr/>
          </p:nvSpPr>
          <p:spPr bwMode="auto">
            <a:xfrm>
              <a:off x="4171187" y="3293204"/>
              <a:ext cx="107468" cy="74570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2147483647 h 56"/>
                <a:gd name="T6" fmla="*/ 2147483647 w 80"/>
                <a:gd name="T7" fmla="*/ 2147483647 h 56"/>
                <a:gd name="T8" fmla="*/ 2147483647 w 80"/>
                <a:gd name="T9" fmla="*/ 2147483647 h 56"/>
                <a:gd name="T10" fmla="*/ 2147483647 w 80"/>
                <a:gd name="T11" fmla="*/ 2147483647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2147483647 w 80"/>
                <a:gd name="T17" fmla="*/ 2147483647 h 56"/>
                <a:gd name="T18" fmla="*/ 2147483647 w 80"/>
                <a:gd name="T19" fmla="*/ 0 h 56"/>
                <a:gd name="T20" fmla="*/ 2147483647 w 80"/>
                <a:gd name="T21" fmla="*/ 0 h 56"/>
                <a:gd name="T22" fmla="*/ 2147483647 w 80"/>
                <a:gd name="T23" fmla="*/ 0 h 56"/>
                <a:gd name="T24" fmla="*/ 0 w 80"/>
                <a:gd name="T25" fmla="*/ 2147483647 h 56"/>
                <a:gd name="T26" fmla="*/ 2147483647 w 80"/>
                <a:gd name="T27" fmla="*/ 2147483647 h 56"/>
                <a:gd name="T28" fmla="*/ 2147483647 w 80"/>
                <a:gd name="T29" fmla="*/ 2147483647 h 56"/>
                <a:gd name="T30" fmla="*/ 2147483647 w 80"/>
                <a:gd name="T31" fmla="*/ 2147483647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0"/>
                <a:gd name="T49" fmla="*/ 0 h 56"/>
                <a:gd name="T50" fmla="*/ 80 w 80"/>
                <a:gd name="T51" fmla="*/ 56 h 5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0" h="56">
                  <a:moveTo>
                    <a:pt x="40" y="48"/>
                  </a:moveTo>
                  <a:lnTo>
                    <a:pt x="48" y="48"/>
                  </a:lnTo>
                  <a:lnTo>
                    <a:pt x="56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2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4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7" name="Freeform 638"/>
            <p:cNvSpPr/>
            <p:nvPr/>
          </p:nvSpPr>
          <p:spPr bwMode="auto">
            <a:xfrm>
              <a:off x="4869731" y="2316119"/>
              <a:ext cx="75667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0 h 48"/>
                <a:gd name="T10" fmla="*/ 2147483647 w 56"/>
                <a:gd name="T11" fmla="*/ 0 h 48"/>
                <a:gd name="T12" fmla="*/ 2147483647 w 56"/>
                <a:gd name="T13" fmla="*/ 0 h 48"/>
                <a:gd name="T14" fmla="*/ 2147483647 w 56"/>
                <a:gd name="T15" fmla="*/ 0 h 48"/>
                <a:gd name="T16" fmla="*/ 0 w 56"/>
                <a:gd name="T17" fmla="*/ 2147483647 h 48"/>
                <a:gd name="T18" fmla="*/ 0 w 56"/>
                <a:gd name="T19" fmla="*/ 2147483647 h 48"/>
                <a:gd name="T20" fmla="*/ 0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2147483647 w 56"/>
                <a:gd name="T29" fmla="*/ 2147483647 h 48"/>
                <a:gd name="T30" fmla="*/ 2147483647 w 56"/>
                <a:gd name="T31" fmla="*/ 2147483647 h 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6"/>
                <a:gd name="T49" fmla="*/ 0 h 48"/>
                <a:gd name="T50" fmla="*/ 56 w 56"/>
                <a:gd name="T51" fmla="*/ 48 h 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6" h="48">
                  <a:moveTo>
                    <a:pt x="32" y="40"/>
                  </a:moveTo>
                  <a:lnTo>
                    <a:pt x="48" y="48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32"/>
                  </a:lnTo>
                  <a:lnTo>
                    <a:pt x="3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8" name="Freeform 639"/>
            <p:cNvSpPr/>
            <p:nvPr/>
          </p:nvSpPr>
          <p:spPr bwMode="auto">
            <a:xfrm>
              <a:off x="4171187" y="3293204"/>
              <a:ext cx="107468" cy="74570"/>
            </a:xfrm>
            <a:custGeom>
              <a:avLst/>
              <a:gdLst>
                <a:gd name="T0" fmla="*/ 2147483647 w 80"/>
                <a:gd name="T1" fmla="*/ 2147483647 h 56"/>
                <a:gd name="T2" fmla="*/ 2147483647 w 80"/>
                <a:gd name="T3" fmla="*/ 2147483647 h 56"/>
                <a:gd name="T4" fmla="*/ 2147483647 w 80"/>
                <a:gd name="T5" fmla="*/ 2147483647 h 56"/>
                <a:gd name="T6" fmla="*/ 2147483647 w 80"/>
                <a:gd name="T7" fmla="*/ 2147483647 h 56"/>
                <a:gd name="T8" fmla="*/ 2147483647 w 80"/>
                <a:gd name="T9" fmla="*/ 2147483647 h 56"/>
                <a:gd name="T10" fmla="*/ 2147483647 w 80"/>
                <a:gd name="T11" fmla="*/ 2147483647 h 56"/>
                <a:gd name="T12" fmla="*/ 2147483647 w 80"/>
                <a:gd name="T13" fmla="*/ 2147483647 h 56"/>
                <a:gd name="T14" fmla="*/ 2147483647 w 80"/>
                <a:gd name="T15" fmla="*/ 2147483647 h 56"/>
                <a:gd name="T16" fmla="*/ 2147483647 w 80"/>
                <a:gd name="T17" fmla="*/ 2147483647 h 56"/>
                <a:gd name="T18" fmla="*/ 2147483647 w 80"/>
                <a:gd name="T19" fmla="*/ 2147483647 h 56"/>
                <a:gd name="T20" fmla="*/ 2147483647 w 80"/>
                <a:gd name="T21" fmla="*/ 2147483647 h 56"/>
                <a:gd name="T22" fmla="*/ 2147483647 w 80"/>
                <a:gd name="T23" fmla="*/ 0 h 56"/>
                <a:gd name="T24" fmla="*/ 2147483647 w 80"/>
                <a:gd name="T25" fmla="*/ 0 h 56"/>
                <a:gd name="T26" fmla="*/ 2147483647 w 80"/>
                <a:gd name="T27" fmla="*/ 0 h 56"/>
                <a:gd name="T28" fmla="*/ 0 w 80"/>
                <a:gd name="T29" fmla="*/ 2147483647 h 56"/>
                <a:gd name="T30" fmla="*/ 2147483647 w 80"/>
                <a:gd name="T31" fmla="*/ 2147483647 h 56"/>
                <a:gd name="T32" fmla="*/ 2147483647 w 80"/>
                <a:gd name="T33" fmla="*/ 2147483647 h 56"/>
                <a:gd name="T34" fmla="*/ 2147483647 w 80"/>
                <a:gd name="T35" fmla="*/ 2147483647 h 56"/>
                <a:gd name="T36" fmla="*/ 2147483647 w 80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0"/>
                <a:gd name="T58" fmla="*/ 0 h 56"/>
                <a:gd name="T59" fmla="*/ 80 w 80"/>
                <a:gd name="T60" fmla="*/ 56 h 5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0" h="56">
                  <a:moveTo>
                    <a:pt x="40" y="48"/>
                  </a:moveTo>
                  <a:lnTo>
                    <a:pt x="48" y="48"/>
                  </a:lnTo>
                  <a:lnTo>
                    <a:pt x="56" y="48"/>
                  </a:lnTo>
                  <a:lnTo>
                    <a:pt x="72" y="56"/>
                  </a:lnTo>
                  <a:lnTo>
                    <a:pt x="80" y="56"/>
                  </a:lnTo>
                  <a:lnTo>
                    <a:pt x="72" y="40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8" y="0"/>
                  </a:lnTo>
                  <a:lnTo>
                    <a:pt x="0" y="24"/>
                  </a:lnTo>
                  <a:lnTo>
                    <a:pt x="8" y="56"/>
                  </a:lnTo>
                  <a:lnTo>
                    <a:pt x="16" y="56"/>
                  </a:lnTo>
                  <a:lnTo>
                    <a:pt x="4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9" name="Freeform 640"/>
            <p:cNvSpPr/>
            <p:nvPr/>
          </p:nvSpPr>
          <p:spPr bwMode="auto">
            <a:xfrm>
              <a:off x="4182153" y="3100199"/>
              <a:ext cx="203971" cy="224807"/>
            </a:xfrm>
            <a:custGeom>
              <a:avLst/>
              <a:gdLst>
                <a:gd name="T0" fmla="*/ 2147483647 w 152"/>
                <a:gd name="T1" fmla="*/ 2147483647 h 168"/>
                <a:gd name="T2" fmla="*/ 2147483647 w 152"/>
                <a:gd name="T3" fmla="*/ 2147483647 h 168"/>
                <a:gd name="T4" fmla="*/ 2147483647 w 152"/>
                <a:gd name="T5" fmla="*/ 2147483647 h 168"/>
                <a:gd name="T6" fmla="*/ 2147483647 w 152"/>
                <a:gd name="T7" fmla="*/ 2147483647 h 168"/>
                <a:gd name="T8" fmla="*/ 2147483647 w 152"/>
                <a:gd name="T9" fmla="*/ 2147483647 h 168"/>
                <a:gd name="T10" fmla="*/ 2147483647 w 152"/>
                <a:gd name="T11" fmla="*/ 2147483647 h 168"/>
                <a:gd name="T12" fmla="*/ 2147483647 w 152"/>
                <a:gd name="T13" fmla="*/ 2147483647 h 168"/>
                <a:gd name="T14" fmla="*/ 2147483647 w 152"/>
                <a:gd name="T15" fmla="*/ 2147483647 h 168"/>
                <a:gd name="T16" fmla="*/ 2147483647 w 152"/>
                <a:gd name="T17" fmla="*/ 2147483647 h 168"/>
                <a:gd name="T18" fmla="*/ 2147483647 w 152"/>
                <a:gd name="T19" fmla="*/ 2147483647 h 168"/>
                <a:gd name="T20" fmla="*/ 2147483647 w 152"/>
                <a:gd name="T21" fmla="*/ 2147483647 h 168"/>
                <a:gd name="T22" fmla="*/ 2147483647 w 152"/>
                <a:gd name="T23" fmla="*/ 0 h 168"/>
                <a:gd name="T24" fmla="*/ 2147483647 w 152"/>
                <a:gd name="T25" fmla="*/ 2147483647 h 168"/>
                <a:gd name="T26" fmla="*/ 2147483647 w 152"/>
                <a:gd name="T27" fmla="*/ 2147483647 h 168"/>
                <a:gd name="T28" fmla="*/ 2147483647 w 152"/>
                <a:gd name="T29" fmla="*/ 2147483647 h 168"/>
                <a:gd name="T30" fmla="*/ 2147483647 w 152"/>
                <a:gd name="T31" fmla="*/ 2147483647 h 168"/>
                <a:gd name="T32" fmla="*/ 2147483647 w 152"/>
                <a:gd name="T33" fmla="*/ 2147483647 h 168"/>
                <a:gd name="T34" fmla="*/ 0 w 152"/>
                <a:gd name="T35" fmla="*/ 2147483647 h 168"/>
                <a:gd name="T36" fmla="*/ 2147483647 w 152"/>
                <a:gd name="T37" fmla="*/ 2147483647 h 168"/>
                <a:gd name="T38" fmla="*/ 2147483647 w 152"/>
                <a:gd name="T39" fmla="*/ 2147483647 h 168"/>
                <a:gd name="T40" fmla="*/ 0 w 152"/>
                <a:gd name="T41" fmla="*/ 2147483647 h 168"/>
                <a:gd name="T42" fmla="*/ 2147483647 w 152"/>
                <a:gd name="T43" fmla="*/ 2147483647 h 168"/>
                <a:gd name="T44" fmla="*/ 2147483647 w 152"/>
                <a:gd name="T45" fmla="*/ 2147483647 h 16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52"/>
                <a:gd name="T70" fmla="*/ 0 h 168"/>
                <a:gd name="T71" fmla="*/ 152 w 152"/>
                <a:gd name="T72" fmla="*/ 168 h 16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52" h="168">
                  <a:moveTo>
                    <a:pt x="24" y="144"/>
                  </a:moveTo>
                  <a:lnTo>
                    <a:pt x="40" y="152"/>
                  </a:lnTo>
                  <a:lnTo>
                    <a:pt x="48" y="160"/>
                  </a:lnTo>
                  <a:lnTo>
                    <a:pt x="56" y="168"/>
                  </a:lnTo>
                  <a:lnTo>
                    <a:pt x="72" y="152"/>
                  </a:lnTo>
                  <a:lnTo>
                    <a:pt x="80" y="160"/>
                  </a:lnTo>
                  <a:lnTo>
                    <a:pt x="136" y="160"/>
                  </a:lnTo>
                  <a:lnTo>
                    <a:pt x="152" y="152"/>
                  </a:lnTo>
                  <a:lnTo>
                    <a:pt x="144" y="144"/>
                  </a:lnTo>
                  <a:lnTo>
                    <a:pt x="128" y="32"/>
                  </a:lnTo>
                  <a:lnTo>
                    <a:pt x="144" y="32"/>
                  </a:lnTo>
                  <a:lnTo>
                    <a:pt x="104" y="0"/>
                  </a:lnTo>
                  <a:lnTo>
                    <a:pt x="104" y="16"/>
                  </a:lnTo>
                  <a:lnTo>
                    <a:pt x="64" y="16"/>
                  </a:lnTo>
                  <a:lnTo>
                    <a:pt x="64" y="48"/>
                  </a:lnTo>
                  <a:lnTo>
                    <a:pt x="56" y="56"/>
                  </a:lnTo>
                  <a:lnTo>
                    <a:pt x="48" y="80"/>
                  </a:lnTo>
                  <a:lnTo>
                    <a:pt x="0" y="80"/>
                  </a:lnTo>
                  <a:lnTo>
                    <a:pt x="8" y="104"/>
                  </a:lnTo>
                  <a:lnTo>
                    <a:pt x="8" y="136"/>
                  </a:lnTo>
                  <a:lnTo>
                    <a:pt x="0" y="144"/>
                  </a:lnTo>
                  <a:lnTo>
                    <a:pt x="16" y="144"/>
                  </a:lnTo>
                  <a:lnTo>
                    <a:pt x="24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0" name="Freeform 641"/>
            <p:cNvSpPr/>
            <p:nvPr/>
          </p:nvSpPr>
          <p:spPr bwMode="auto">
            <a:xfrm>
              <a:off x="4880698" y="3013567"/>
              <a:ext cx="193004" cy="183135"/>
            </a:xfrm>
            <a:custGeom>
              <a:avLst/>
              <a:gdLst>
                <a:gd name="T0" fmla="*/ 0 w 144"/>
                <a:gd name="T1" fmla="*/ 2147483647 h 136"/>
                <a:gd name="T2" fmla="*/ 2147483647 w 144"/>
                <a:gd name="T3" fmla="*/ 2147483647 h 136"/>
                <a:gd name="T4" fmla="*/ 2147483647 w 144"/>
                <a:gd name="T5" fmla="*/ 2147483647 h 136"/>
                <a:gd name="T6" fmla="*/ 2147483647 w 144"/>
                <a:gd name="T7" fmla="*/ 2147483647 h 136"/>
                <a:gd name="T8" fmla="*/ 2147483647 w 144"/>
                <a:gd name="T9" fmla="*/ 2147483647 h 136"/>
                <a:gd name="T10" fmla="*/ 2147483647 w 144"/>
                <a:gd name="T11" fmla="*/ 2147483647 h 136"/>
                <a:gd name="T12" fmla="*/ 2147483647 w 144"/>
                <a:gd name="T13" fmla="*/ 2147483647 h 136"/>
                <a:gd name="T14" fmla="*/ 2147483647 w 144"/>
                <a:gd name="T15" fmla="*/ 2147483647 h 136"/>
                <a:gd name="T16" fmla="*/ 2147483647 w 144"/>
                <a:gd name="T17" fmla="*/ 2147483647 h 136"/>
                <a:gd name="T18" fmla="*/ 2147483647 w 144"/>
                <a:gd name="T19" fmla="*/ 2147483647 h 136"/>
                <a:gd name="T20" fmla="*/ 2147483647 w 144"/>
                <a:gd name="T21" fmla="*/ 2147483647 h 136"/>
                <a:gd name="T22" fmla="*/ 2147483647 w 144"/>
                <a:gd name="T23" fmla="*/ 2147483647 h 136"/>
                <a:gd name="T24" fmla="*/ 2147483647 w 144"/>
                <a:gd name="T25" fmla="*/ 2147483647 h 136"/>
                <a:gd name="T26" fmla="*/ 2147483647 w 144"/>
                <a:gd name="T27" fmla="*/ 0 h 136"/>
                <a:gd name="T28" fmla="*/ 2147483647 w 144"/>
                <a:gd name="T29" fmla="*/ 2147483647 h 136"/>
                <a:gd name="T30" fmla="*/ 2147483647 w 144"/>
                <a:gd name="T31" fmla="*/ 2147483647 h 136"/>
                <a:gd name="T32" fmla="*/ 2147483647 w 144"/>
                <a:gd name="T33" fmla="*/ 0 h 136"/>
                <a:gd name="T34" fmla="*/ 2147483647 w 144"/>
                <a:gd name="T35" fmla="*/ 2147483647 h 136"/>
                <a:gd name="T36" fmla="*/ 2147483647 w 144"/>
                <a:gd name="T37" fmla="*/ 0 h 136"/>
                <a:gd name="T38" fmla="*/ 2147483647 w 144"/>
                <a:gd name="T39" fmla="*/ 0 h 136"/>
                <a:gd name="T40" fmla="*/ 2147483647 w 144"/>
                <a:gd name="T41" fmla="*/ 2147483647 h 136"/>
                <a:gd name="T42" fmla="*/ 0 w 144"/>
                <a:gd name="T43" fmla="*/ 2147483647 h 1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4"/>
                <a:gd name="T67" fmla="*/ 0 h 136"/>
                <a:gd name="T68" fmla="*/ 144 w 144"/>
                <a:gd name="T69" fmla="*/ 136 h 1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4" h="136">
                  <a:moveTo>
                    <a:pt x="0" y="16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8" y="136"/>
                  </a:lnTo>
                  <a:lnTo>
                    <a:pt x="16" y="136"/>
                  </a:lnTo>
                  <a:lnTo>
                    <a:pt x="120" y="136"/>
                  </a:lnTo>
                  <a:lnTo>
                    <a:pt x="136" y="128"/>
                  </a:lnTo>
                  <a:lnTo>
                    <a:pt x="144" y="120"/>
                  </a:lnTo>
                  <a:lnTo>
                    <a:pt x="136" y="88"/>
                  </a:lnTo>
                  <a:lnTo>
                    <a:pt x="120" y="56"/>
                  </a:lnTo>
                  <a:lnTo>
                    <a:pt x="96" y="32"/>
                  </a:lnTo>
                  <a:lnTo>
                    <a:pt x="128" y="48"/>
                  </a:lnTo>
                  <a:lnTo>
                    <a:pt x="136" y="32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88" y="8"/>
                  </a:lnTo>
                  <a:lnTo>
                    <a:pt x="80" y="0"/>
                  </a:lnTo>
                  <a:lnTo>
                    <a:pt x="48" y="8"/>
                  </a:lnTo>
                  <a:lnTo>
                    <a:pt x="24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1" name="Freeform 642"/>
            <p:cNvSpPr/>
            <p:nvPr/>
          </p:nvSpPr>
          <p:spPr bwMode="auto">
            <a:xfrm>
              <a:off x="4622993" y="2981765"/>
              <a:ext cx="279637" cy="268671"/>
            </a:xfrm>
            <a:custGeom>
              <a:avLst/>
              <a:gdLst>
                <a:gd name="T0" fmla="*/ 2147483647 w 208"/>
                <a:gd name="T1" fmla="*/ 2147483647 h 200"/>
                <a:gd name="T2" fmla="*/ 2147483647 w 208"/>
                <a:gd name="T3" fmla="*/ 2147483647 h 200"/>
                <a:gd name="T4" fmla="*/ 2147483647 w 208"/>
                <a:gd name="T5" fmla="*/ 2147483647 h 200"/>
                <a:gd name="T6" fmla="*/ 0 w 208"/>
                <a:gd name="T7" fmla="*/ 2147483647 h 200"/>
                <a:gd name="T8" fmla="*/ 0 w 208"/>
                <a:gd name="T9" fmla="*/ 2147483647 h 200"/>
                <a:gd name="T10" fmla="*/ 2147483647 w 208"/>
                <a:gd name="T11" fmla="*/ 2147483647 h 200"/>
                <a:gd name="T12" fmla="*/ 2147483647 w 208"/>
                <a:gd name="T13" fmla="*/ 2147483647 h 200"/>
                <a:gd name="T14" fmla="*/ 2147483647 w 208"/>
                <a:gd name="T15" fmla="*/ 2147483647 h 200"/>
                <a:gd name="T16" fmla="*/ 2147483647 w 208"/>
                <a:gd name="T17" fmla="*/ 2147483647 h 200"/>
                <a:gd name="T18" fmla="*/ 2147483647 w 208"/>
                <a:gd name="T19" fmla="*/ 2147483647 h 200"/>
                <a:gd name="T20" fmla="*/ 2147483647 w 208"/>
                <a:gd name="T21" fmla="*/ 2147483647 h 200"/>
                <a:gd name="T22" fmla="*/ 2147483647 w 208"/>
                <a:gd name="T23" fmla="*/ 2147483647 h 200"/>
                <a:gd name="T24" fmla="*/ 2147483647 w 208"/>
                <a:gd name="T25" fmla="*/ 2147483647 h 200"/>
                <a:gd name="T26" fmla="*/ 2147483647 w 208"/>
                <a:gd name="T27" fmla="*/ 2147483647 h 200"/>
                <a:gd name="T28" fmla="*/ 2147483647 w 208"/>
                <a:gd name="T29" fmla="*/ 2147483647 h 200"/>
                <a:gd name="T30" fmla="*/ 2147483647 w 208"/>
                <a:gd name="T31" fmla="*/ 2147483647 h 200"/>
                <a:gd name="T32" fmla="*/ 2147483647 w 208"/>
                <a:gd name="T33" fmla="*/ 2147483647 h 200"/>
                <a:gd name="T34" fmla="*/ 2147483647 w 208"/>
                <a:gd name="T35" fmla="*/ 2147483647 h 200"/>
                <a:gd name="T36" fmla="*/ 2147483647 w 208"/>
                <a:gd name="T37" fmla="*/ 2147483647 h 200"/>
                <a:gd name="T38" fmla="*/ 2147483647 w 208"/>
                <a:gd name="T39" fmla="*/ 2147483647 h 200"/>
                <a:gd name="T40" fmla="*/ 2147483647 w 208"/>
                <a:gd name="T41" fmla="*/ 2147483647 h 200"/>
                <a:gd name="T42" fmla="*/ 2147483647 w 208"/>
                <a:gd name="T43" fmla="*/ 2147483647 h 200"/>
                <a:gd name="T44" fmla="*/ 2147483647 w 208"/>
                <a:gd name="T45" fmla="*/ 2147483647 h 200"/>
                <a:gd name="T46" fmla="*/ 2147483647 w 208"/>
                <a:gd name="T47" fmla="*/ 2147483647 h 200"/>
                <a:gd name="T48" fmla="*/ 2147483647 w 208"/>
                <a:gd name="T49" fmla="*/ 2147483647 h 200"/>
                <a:gd name="T50" fmla="*/ 2147483647 w 208"/>
                <a:gd name="T51" fmla="*/ 2147483647 h 200"/>
                <a:gd name="T52" fmla="*/ 2147483647 w 208"/>
                <a:gd name="T53" fmla="*/ 2147483647 h 200"/>
                <a:gd name="T54" fmla="*/ 2147483647 w 208"/>
                <a:gd name="T55" fmla="*/ 2147483647 h 200"/>
                <a:gd name="T56" fmla="*/ 2147483647 w 208"/>
                <a:gd name="T57" fmla="*/ 2147483647 h 200"/>
                <a:gd name="T58" fmla="*/ 2147483647 w 208"/>
                <a:gd name="T59" fmla="*/ 2147483647 h 200"/>
                <a:gd name="T60" fmla="*/ 2147483647 w 208"/>
                <a:gd name="T61" fmla="*/ 2147483647 h 200"/>
                <a:gd name="T62" fmla="*/ 2147483647 w 208"/>
                <a:gd name="T63" fmla="*/ 0 h 200"/>
                <a:gd name="T64" fmla="*/ 2147483647 w 208"/>
                <a:gd name="T65" fmla="*/ 2147483647 h 200"/>
                <a:gd name="T66" fmla="*/ 2147483647 w 208"/>
                <a:gd name="T67" fmla="*/ 2147483647 h 20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08"/>
                <a:gd name="T103" fmla="*/ 0 h 200"/>
                <a:gd name="T104" fmla="*/ 208 w 208"/>
                <a:gd name="T105" fmla="*/ 200 h 20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08" h="200">
                  <a:moveTo>
                    <a:pt x="16" y="24"/>
                  </a:moveTo>
                  <a:lnTo>
                    <a:pt x="8" y="32"/>
                  </a:lnTo>
                  <a:lnTo>
                    <a:pt x="8" y="40"/>
                  </a:lnTo>
                  <a:lnTo>
                    <a:pt x="0" y="48"/>
                  </a:lnTo>
                  <a:lnTo>
                    <a:pt x="0" y="112"/>
                  </a:lnTo>
                  <a:lnTo>
                    <a:pt x="24" y="136"/>
                  </a:lnTo>
                  <a:lnTo>
                    <a:pt x="32" y="136"/>
                  </a:lnTo>
                  <a:lnTo>
                    <a:pt x="64" y="144"/>
                  </a:lnTo>
                  <a:lnTo>
                    <a:pt x="72" y="152"/>
                  </a:lnTo>
                  <a:lnTo>
                    <a:pt x="88" y="144"/>
                  </a:lnTo>
                  <a:lnTo>
                    <a:pt x="184" y="192"/>
                  </a:lnTo>
                  <a:lnTo>
                    <a:pt x="192" y="200"/>
                  </a:lnTo>
                  <a:lnTo>
                    <a:pt x="192" y="184"/>
                  </a:lnTo>
                  <a:lnTo>
                    <a:pt x="200" y="184"/>
                  </a:lnTo>
                  <a:lnTo>
                    <a:pt x="208" y="160"/>
                  </a:lnTo>
                  <a:lnTo>
                    <a:pt x="200" y="160"/>
                  </a:lnTo>
                  <a:lnTo>
                    <a:pt x="200" y="64"/>
                  </a:lnTo>
                  <a:lnTo>
                    <a:pt x="200" y="56"/>
                  </a:lnTo>
                  <a:lnTo>
                    <a:pt x="192" y="40"/>
                  </a:lnTo>
                  <a:lnTo>
                    <a:pt x="200" y="32"/>
                  </a:lnTo>
                  <a:lnTo>
                    <a:pt x="200" y="24"/>
                  </a:lnTo>
                  <a:lnTo>
                    <a:pt x="192" y="16"/>
                  </a:lnTo>
                  <a:lnTo>
                    <a:pt x="176" y="8"/>
                  </a:lnTo>
                  <a:lnTo>
                    <a:pt x="160" y="8"/>
                  </a:lnTo>
                  <a:lnTo>
                    <a:pt x="136" y="16"/>
                  </a:lnTo>
                  <a:lnTo>
                    <a:pt x="136" y="32"/>
                  </a:lnTo>
                  <a:lnTo>
                    <a:pt x="112" y="40"/>
                  </a:lnTo>
                  <a:lnTo>
                    <a:pt x="96" y="24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48" y="8"/>
                  </a:lnTo>
                  <a:lnTo>
                    <a:pt x="32" y="0"/>
                  </a:lnTo>
                  <a:lnTo>
                    <a:pt x="32" y="8"/>
                  </a:lnTo>
                  <a:lnTo>
                    <a:pt x="1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2" name="Freeform 643"/>
            <p:cNvSpPr/>
            <p:nvPr/>
          </p:nvSpPr>
          <p:spPr bwMode="auto">
            <a:xfrm>
              <a:off x="4591191" y="2896229"/>
              <a:ext cx="74570" cy="139271"/>
            </a:xfrm>
            <a:custGeom>
              <a:avLst/>
              <a:gdLst>
                <a:gd name="T0" fmla="*/ 2147483647 w 56"/>
                <a:gd name="T1" fmla="*/ 2147483647 h 104"/>
                <a:gd name="T2" fmla="*/ 2147483647 w 56"/>
                <a:gd name="T3" fmla="*/ 2147483647 h 104"/>
                <a:gd name="T4" fmla="*/ 2147483647 w 56"/>
                <a:gd name="T5" fmla="*/ 2147483647 h 104"/>
                <a:gd name="T6" fmla="*/ 0 w 56"/>
                <a:gd name="T7" fmla="*/ 2147483647 h 104"/>
                <a:gd name="T8" fmla="*/ 0 w 56"/>
                <a:gd name="T9" fmla="*/ 2147483647 h 104"/>
                <a:gd name="T10" fmla="*/ 2147483647 w 56"/>
                <a:gd name="T11" fmla="*/ 2147483647 h 104"/>
                <a:gd name="T12" fmla="*/ 2147483647 w 56"/>
                <a:gd name="T13" fmla="*/ 2147483647 h 104"/>
                <a:gd name="T14" fmla="*/ 2147483647 w 56"/>
                <a:gd name="T15" fmla="*/ 2147483647 h 104"/>
                <a:gd name="T16" fmla="*/ 2147483647 w 56"/>
                <a:gd name="T17" fmla="*/ 2147483647 h 104"/>
                <a:gd name="T18" fmla="*/ 2147483647 w 56"/>
                <a:gd name="T19" fmla="*/ 2147483647 h 104"/>
                <a:gd name="T20" fmla="*/ 2147483647 w 56"/>
                <a:gd name="T21" fmla="*/ 2147483647 h 104"/>
                <a:gd name="T22" fmla="*/ 2147483647 w 56"/>
                <a:gd name="T23" fmla="*/ 2147483647 h 104"/>
                <a:gd name="T24" fmla="*/ 2147483647 w 56"/>
                <a:gd name="T25" fmla="*/ 2147483647 h 104"/>
                <a:gd name="T26" fmla="*/ 2147483647 w 56"/>
                <a:gd name="T27" fmla="*/ 2147483647 h 104"/>
                <a:gd name="T28" fmla="*/ 2147483647 w 56"/>
                <a:gd name="T29" fmla="*/ 2147483647 h 104"/>
                <a:gd name="T30" fmla="*/ 2147483647 w 56"/>
                <a:gd name="T31" fmla="*/ 2147483647 h 104"/>
                <a:gd name="T32" fmla="*/ 2147483647 w 56"/>
                <a:gd name="T33" fmla="*/ 2147483647 h 104"/>
                <a:gd name="T34" fmla="*/ 2147483647 w 56"/>
                <a:gd name="T35" fmla="*/ 2147483647 h 104"/>
                <a:gd name="T36" fmla="*/ 2147483647 w 56"/>
                <a:gd name="T37" fmla="*/ 0 h 104"/>
                <a:gd name="T38" fmla="*/ 2147483647 w 56"/>
                <a:gd name="T39" fmla="*/ 0 h 104"/>
                <a:gd name="T40" fmla="*/ 2147483647 w 56"/>
                <a:gd name="T41" fmla="*/ 2147483647 h 10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6"/>
                <a:gd name="T64" fmla="*/ 0 h 104"/>
                <a:gd name="T65" fmla="*/ 56 w 56"/>
                <a:gd name="T66" fmla="*/ 104 h 10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6" h="104">
                  <a:moveTo>
                    <a:pt x="16" y="8"/>
                  </a:moveTo>
                  <a:lnTo>
                    <a:pt x="16" y="24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24" y="96"/>
                  </a:lnTo>
                  <a:lnTo>
                    <a:pt x="32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72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32" y="48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644"/>
            <p:cNvSpPr/>
            <p:nvPr/>
          </p:nvSpPr>
          <p:spPr bwMode="auto">
            <a:xfrm>
              <a:off x="4245757" y="2928031"/>
              <a:ext cx="203971" cy="161202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2147483647 h 120"/>
                <a:gd name="T12" fmla="*/ 2147483647 w 152"/>
                <a:gd name="T13" fmla="*/ 2147483647 h 120"/>
                <a:gd name="T14" fmla="*/ 2147483647 w 152"/>
                <a:gd name="T15" fmla="*/ 2147483647 h 120"/>
                <a:gd name="T16" fmla="*/ 2147483647 w 152"/>
                <a:gd name="T17" fmla="*/ 2147483647 h 120"/>
                <a:gd name="T18" fmla="*/ 2147483647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0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0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120"/>
                <a:gd name="T68" fmla="*/ 152 w 152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120">
                  <a:moveTo>
                    <a:pt x="56" y="104"/>
                  </a:moveTo>
                  <a:lnTo>
                    <a:pt x="72" y="96"/>
                  </a:lnTo>
                  <a:lnTo>
                    <a:pt x="96" y="80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56"/>
                  </a:lnTo>
                  <a:lnTo>
                    <a:pt x="144" y="56"/>
                  </a:lnTo>
                  <a:lnTo>
                    <a:pt x="152" y="48"/>
                  </a:lnTo>
                  <a:lnTo>
                    <a:pt x="144" y="32"/>
                  </a:lnTo>
                  <a:lnTo>
                    <a:pt x="144" y="8"/>
                  </a:lnTo>
                  <a:lnTo>
                    <a:pt x="136" y="8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48" y="64"/>
                  </a:lnTo>
                  <a:lnTo>
                    <a:pt x="40" y="96"/>
                  </a:lnTo>
                  <a:lnTo>
                    <a:pt x="8" y="112"/>
                  </a:lnTo>
                  <a:lnTo>
                    <a:pt x="0" y="120"/>
                  </a:lnTo>
                  <a:lnTo>
                    <a:pt x="56" y="120"/>
                  </a:lnTo>
                  <a:lnTo>
                    <a:pt x="5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645"/>
            <p:cNvSpPr/>
            <p:nvPr/>
          </p:nvSpPr>
          <p:spPr bwMode="auto">
            <a:xfrm>
              <a:off x="4591191" y="2896229"/>
              <a:ext cx="74570" cy="139271"/>
            </a:xfrm>
            <a:custGeom>
              <a:avLst/>
              <a:gdLst>
                <a:gd name="T0" fmla="*/ 2147483647 w 56"/>
                <a:gd name="T1" fmla="*/ 2147483647 h 104"/>
                <a:gd name="T2" fmla="*/ 2147483647 w 56"/>
                <a:gd name="T3" fmla="*/ 2147483647 h 104"/>
                <a:gd name="T4" fmla="*/ 2147483647 w 56"/>
                <a:gd name="T5" fmla="*/ 2147483647 h 104"/>
                <a:gd name="T6" fmla="*/ 0 w 56"/>
                <a:gd name="T7" fmla="*/ 2147483647 h 104"/>
                <a:gd name="T8" fmla="*/ 0 w 56"/>
                <a:gd name="T9" fmla="*/ 2147483647 h 104"/>
                <a:gd name="T10" fmla="*/ 2147483647 w 56"/>
                <a:gd name="T11" fmla="*/ 2147483647 h 104"/>
                <a:gd name="T12" fmla="*/ 2147483647 w 56"/>
                <a:gd name="T13" fmla="*/ 2147483647 h 104"/>
                <a:gd name="T14" fmla="*/ 2147483647 w 56"/>
                <a:gd name="T15" fmla="*/ 2147483647 h 104"/>
                <a:gd name="T16" fmla="*/ 2147483647 w 56"/>
                <a:gd name="T17" fmla="*/ 2147483647 h 104"/>
                <a:gd name="T18" fmla="*/ 2147483647 w 56"/>
                <a:gd name="T19" fmla="*/ 2147483647 h 104"/>
                <a:gd name="T20" fmla="*/ 2147483647 w 56"/>
                <a:gd name="T21" fmla="*/ 2147483647 h 104"/>
                <a:gd name="T22" fmla="*/ 2147483647 w 56"/>
                <a:gd name="T23" fmla="*/ 2147483647 h 104"/>
                <a:gd name="T24" fmla="*/ 2147483647 w 56"/>
                <a:gd name="T25" fmla="*/ 2147483647 h 104"/>
                <a:gd name="T26" fmla="*/ 2147483647 w 56"/>
                <a:gd name="T27" fmla="*/ 2147483647 h 104"/>
                <a:gd name="T28" fmla="*/ 2147483647 w 56"/>
                <a:gd name="T29" fmla="*/ 2147483647 h 104"/>
                <a:gd name="T30" fmla="*/ 2147483647 w 56"/>
                <a:gd name="T31" fmla="*/ 2147483647 h 104"/>
                <a:gd name="T32" fmla="*/ 2147483647 w 56"/>
                <a:gd name="T33" fmla="*/ 2147483647 h 104"/>
                <a:gd name="T34" fmla="*/ 2147483647 w 56"/>
                <a:gd name="T35" fmla="*/ 2147483647 h 104"/>
                <a:gd name="T36" fmla="*/ 2147483647 w 56"/>
                <a:gd name="T37" fmla="*/ 0 h 104"/>
                <a:gd name="T38" fmla="*/ 2147483647 w 56"/>
                <a:gd name="T39" fmla="*/ 0 h 104"/>
                <a:gd name="T40" fmla="*/ 2147483647 w 56"/>
                <a:gd name="T41" fmla="*/ 2147483647 h 104"/>
                <a:gd name="T42" fmla="*/ 2147483647 w 56"/>
                <a:gd name="T43" fmla="*/ 2147483647 h 10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56"/>
                <a:gd name="T67" fmla="*/ 0 h 104"/>
                <a:gd name="T68" fmla="*/ 56 w 56"/>
                <a:gd name="T69" fmla="*/ 104 h 10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56" h="104">
                  <a:moveTo>
                    <a:pt x="16" y="8"/>
                  </a:moveTo>
                  <a:lnTo>
                    <a:pt x="16" y="24"/>
                  </a:lnTo>
                  <a:lnTo>
                    <a:pt x="16" y="40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16" y="72"/>
                  </a:lnTo>
                  <a:lnTo>
                    <a:pt x="24" y="80"/>
                  </a:lnTo>
                  <a:lnTo>
                    <a:pt x="24" y="96"/>
                  </a:lnTo>
                  <a:lnTo>
                    <a:pt x="32" y="104"/>
                  </a:lnTo>
                  <a:lnTo>
                    <a:pt x="32" y="96"/>
                  </a:lnTo>
                  <a:lnTo>
                    <a:pt x="40" y="88"/>
                  </a:lnTo>
                  <a:lnTo>
                    <a:pt x="56" y="72"/>
                  </a:lnTo>
                  <a:lnTo>
                    <a:pt x="56" y="64"/>
                  </a:lnTo>
                  <a:lnTo>
                    <a:pt x="40" y="56"/>
                  </a:lnTo>
                  <a:lnTo>
                    <a:pt x="32" y="48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646"/>
            <p:cNvSpPr/>
            <p:nvPr/>
          </p:nvSpPr>
          <p:spPr bwMode="auto">
            <a:xfrm>
              <a:off x="4245757" y="2928031"/>
              <a:ext cx="203971" cy="161202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2147483647 h 120"/>
                <a:gd name="T12" fmla="*/ 2147483647 w 152"/>
                <a:gd name="T13" fmla="*/ 2147483647 h 120"/>
                <a:gd name="T14" fmla="*/ 2147483647 w 152"/>
                <a:gd name="T15" fmla="*/ 2147483647 h 120"/>
                <a:gd name="T16" fmla="*/ 2147483647 w 152"/>
                <a:gd name="T17" fmla="*/ 2147483647 h 120"/>
                <a:gd name="T18" fmla="*/ 2147483647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0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0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120"/>
                <a:gd name="T68" fmla="*/ 152 w 152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120">
                  <a:moveTo>
                    <a:pt x="56" y="104"/>
                  </a:moveTo>
                  <a:lnTo>
                    <a:pt x="72" y="96"/>
                  </a:lnTo>
                  <a:lnTo>
                    <a:pt x="96" y="80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56"/>
                  </a:lnTo>
                  <a:lnTo>
                    <a:pt x="144" y="56"/>
                  </a:lnTo>
                  <a:lnTo>
                    <a:pt x="152" y="48"/>
                  </a:lnTo>
                  <a:lnTo>
                    <a:pt x="144" y="32"/>
                  </a:lnTo>
                  <a:lnTo>
                    <a:pt x="144" y="8"/>
                  </a:lnTo>
                  <a:lnTo>
                    <a:pt x="136" y="8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24"/>
                  </a:lnTo>
                  <a:lnTo>
                    <a:pt x="64" y="40"/>
                  </a:lnTo>
                  <a:lnTo>
                    <a:pt x="48" y="64"/>
                  </a:lnTo>
                  <a:lnTo>
                    <a:pt x="40" y="96"/>
                  </a:lnTo>
                  <a:lnTo>
                    <a:pt x="8" y="112"/>
                  </a:lnTo>
                  <a:lnTo>
                    <a:pt x="0" y="120"/>
                  </a:lnTo>
                  <a:lnTo>
                    <a:pt x="56" y="120"/>
                  </a:lnTo>
                  <a:lnTo>
                    <a:pt x="56" y="1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647"/>
            <p:cNvSpPr/>
            <p:nvPr/>
          </p:nvSpPr>
          <p:spPr bwMode="auto">
            <a:xfrm>
              <a:off x="4182153" y="3089233"/>
              <a:ext cx="139270" cy="118435"/>
            </a:xfrm>
            <a:custGeom>
              <a:avLst/>
              <a:gdLst>
                <a:gd name="T0" fmla="*/ 2147483647 w 104"/>
                <a:gd name="T1" fmla="*/ 2147483647 h 88"/>
                <a:gd name="T2" fmla="*/ 2147483647 w 104"/>
                <a:gd name="T3" fmla="*/ 2147483647 h 88"/>
                <a:gd name="T4" fmla="*/ 2147483647 w 104"/>
                <a:gd name="T5" fmla="*/ 2147483647 h 88"/>
                <a:gd name="T6" fmla="*/ 2147483647 w 104"/>
                <a:gd name="T7" fmla="*/ 2147483647 h 88"/>
                <a:gd name="T8" fmla="*/ 2147483647 w 104"/>
                <a:gd name="T9" fmla="*/ 2147483647 h 88"/>
                <a:gd name="T10" fmla="*/ 2147483647 w 104"/>
                <a:gd name="T11" fmla="*/ 0 h 88"/>
                <a:gd name="T12" fmla="*/ 2147483647 w 104"/>
                <a:gd name="T13" fmla="*/ 0 h 88"/>
                <a:gd name="T14" fmla="*/ 2147483647 w 104"/>
                <a:gd name="T15" fmla="*/ 2147483647 h 88"/>
                <a:gd name="T16" fmla="*/ 2147483647 w 104"/>
                <a:gd name="T17" fmla="*/ 2147483647 h 88"/>
                <a:gd name="T18" fmla="*/ 0 w 104"/>
                <a:gd name="T19" fmla="*/ 2147483647 h 88"/>
                <a:gd name="T20" fmla="*/ 2147483647 w 104"/>
                <a:gd name="T21" fmla="*/ 2147483647 h 88"/>
                <a:gd name="T22" fmla="*/ 2147483647 w 104"/>
                <a:gd name="T23" fmla="*/ 2147483647 h 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88"/>
                <a:gd name="T38" fmla="*/ 104 w 104"/>
                <a:gd name="T39" fmla="*/ 88 h 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88">
                  <a:moveTo>
                    <a:pt x="56" y="64"/>
                  </a:moveTo>
                  <a:lnTo>
                    <a:pt x="64" y="56"/>
                  </a:lnTo>
                  <a:lnTo>
                    <a:pt x="64" y="24"/>
                  </a:lnTo>
                  <a:lnTo>
                    <a:pt x="104" y="24"/>
                  </a:lnTo>
                  <a:lnTo>
                    <a:pt x="104" y="8"/>
                  </a:lnTo>
                  <a:lnTo>
                    <a:pt x="104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16" y="48"/>
                  </a:lnTo>
                  <a:lnTo>
                    <a:pt x="0" y="88"/>
                  </a:lnTo>
                  <a:lnTo>
                    <a:pt x="48" y="88"/>
                  </a:lnTo>
                  <a:lnTo>
                    <a:pt x="56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648"/>
            <p:cNvSpPr/>
            <p:nvPr/>
          </p:nvSpPr>
          <p:spPr bwMode="auto">
            <a:xfrm>
              <a:off x="4192022" y="3357905"/>
              <a:ext cx="42768" cy="31802"/>
            </a:xfrm>
            <a:custGeom>
              <a:avLst/>
              <a:gdLst>
                <a:gd name="T0" fmla="*/ 2147483647 w 32"/>
                <a:gd name="T1" fmla="*/ 2147483647 h 24"/>
                <a:gd name="T2" fmla="*/ 2147483647 w 32"/>
                <a:gd name="T3" fmla="*/ 2147483647 h 24"/>
                <a:gd name="T4" fmla="*/ 2147483647 w 32"/>
                <a:gd name="T5" fmla="*/ 0 h 24"/>
                <a:gd name="T6" fmla="*/ 2147483647 w 32"/>
                <a:gd name="T7" fmla="*/ 0 h 24"/>
                <a:gd name="T8" fmla="*/ 0 w 32"/>
                <a:gd name="T9" fmla="*/ 2147483647 h 24"/>
                <a:gd name="T10" fmla="*/ 2147483647 w 32"/>
                <a:gd name="T11" fmla="*/ 2147483647 h 24"/>
                <a:gd name="T12" fmla="*/ 2147483647 w 32"/>
                <a:gd name="T13" fmla="*/ 2147483647 h 24"/>
                <a:gd name="T14" fmla="*/ 2147483647 w 32"/>
                <a:gd name="T15" fmla="*/ 2147483647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2"/>
                <a:gd name="T25" fmla="*/ 0 h 24"/>
                <a:gd name="T26" fmla="*/ 32 w 32"/>
                <a:gd name="T27" fmla="*/ 24 h 2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2" h="24">
                  <a:moveTo>
                    <a:pt x="32" y="16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3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Freeform 649"/>
            <p:cNvSpPr/>
            <p:nvPr/>
          </p:nvSpPr>
          <p:spPr bwMode="auto">
            <a:xfrm>
              <a:off x="4837930" y="3174769"/>
              <a:ext cx="278541" cy="344338"/>
            </a:xfrm>
            <a:custGeom>
              <a:avLst/>
              <a:gdLst>
                <a:gd name="T0" fmla="*/ 2147483647 w 208"/>
                <a:gd name="T1" fmla="*/ 2147483647 h 256"/>
                <a:gd name="T2" fmla="*/ 2147483647 w 208"/>
                <a:gd name="T3" fmla="*/ 2147483647 h 256"/>
                <a:gd name="T4" fmla="*/ 2147483647 w 208"/>
                <a:gd name="T5" fmla="*/ 2147483647 h 256"/>
                <a:gd name="T6" fmla="*/ 2147483647 w 208"/>
                <a:gd name="T7" fmla="*/ 2147483647 h 256"/>
                <a:gd name="T8" fmla="*/ 2147483647 w 208"/>
                <a:gd name="T9" fmla="*/ 2147483647 h 256"/>
                <a:gd name="T10" fmla="*/ 2147483647 w 208"/>
                <a:gd name="T11" fmla="*/ 2147483647 h 256"/>
                <a:gd name="T12" fmla="*/ 2147483647 w 208"/>
                <a:gd name="T13" fmla="*/ 2147483647 h 256"/>
                <a:gd name="T14" fmla="*/ 2147483647 w 208"/>
                <a:gd name="T15" fmla="*/ 2147483647 h 256"/>
                <a:gd name="T16" fmla="*/ 2147483647 w 208"/>
                <a:gd name="T17" fmla="*/ 2147483647 h 256"/>
                <a:gd name="T18" fmla="*/ 0 w 208"/>
                <a:gd name="T19" fmla="*/ 2147483647 h 256"/>
                <a:gd name="T20" fmla="*/ 2147483647 w 208"/>
                <a:gd name="T21" fmla="*/ 2147483647 h 256"/>
                <a:gd name="T22" fmla="*/ 2147483647 w 208"/>
                <a:gd name="T23" fmla="*/ 2147483647 h 256"/>
                <a:gd name="T24" fmla="*/ 2147483647 w 208"/>
                <a:gd name="T25" fmla="*/ 2147483647 h 256"/>
                <a:gd name="T26" fmla="*/ 2147483647 w 208"/>
                <a:gd name="T27" fmla="*/ 2147483647 h 256"/>
                <a:gd name="T28" fmla="*/ 2147483647 w 208"/>
                <a:gd name="T29" fmla="*/ 2147483647 h 256"/>
                <a:gd name="T30" fmla="*/ 2147483647 w 208"/>
                <a:gd name="T31" fmla="*/ 2147483647 h 256"/>
                <a:gd name="T32" fmla="*/ 2147483647 w 208"/>
                <a:gd name="T33" fmla="*/ 2147483647 h 256"/>
                <a:gd name="T34" fmla="*/ 2147483647 w 208"/>
                <a:gd name="T35" fmla="*/ 2147483647 h 256"/>
                <a:gd name="T36" fmla="*/ 2147483647 w 208"/>
                <a:gd name="T37" fmla="*/ 2147483647 h 256"/>
                <a:gd name="T38" fmla="*/ 2147483647 w 208"/>
                <a:gd name="T39" fmla="*/ 2147483647 h 256"/>
                <a:gd name="T40" fmla="*/ 2147483647 w 208"/>
                <a:gd name="T41" fmla="*/ 2147483647 h 256"/>
                <a:gd name="T42" fmla="*/ 2147483647 w 208"/>
                <a:gd name="T43" fmla="*/ 2147483647 h 256"/>
                <a:gd name="T44" fmla="*/ 2147483647 w 208"/>
                <a:gd name="T45" fmla="*/ 2147483647 h 256"/>
                <a:gd name="T46" fmla="*/ 2147483647 w 208"/>
                <a:gd name="T47" fmla="*/ 2147483647 h 256"/>
                <a:gd name="T48" fmla="*/ 2147483647 w 208"/>
                <a:gd name="T49" fmla="*/ 2147483647 h 256"/>
                <a:gd name="T50" fmla="*/ 2147483647 w 208"/>
                <a:gd name="T51" fmla="*/ 2147483647 h 256"/>
                <a:gd name="T52" fmla="*/ 2147483647 w 208"/>
                <a:gd name="T53" fmla="*/ 2147483647 h 256"/>
                <a:gd name="T54" fmla="*/ 2147483647 w 208"/>
                <a:gd name="T55" fmla="*/ 2147483647 h 256"/>
                <a:gd name="T56" fmla="*/ 2147483647 w 208"/>
                <a:gd name="T57" fmla="*/ 2147483647 h 256"/>
                <a:gd name="T58" fmla="*/ 2147483647 w 208"/>
                <a:gd name="T59" fmla="*/ 2147483647 h 256"/>
                <a:gd name="T60" fmla="*/ 2147483647 w 208"/>
                <a:gd name="T61" fmla="*/ 2147483647 h 256"/>
                <a:gd name="T62" fmla="*/ 2147483647 w 208"/>
                <a:gd name="T63" fmla="*/ 2147483647 h 256"/>
                <a:gd name="T64" fmla="*/ 2147483647 w 208"/>
                <a:gd name="T65" fmla="*/ 2147483647 h 256"/>
                <a:gd name="T66" fmla="*/ 2147483647 w 208"/>
                <a:gd name="T67" fmla="*/ 2147483647 h 256"/>
                <a:gd name="T68" fmla="*/ 2147483647 w 208"/>
                <a:gd name="T69" fmla="*/ 2147483647 h 256"/>
                <a:gd name="T70" fmla="*/ 2147483647 w 208"/>
                <a:gd name="T71" fmla="*/ 0 h 256"/>
                <a:gd name="T72" fmla="*/ 2147483647 w 208"/>
                <a:gd name="T73" fmla="*/ 2147483647 h 256"/>
                <a:gd name="T74" fmla="*/ 2147483647 w 208"/>
                <a:gd name="T75" fmla="*/ 2147483647 h 25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08"/>
                <a:gd name="T115" fmla="*/ 0 h 256"/>
                <a:gd name="T116" fmla="*/ 208 w 208"/>
                <a:gd name="T117" fmla="*/ 256 h 25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08" h="256">
                  <a:moveTo>
                    <a:pt x="152" y="16"/>
                  </a:moveTo>
                  <a:lnTo>
                    <a:pt x="48" y="16"/>
                  </a:lnTo>
                  <a:lnTo>
                    <a:pt x="40" y="40"/>
                  </a:lnTo>
                  <a:lnTo>
                    <a:pt x="32" y="40"/>
                  </a:lnTo>
                  <a:lnTo>
                    <a:pt x="32" y="56"/>
                  </a:lnTo>
                  <a:lnTo>
                    <a:pt x="24" y="48"/>
                  </a:lnTo>
                  <a:lnTo>
                    <a:pt x="24" y="96"/>
                  </a:lnTo>
                  <a:lnTo>
                    <a:pt x="8" y="104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16" y="160"/>
                  </a:lnTo>
                  <a:lnTo>
                    <a:pt x="24" y="176"/>
                  </a:lnTo>
                  <a:lnTo>
                    <a:pt x="32" y="200"/>
                  </a:lnTo>
                  <a:lnTo>
                    <a:pt x="48" y="208"/>
                  </a:lnTo>
                  <a:lnTo>
                    <a:pt x="72" y="232"/>
                  </a:lnTo>
                  <a:lnTo>
                    <a:pt x="80" y="240"/>
                  </a:lnTo>
                  <a:lnTo>
                    <a:pt x="104" y="240"/>
                  </a:lnTo>
                  <a:lnTo>
                    <a:pt x="120" y="256"/>
                  </a:lnTo>
                  <a:lnTo>
                    <a:pt x="144" y="248"/>
                  </a:lnTo>
                  <a:lnTo>
                    <a:pt x="168" y="240"/>
                  </a:lnTo>
                  <a:lnTo>
                    <a:pt x="176" y="240"/>
                  </a:lnTo>
                  <a:lnTo>
                    <a:pt x="176" y="232"/>
                  </a:lnTo>
                  <a:lnTo>
                    <a:pt x="168" y="224"/>
                  </a:lnTo>
                  <a:lnTo>
                    <a:pt x="160" y="216"/>
                  </a:lnTo>
                  <a:lnTo>
                    <a:pt x="144" y="200"/>
                  </a:lnTo>
                  <a:lnTo>
                    <a:pt x="144" y="192"/>
                  </a:lnTo>
                  <a:lnTo>
                    <a:pt x="152" y="192"/>
                  </a:lnTo>
                  <a:lnTo>
                    <a:pt x="160" y="168"/>
                  </a:lnTo>
                  <a:lnTo>
                    <a:pt x="176" y="152"/>
                  </a:lnTo>
                  <a:lnTo>
                    <a:pt x="184" y="128"/>
                  </a:lnTo>
                  <a:lnTo>
                    <a:pt x="192" y="80"/>
                  </a:lnTo>
                  <a:lnTo>
                    <a:pt x="200" y="72"/>
                  </a:lnTo>
                  <a:lnTo>
                    <a:pt x="208" y="72"/>
                  </a:lnTo>
                  <a:lnTo>
                    <a:pt x="200" y="48"/>
                  </a:lnTo>
                  <a:lnTo>
                    <a:pt x="192" y="16"/>
                  </a:lnTo>
                  <a:lnTo>
                    <a:pt x="176" y="0"/>
                  </a:lnTo>
                  <a:lnTo>
                    <a:pt x="168" y="8"/>
                  </a:lnTo>
                  <a:lnTo>
                    <a:pt x="15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Freeform 650"/>
            <p:cNvSpPr/>
            <p:nvPr/>
          </p:nvSpPr>
          <p:spPr bwMode="auto">
            <a:xfrm>
              <a:off x="4321423" y="3400672"/>
              <a:ext cx="107468" cy="96502"/>
            </a:xfrm>
            <a:custGeom>
              <a:avLst/>
              <a:gdLst>
                <a:gd name="T0" fmla="*/ 2147483647 w 80"/>
                <a:gd name="T1" fmla="*/ 2147483647 h 72"/>
                <a:gd name="T2" fmla="*/ 2147483647 w 80"/>
                <a:gd name="T3" fmla="*/ 2147483647 h 72"/>
                <a:gd name="T4" fmla="*/ 2147483647 w 80"/>
                <a:gd name="T5" fmla="*/ 2147483647 h 72"/>
                <a:gd name="T6" fmla="*/ 2147483647 w 80"/>
                <a:gd name="T7" fmla="*/ 2147483647 h 72"/>
                <a:gd name="T8" fmla="*/ 2147483647 w 80"/>
                <a:gd name="T9" fmla="*/ 0 h 72"/>
                <a:gd name="T10" fmla="*/ 2147483647 w 80"/>
                <a:gd name="T11" fmla="*/ 0 h 72"/>
                <a:gd name="T12" fmla="*/ 2147483647 w 80"/>
                <a:gd name="T13" fmla="*/ 0 h 72"/>
                <a:gd name="T14" fmla="*/ 2147483647 w 80"/>
                <a:gd name="T15" fmla="*/ 0 h 72"/>
                <a:gd name="T16" fmla="*/ 2147483647 w 80"/>
                <a:gd name="T17" fmla="*/ 0 h 72"/>
                <a:gd name="T18" fmla="*/ 2147483647 w 80"/>
                <a:gd name="T19" fmla="*/ 2147483647 h 72"/>
                <a:gd name="T20" fmla="*/ 2147483647 w 80"/>
                <a:gd name="T21" fmla="*/ 2147483647 h 72"/>
                <a:gd name="T22" fmla="*/ 0 w 80"/>
                <a:gd name="T23" fmla="*/ 2147483647 h 72"/>
                <a:gd name="T24" fmla="*/ 2147483647 w 80"/>
                <a:gd name="T25" fmla="*/ 2147483647 h 72"/>
                <a:gd name="T26" fmla="*/ 2147483647 w 80"/>
                <a:gd name="T27" fmla="*/ 2147483647 h 72"/>
                <a:gd name="T28" fmla="*/ 2147483647 w 80"/>
                <a:gd name="T29" fmla="*/ 2147483647 h 72"/>
                <a:gd name="T30" fmla="*/ 2147483647 w 80"/>
                <a:gd name="T31" fmla="*/ 2147483647 h 72"/>
                <a:gd name="T32" fmla="*/ 2147483647 w 80"/>
                <a:gd name="T33" fmla="*/ 2147483647 h 72"/>
                <a:gd name="T34" fmla="*/ 2147483647 w 80"/>
                <a:gd name="T35" fmla="*/ 2147483647 h 72"/>
                <a:gd name="T36" fmla="*/ 2147483647 w 80"/>
                <a:gd name="T37" fmla="*/ 2147483647 h 72"/>
                <a:gd name="T38" fmla="*/ 2147483647 w 80"/>
                <a:gd name="T39" fmla="*/ 2147483647 h 72"/>
                <a:gd name="T40" fmla="*/ 2147483647 w 80"/>
                <a:gd name="T41" fmla="*/ 2147483647 h 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0"/>
                <a:gd name="T64" fmla="*/ 0 h 72"/>
                <a:gd name="T65" fmla="*/ 80 w 80"/>
                <a:gd name="T66" fmla="*/ 72 h 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0" h="72">
                  <a:moveTo>
                    <a:pt x="72" y="40"/>
                  </a:moveTo>
                  <a:lnTo>
                    <a:pt x="80" y="24"/>
                  </a:lnTo>
                  <a:lnTo>
                    <a:pt x="72" y="8"/>
                  </a:lnTo>
                  <a:lnTo>
                    <a:pt x="48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64" y="64"/>
                  </a:lnTo>
                  <a:lnTo>
                    <a:pt x="72" y="64"/>
                  </a:lnTo>
                  <a:lnTo>
                    <a:pt x="72" y="48"/>
                  </a:lnTo>
                  <a:lnTo>
                    <a:pt x="7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651"/>
            <p:cNvSpPr/>
            <p:nvPr/>
          </p:nvSpPr>
          <p:spPr bwMode="auto">
            <a:xfrm>
              <a:off x="4267689" y="3432474"/>
              <a:ext cx="74570" cy="64700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2147483647 h 48"/>
                <a:gd name="T6" fmla="*/ 2147483647 w 56"/>
                <a:gd name="T7" fmla="*/ 2147483647 h 48"/>
                <a:gd name="T8" fmla="*/ 2147483647 w 56"/>
                <a:gd name="T9" fmla="*/ 2147483647 h 48"/>
                <a:gd name="T10" fmla="*/ 2147483647 w 56"/>
                <a:gd name="T11" fmla="*/ 0 h 48"/>
                <a:gd name="T12" fmla="*/ 2147483647 w 56"/>
                <a:gd name="T13" fmla="*/ 2147483647 h 48"/>
                <a:gd name="T14" fmla="*/ 2147483647 w 56"/>
                <a:gd name="T15" fmla="*/ 2147483647 h 48"/>
                <a:gd name="T16" fmla="*/ 0 w 56"/>
                <a:gd name="T17" fmla="*/ 2147483647 h 48"/>
                <a:gd name="T18" fmla="*/ 2147483647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48" y="32"/>
                  </a:moveTo>
                  <a:lnTo>
                    <a:pt x="48" y="16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40" y="48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48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652"/>
            <p:cNvSpPr/>
            <p:nvPr/>
          </p:nvSpPr>
          <p:spPr bwMode="auto">
            <a:xfrm>
              <a:off x="4234791" y="3411638"/>
              <a:ext cx="53734" cy="53735"/>
            </a:xfrm>
            <a:custGeom>
              <a:avLst/>
              <a:gdLst>
                <a:gd name="T0" fmla="*/ 2147483647 w 40"/>
                <a:gd name="T1" fmla="*/ 2147483647 h 40"/>
                <a:gd name="T2" fmla="*/ 2147483647 w 40"/>
                <a:gd name="T3" fmla="*/ 2147483647 h 40"/>
                <a:gd name="T4" fmla="*/ 2147483647 w 40"/>
                <a:gd name="T5" fmla="*/ 0 h 40"/>
                <a:gd name="T6" fmla="*/ 2147483647 w 40"/>
                <a:gd name="T7" fmla="*/ 0 h 40"/>
                <a:gd name="T8" fmla="*/ 2147483647 w 40"/>
                <a:gd name="T9" fmla="*/ 2147483647 h 40"/>
                <a:gd name="T10" fmla="*/ 0 w 40"/>
                <a:gd name="T11" fmla="*/ 2147483647 h 40"/>
                <a:gd name="T12" fmla="*/ 2147483647 w 40"/>
                <a:gd name="T13" fmla="*/ 2147483647 h 40"/>
                <a:gd name="T14" fmla="*/ 2147483647 w 40"/>
                <a:gd name="T15" fmla="*/ 2147483647 h 40"/>
                <a:gd name="T16" fmla="*/ 2147483647 w 40"/>
                <a:gd name="T17" fmla="*/ 2147483647 h 40"/>
                <a:gd name="T18" fmla="*/ 2147483647 w 40"/>
                <a:gd name="T19" fmla="*/ 2147483647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40"/>
                <a:gd name="T32" fmla="*/ 40 w 40"/>
                <a:gd name="T33" fmla="*/ 40 h 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40">
                  <a:moveTo>
                    <a:pt x="40" y="24"/>
                  </a:move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653"/>
            <p:cNvSpPr/>
            <p:nvPr/>
          </p:nvSpPr>
          <p:spPr bwMode="auto">
            <a:xfrm>
              <a:off x="4196409" y="3357905"/>
              <a:ext cx="42768" cy="31802"/>
            </a:xfrm>
            <a:custGeom>
              <a:avLst/>
              <a:gdLst>
                <a:gd name="T0" fmla="*/ 2147483647 w 32"/>
                <a:gd name="T1" fmla="*/ 2147483647 h 24"/>
                <a:gd name="T2" fmla="*/ 2147483647 w 32"/>
                <a:gd name="T3" fmla="*/ 2147483647 h 24"/>
                <a:gd name="T4" fmla="*/ 2147483647 w 32"/>
                <a:gd name="T5" fmla="*/ 0 h 24"/>
                <a:gd name="T6" fmla="*/ 2147483647 w 32"/>
                <a:gd name="T7" fmla="*/ 0 h 24"/>
                <a:gd name="T8" fmla="*/ 0 w 32"/>
                <a:gd name="T9" fmla="*/ 2147483647 h 24"/>
                <a:gd name="T10" fmla="*/ 0 w 32"/>
                <a:gd name="T11" fmla="*/ 2147483647 h 24"/>
                <a:gd name="T12" fmla="*/ 2147483647 w 32"/>
                <a:gd name="T13" fmla="*/ 2147483647 h 24"/>
                <a:gd name="T14" fmla="*/ 2147483647 w 32"/>
                <a:gd name="T15" fmla="*/ 2147483647 h 24"/>
                <a:gd name="T16" fmla="*/ 2147483647 w 32"/>
                <a:gd name="T17" fmla="*/ 2147483647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24"/>
                <a:gd name="T29" fmla="*/ 32 w 32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24">
                  <a:moveTo>
                    <a:pt x="32" y="16"/>
                  </a:moveTo>
                  <a:lnTo>
                    <a:pt x="32" y="8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32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654"/>
            <p:cNvSpPr/>
            <p:nvPr/>
          </p:nvSpPr>
          <p:spPr bwMode="auto">
            <a:xfrm>
              <a:off x="4239177" y="3411638"/>
              <a:ext cx="53734" cy="53735"/>
            </a:xfrm>
            <a:custGeom>
              <a:avLst/>
              <a:gdLst>
                <a:gd name="T0" fmla="*/ 2147483647 w 40"/>
                <a:gd name="T1" fmla="*/ 2147483647 h 40"/>
                <a:gd name="T2" fmla="*/ 2147483647 w 40"/>
                <a:gd name="T3" fmla="*/ 2147483647 h 40"/>
                <a:gd name="T4" fmla="*/ 2147483647 w 40"/>
                <a:gd name="T5" fmla="*/ 2147483647 h 40"/>
                <a:gd name="T6" fmla="*/ 2147483647 w 40"/>
                <a:gd name="T7" fmla="*/ 0 h 40"/>
                <a:gd name="T8" fmla="*/ 2147483647 w 40"/>
                <a:gd name="T9" fmla="*/ 0 h 40"/>
                <a:gd name="T10" fmla="*/ 2147483647 w 40"/>
                <a:gd name="T11" fmla="*/ 2147483647 h 40"/>
                <a:gd name="T12" fmla="*/ 0 w 40"/>
                <a:gd name="T13" fmla="*/ 2147483647 h 40"/>
                <a:gd name="T14" fmla="*/ 2147483647 w 40"/>
                <a:gd name="T15" fmla="*/ 2147483647 h 40"/>
                <a:gd name="T16" fmla="*/ 2147483647 w 40"/>
                <a:gd name="T17" fmla="*/ 2147483647 h 40"/>
                <a:gd name="T18" fmla="*/ 2147483647 w 40"/>
                <a:gd name="T19" fmla="*/ 2147483647 h 40"/>
                <a:gd name="T20" fmla="*/ 2147483647 w 40"/>
                <a:gd name="T21" fmla="*/ 2147483647 h 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"/>
                <a:gd name="T34" fmla="*/ 0 h 40"/>
                <a:gd name="T35" fmla="*/ 40 w 40"/>
                <a:gd name="T36" fmla="*/ 40 h 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" h="40">
                  <a:moveTo>
                    <a:pt x="40" y="24"/>
                  </a:moveTo>
                  <a:lnTo>
                    <a:pt x="40" y="16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4" name="Freeform 655"/>
            <p:cNvSpPr/>
            <p:nvPr/>
          </p:nvSpPr>
          <p:spPr bwMode="auto">
            <a:xfrm>
              <a:off x="4321423" y="3089233"/>
              <a:ext cx="1097" cy="10966"/>
            </a:xfrm>
            <a:custGeom>
              <a:avLst/>
              <a:gdLst>
                <a:gd name="T0" fmla="*/ 0 w 1942"/>
                <a:gd name="T1" fmla="*/ 0 h 8"/>
                <a:gd name="T2" fmla="*/ 0 w 1942"/>
                <a:gd name="T3" fmla="*/ 2147483647 h 8"/>
                <a:gd name="T4" fmla="*/ 0 w 1942"/>
                <a:gd name="T5" fmla="*/ 0 h 8"/>
                <a:gd name="T6" fmla="*/ 0 60000 65536"/>
                <a:gd name="T7" fmla="*/ 0 60000 65536"/>
                <a:gd name="T8" fmla="*/ 0 60000 65536"/>
                <a:gd name="T9" fmla="*/ 0 w 1942"/>
                <a:gd name="T10" fmla="*/ 0 h 8"/>
                <a:gd name="T11" fmla="*/ 1942 w 194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2" h="8">
                  <a:moveTo>
                    <a:pt x="0" y="0"/>
                  </a:move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656"/>
            <p:cNvSpPr/>
            <p:nvPr/>
          </p:nvSpPr>
          <p:spPr bwMode="auto">
            <a:xfrm>
              <a:off x="4321423" y="2896229"/>
              <a:ext cx="344338" cy="354207"/>
            </a:xfrm>
            <a:custGeom>
              <a:avLst/>
              <a:gdLst>
                <a:gd name="T0" fmla="*/ 2147483647 w 257"/>
                <a:gd name="T1" fmla="*/ 2147483647 h 264"/>
                <a:gd name="T2" fmla="*/ 2147483647 w 257"/>
                <a:gd name="T3" fmla="*/ 2147483647 h 264"/>
                <a:gd name="T4" fmla="*/ 2147483647 w 257"/>
                <a:gd name="T5" fmla="*/ 2147483647 h 264"/>
                <a:gd name="T6" fmla="*/ 2147483647 w 257"/>
                <a:gd name="T7" fmla="*/ 2147483647 h 264"/>
                <a:gd name="T8" fmla="*/ 2147483647 w 257"/>
                <a:gd name="T9" fmla="*/ 2147483647 h 264"/>
                <a:gd name="T10" fmla="*/ 2147483647 w 257"/>
                <a:gd name="T11" fmla="*/ 2147483647 h 264"/>
                <a:gd name="T12" fmla="*/ 2147483647 w 257"/>
                <a:gd name="T13" fmla="*/ 2147483647 h 264"/>
                <a:gd name="T14" fmla="*/ 2147483647 w 257"/>
                <a:gd name="T15" fmla="*/ 2147483647 h 264"/>
                <a:gd name="T16" fmla="*/ 2147483647 w 257"/>
                <a:gd name="T17" fmla="*/ 2147483647 h 264"/>
                <a:gd name="T18" fmla="*/ 2147483647 w 257"/>
                <a:gd name="T19" fmla="*/ 2147483647 h 264"/>
                <a:gd name="T20" fmla="*/ 2147483647 w 257"/>
                <a:gd name="T21" fmla="*/ 2147483647 h 264"/>
                <a:gd name="T22" fmla="*/ 2147483647 w 257"/>
                <a:gd name="T23" fmla="*/ 2147483647 h 264"/>
                <a:gd name="T24" fmla="*/ 2147483647 w 257"/>
                <a:gd name="T25" fmla="*/ 2147483647 h 264"/>
                <a:gd name="T26" fmla="*/ 2147483647 w 257"/>
                <a:gd name="T27" fmla="*/ 2147483647 h 264"/>
                <a:gd name="T28" fmla="*/ 2147483647 w 257"/>
                <a:gd name="T29" fmla="*/ 2147483647 h 264"/>
                <a:gd name="T30" fmla="*/ 2147483647 w 257"/>
                <a:gd name="T31" fmla="*/ 2147483647 h 264"/>
                <a:gd name="T32" fmla="*/ 2147483647 w 257"/>
                <a:gd name="T33" fmla="*/ 2147483647 h 264"/>
                <a:gd name="T34" fmla="*/ 2147483647 w 257"/>
                <a:gd name="T35" fmla="*/ 2147483647 h 264"/>
                <a:gd name="T36" fmla="*/ 2147483647 w 257"/>
                <a:gd name="T37" fmla="*/ 2147483647 h 264"/>
                <a:gd name="T38" fmla="*/ 2147483647 w 257"/>
                <a:gd name="T39" fmla="*/ 2147483647 h 264"/>
                <a:gd name="T40" fmla="*/ 2147483647 w 257"/>
                <a:gd name="T41" fmla="*/ 2147483647 h 264"/>
                <a:gd name="T42" fmla="*/ 2147483647 w 257"/>
                <a:gd name="T43" fmla="*/ 2147483647 h 264"/>
                <a:gd name="T44" fmla="*/ 2147483647 w 257"/>
                <a:gd name="T45" fmla="*/ 0 h 264"/>
                <a:gd name="T46" fmla="*/ 2147483647 w 257"/>
                <a:gd name="T47" fmla="*/ 2147483647 h 264"/>
                <a:gd name="T48" fmla="*/ 2147483647 w 257"/>
                <a:gd name="T49" fmla="*/ 2147483647 h 264"/>
                <a:gd name="T50" fmla="*/ 2147483647 w 257"/>
                <a:gd name="T51" fmla="*/ 2147483647 h 264"/>
                <a:gd name="T52" fmla="*/ 2147483647 w 257"/>
                <a:gd name="T53" fmla="*/ 2147483647 h 264"/>
                <a:gd name="T54" fmla="*/ 2147483647 w 257"/>
                <a:gd name="T55" fmla="*/ 2147483647 h 264"/>
                <a:gd name="T56" fmla="*/ 2147483647 w 257"/>
                <a:gd name="T57" fmla="*/ 2147483647 h 264"/>
                <a:gd name="T58" fmla="*/ 2147483647 w 257"/>
                <a:gd name="T59" fmla="*/ 2147483647 h 264"/>
                <a:gd name="T60" fmla="*/ 2147483647 w 257"/>
                <a:gd name="T61" fmla="*/ 2147483647 h 264"/>
                <a:gd name="T62" fmla="*/ 2147483647 w 257"/>
                <a:gd name="T63" fmla="*/ 2147483647 h 264"/>
                <a:gd name="T64" fmla="*/ 2147483647 w 257"/>
                <a:gd name="T65" fmla="*/ 2147483647 h 264"/>
                <a:gd name="T66" fmla="*/ 2147483647 w 257"/>
                <a:gd name="T67" fmla="*/ 2147483647 h 264"/>
                <a:gd name="T68" fmla="*/ 2147483647 w 257"/>
                <a:gd name="T69" fmla="*/ 2147483647 h 264"/>
                <a:gd name="T70" fmla="*/ 2147483647 w 257"/>
                <a:gd name="T71" fmla="*/ 2147483647 h 264"/>
                <a:gd name="T72" fmla="*/ 0 w 257"/>
                <a:gd name="T73" fmla="*/ 2147483647 h 264"/>
                <a:gd name="T74" fmla="*/ 0 w 257"/>
                <a:gd name="T75" fmla="*/ 2147483647 h 264"/>
                <a:gd name="T76" fmla="*/ 0 w 257"/>
                <a:gd name="T77" fmla="*/ 2147483647 h 264"/>
                <a:gd name="T78" fmla="*/ 2147483647 w 257"/>
                <a:gd name="T79" fmla="*/ 2147483647 h 26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7"/>
                <a:gd name="T121" fmla="*/ 0 h 264"/>
                <a:gd name="T122" fmla="*/ 257 w 257"/>
                <a:gd name="T123" fmla="*/ 264 h 26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7" h="264">
                  <a:moveTo>
                    <a:pt x="40" y="184"/>
                  </a:move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Rectangle 657"/>
            <p:cNvSpPr>
              <a:spLocks noChangeArrowheads="1"/>
            </p:cNvSpPr>
            <p:nvPr/>
          </p:nvSpPr>
          <p:spPr bwMode="auto">
            <a:xfrm>
              <a:off x="4321423" y="3089233"/>
              <a:ext cx="0" cy="10966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17" name="Freeform 658"/>
            <p:cNvSpPr/>
            <p:nvPr/>
          </p:nvSpPr>
          <p:spPr bwMode="auto">
            <a:xfrm>
              <a:off x="4321423" y="2896229"/>
              <a:ext cx="344338" cy="354207"/>
            </a:xfrm>
            <a:custGeom>
              <a:avLst/>
              <a:gdLst>
                <a:gd name="T0" fmla="*/ 2147483647 w 257"/>
                <a:gd name="T1" fmla="*/ 2147483647 h 264"/>
                <a:gd name="T2" fmla="*/ 2147483647 w 257"/>
                <a:gd name="T3" fmla="*/ 2147483647 h 264"/>
                <a:gd name="T4" fmla="*/ 2147483647 w 257"/>
                <a:gd name="T5" fmla="*/ 2147483647 h 264"/>
                <a:gd name="T6" fmla="*/ 2147483647 w 257"/>
                <a:gd name="T7" fmla="*/ 2147483647 h 264"/>
                <a:gd name="T8" fmla="*/ 2147483647 w 257"/>
                <a:gd name="T9" fmla="*/ 2147483647 h 264"/>
                <a:gd name="T10" fmla="*/ 2147483647 w 257"/>
                <a:gd name="T11" fmla="*/ 2147483647 h 264"/>
                <a:gd name="T12" fmla="*/ 2147483647 w 257"/>
                <a:gd name="T13" fmla="*/ 2147483647 h 264"/>
                <a:gd name="T14" fmla="*/ 2147483647 w 257"/>
                <a:gd name="T15" fmla="*/ 2147483647 h 264"/>
                <a:gd name="T16" fmla="*/ 2147483647 w 257"/>
                <a:gd name="T17" fmla="*/ 2147483647 h 264"/>
                <a:gd name="T18" fmla="*/ 2147483647 w 257"/>
                <a:gd name="T19" fmla="*/ 2147483647 h 264"/>
                <a:gd name="T20" fmla="*/ 2147483647 w 257"/>
                <a:gd name="T21" fmla="*/ 2147483647 h 264"/>
                <a:gd name="T22" fmla="*/ 2147483647 w 257"/>
                <a:gd name="T23" fmla="*/ 2147483647 h 264"/>
                <a:gd name="T24" fmla="*/ 2147483647 w 257"/>
                <a:gd name="T25" fmla="*/ 2147483647 h 264"/>
                <a:gd name="T26" fmla="*/ 2147483647 w 257"/>
                <a:gd name="T27" fmla="*/ 2147483647 h 264"/>
                <a:gd name="T28" fmla="*/ 2147483647 w 257"/>
                <a:gd name="T29" fmla="*/ 2147483647 h 264"/>
                <a:gd name="T30" fmla="*/ 2147483647 w 257"/>
                <a:gd name="T31" fmla="*/ 2147483647 h 264"/>
                <a:gd name="T32" fmla="*/ 2147483647 w 257"/>
                <a:gd name="T33" fmla="*/ 2147483647 h 264"/>
                <a:gd name="T34" fmla="*/ 2147483647 w 257"/>
                <a:gd name="T35" fmla="*/ 2147483647 h 264"/>
                <a:gd name="T36" fmla="*/ 2147483647 w 257"/>
                <a:gd name="T37" fmla="*/ 2147483647 h 264"/>
                <a:gd name="T38" fmla="*/ 0 w 257"/>
                <a:gd name="T39" fmla="*/ 2147483647 h 264"/>
                <a:gd name="T40" fmla="*/ 0 w 257"/>
                <a:gd name="T41" fmla="*/ 2147483647 h 264"/>
                <a:gd name="T42" fmla="*/ 2147483647 w 257"/>
                <a:gd name="T43" fmla="*/ 2147483647 h 264"/>
                <a:gd name="T44" fmla="*/ 2147483647 w 257"/>
                <a:gd name="T45" fmla="*/ 2147483647 h 264"/>
                <a:gd name="T46" fmla="*/ 2147483647 w 257"/>
                <a:gd name="T47" fmla="*/ 2147483647 h 264"/>
                <a:gd name="T48" fmla="*/ 2147483647 w 257"/>
                <a:gd name="T49" fmla="*/ 2147483647 h 264"/>
                <a:gd name="T50" fmla="*/ 2147483647 w 257"/>
                <a:gd name="T51" fmla="*/ 2147483647 h 264"/>
                <a:gd name="T52" fmla="*/ 2147483647 w 257"/>
                <a:gd name="T53" fmla="*/ 2147483647 h 264"/>
                <a:gd name="T54" fmla="*/ 2147483647 w 257"/>
                <a:gd name="T55" fmla="*/ 2147483647 h 264"/>
                <a:gd name="T56" fmla="*/ 2147483647 w 257"/>
                <a:gd name="T57" fmla="*/ 2147483647 h 264"/>
                <a:gd name="T58" fmla="*/ 2147483647 w 257"/>
                <a:gd name="T59" fmla="*/ 2147483647 h 264"/>
                <a:gd name="T60" fmla="*/ 2147483647 w 257"/>
                <a:gd name="T61" fmla="*/ 2147483647 h 264"/>
                <a:gd name="T62" fmla="*/ 2147483647 w 257"/>
                <a:gd name="T63" fmla="*/ 2147483647 h 264"/>
                <a:gd name="T64" fmla="*/ 2147483647 w 257"/>
                <a:gd name="T65" fmla="*/ 2147483647 h 264"/>
                <a:gd name="T66" fmla="*/ 2147483647 w 257"/>
                <a:gd name="T67" fmla="*/ 2147483647 h 264"/>
                <a:gd name="T68" fmla="*/ 2147483647 w 257"/>
                <a:gd name="T69" fmla="*/ 2147483647 h 264"/>
                <a:gd name="T70" fmla="*/ 2147483647 w 257"/>
                <a:gd name="T71" fmla="*/ 2147483647 h 264"/>
                <a:gd name="T72" fmla="*/ 2147483647 w 257"/>
                <a:gd name="T73" fmla="*/ 2147483647 h 264"/>
                <a:gd name="T74" fmla="*/ 2147483647 w 257"/>
                <a:gd name="T75" fmla="*/ 2147483647 h 264"/>
                <a:gd name="T76" fmla="*/ 2147483647 w 257"/>
                <a:gd name="T77" fmla="*/ 2147483647 h 264"/>
                <a:gd name="T78" fmla="*/ 2147483647 w 257"/>
                <a:gd name="T79" fmla="*/ 2147483647 h 264"/>
                <a:gd name="T80" fmla="*/ 0 w 257"/>
                <a:gd name="T81" fmla="*/ 2147483647 h 264"/>
                <a:gd name="T82" fmla="*/ 0 w 257"/>
                <a:gd name="T83" fmla="*/ 2147483647 h 2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57"/>
                <a:gd name="T127" fmla="*/ 0 h 264"/>
                <a:gd name="T128" fmla="*/ 257 w 257"/>
                <a:gd name="T129" fmla="*/ 264 h 2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57" h="264">
                  <a:moveTo>
                    <a:pt x="40" y="184"/>
                  </a:move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lnTo>
                    <a:pt x="144" y="256"/>
                  </a:lnTo>
                  <a:lnTo>
                    <a:pt x="152" y="264"/>
                  </a:lnTo>
                  <a:lnTo>
                    <a:pt x="160" y="264"/>
                  </a:lnTo>
                  <a:lnTo>
                    <a:pt x="185" y="248"/>
                  </a:lnTo>
                  <a:lnTo>
                    <a:pt x="257" y="200"/>
                  </a:lnTo>
                  <a:lnTo>
                    <a:pt x="241" y="184"/>
                  </a:lnTo>
                  <a:lnTo>
                    <a:pt x="233" y="184"/>
                  </a:lnTo>
                  <a:lnTo>
                    <a:pt x="225" y="168"/>
                  </a:lnTo>
                  <a:lnTo>
                    <a:pt x="233" y="160"/>
                  </a:lnTo>
                  <a:lnTo>
                    <a:pt x="233" y="120"/>
                  </a:lnTo>
                  <a:lnTo>
                    <a:pt x="225" y="112"/>
                  </a:lnTo>
                  <a:lnTo>
                    <a:pt x="233" y="104"/>
                  </a:lnTo>
                  <a:lnTo>
                    <a:pt x="225" y="96"/>
                  </a:lnTo>
                  <a:lnTo>
                    <a:pt x="225" y="80"/>
                  </a:lnTo>
                  <a:lnTo>
                    <a:pt x="217" y="72"/>
                  </a:lnTo>
                  <a:lnTo>
                    <a:pt x="209" y="72"/>
                  </a:lnTo>
                  <a:lnTo>
                    <a:pt x="201" y="64"/>
                  </a:lnTo>
                  <a:lnTo>
                    <a:pt x="201" y="56"/>
                  </a:lnTo>
                  <a:lnTo>
                    <a:pt x="217" y="40"/>
                  </a:lnTo>
                  <a:lnTo>
                    <a:pt x="217" y="24"/>
                  </a:lnTo>
                  <a:lnTo>
                    <a:pt x="217" y="8"/>
                  </a:lnTo>
                  <a:lnTo>
                    <a:pt x="217" y="0"/>
                  </a:lnTo>
                  <a:lnTo>
                    <a:pt x="209" y="8"/>
                  </a:lnTo>
                  <a:lnTo>
                    <a:pt x="193" y="8"/>
                  </a:lnTo>
                  <a:lnTo>
                    <a:pt x="144" y="8"/>
                  </a:lnTo>
                  <a:lnTo>
                    <a:pt x="104" y="24"/>
                  </a:lnTo>
                  <a:lnTo>
                    <a:pt x="88" y="32"/>
                  </a:lnTo>
                  <a:lnTo>
                    <a:pt x="88" y="56"/>
                  </a:lnTo>
                  <a:lnTo>
                    <a:pt x="96" y="72"/>
                  </a:lnTo>
                  <a:lnTo>
                    <a:pt x="88" y="80"/>
                  </a:lnTo>
                  <a:lnTo>
                    <a:pt x="72" y="80"/>
                  </a:lnTo>
                  <a:lnTo>
                    <a:pt x="64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16" y="120"/>
                  </a:lnTo>
                  <a:lnTo>
                    <a:pt x="0" y="128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40" y="18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659"/>
            <p:cNvSpPr/>
            <p:nvPr/>
          </p:nvSpPr>
          <p:spPr bwMode="auto">
            <a:xfrm>
              <a:off x="4342259" y="2874296"/>
              <a:ext cx="10966" cy="1097"/>
            </a:xfrm>
            <a:custGeom>
              <a:avLst/>
              <a:gdLst>
                <a:gd name="T0" fmla="*/ 2147483647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8" y="0"/>
                  </a:move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660"/>
            <p:cNvSpPr/>
            <p:nvPr/>
          </p:nvSpPr>
          <p:spPr bwMode="auto">
            <a:xfrm>
              <a:off x="4353225" y="279972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0" name="Rectangle 661"/>
            <p:cNvSpPr>
              <a:spLocks noChangeArrowheads="1"/>
            </p:cNvSpPr>
            <p:nvPr/>
          </p:nvSpPr>
          <p:spPr bwMode="auto">
            <a:xfrm>
              <a:off x="4342259" y="2874296"/>
              <a:ext cx="10966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21" name="Freeform 662"/>
            <p:cNvSpPr/>
            <p:nvPr/>
          </p:nvSpPr>
          <p:spPr bwMode="auto">
            <a:xfrm>
              <a:off x="4353225" y="279972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w 8"/>
                <a:gd name="T7" fmla="*/ 0 h 19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943"/>
                <a:gd name="T14" fmla="*/ 8 w 8"/>
                <a:gd name="T15" fmla="*/ 1943 h 19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663"/>
            <p:cNvSpPr/>
            <p:nvPr/>
          </p:nvSpPr>
          <p:spPr bwMode="auto">
            <a:xfrm>
              <a:off x="4310457" y="2755862"/>
              <a:ext cx="203971" cy="161203"/>
            </a:xfrm>
            <a:custGeom>
              <a:avLst/>
              <a:gdLst>
                <a:gd name="T0" fmla="*/ 2147483647 w 152"/>
                <a:gd name="T1" fmla="*/ 2147483647 h 120"/>
                <a:gd name="T2" fmla="*/ 2147483647 w 152"/>
                <a:gd name="T3" fmla="*/ 2147483647 h 120"/>
                <a:gd name="T4" fmla="*/ 2147483647 w 152"/>
                <a:gd name="T5" fmla="*/ 2147483647 h 120"/>
                <a:gd name="T6" fmla="*/ 2147483647 w 152"/>
                <a:gd name="T7" fmla="*/ 2147483647 h 120"/>
                <a:gd name="T8" fmla="*/ 2147483647 w 152"/>
                <a:gd name="T9" fmla="*/ 2147483647 h 120"/>
                <a:gd name="T10" fmla="*/ 2147483647 w 152"/>
                <a:gd name="T11" fmla="*/ 0 h 120"/>
                <a:gd name="T12" fmla="*/ 2147483647 w 152"/>
                <a:gd name="T13" fmla="*/ 0 h 120"/>
                <a:gd name="T14" fmla="*/ 2147483647 w 152"/>
                <a:gd name="T15" fmla="*/ 0 h 120"/>
                <a:gd name="T16" fmla="*/ 2147483647 w 152"/>
                <a:gd name="T17" fmla="*/ 0 h 120"/>
                <a:gd name="T18" fmla="*/ 0 w 152"/>
                <a:gd name="T19" fmla="*/ 2147483647 h 120"/>
                <a:gd name="T20" fmla="*/ 2147483647 w 152"/>
                <a:gd name="T21" fmla="*/ 2147483647 h 120"/>
                <a:gd name="T22" fmla="*/ 2147483647 w 152"/>
                <a:gd name="T23" fmla="*/ 2147483647 h 120"/>
                <a:gd name="T24" fmla="*/ 2147483647 w 152"/>
                <a:gd name="T25" fmla="*/ 2147483647 h 120"/>
                <a:gd name="T26" fmla="*/ 2147483647 w 152"/>
                <a:gd name="T27" fmla="*/ 2147483647 h 120"/>
                <a:gd name="T28" fmla="*/ 2147483647 w 152"/>
                <a:gd name="T29" fmla="*/ 2147483647 h 120"/>
                <a:gd name="T30" fmla="*/ 2147483647 w 152"/>
                <a:gd name="T31" fmla="*/ 2147483647 h 120"/>
                <a:gd name="T32" fmla="*/ 2147483647 w 152"/>
                <a:gd name="T33" fmla="*/ 2147483647 h 120"/>
                <a:gd name="T34" fmla="*/ 2147483647 w 152"/>
                <a:gd name="T35" fmla="*/ 2147483647 h 120"/>
                <a:gd name="T36" fmla="*/ 2147483647 w 152"/>
                <a:gd name="T37" fmla="*/ 2147483647 h 120"/>
                <a:gd name="T38" fmla="*/ 2147483647 w 152"/>
                <a:gd name="T39" fmla="*/ 2147483647 h 120"/>
                <a:gd name="T40" fmla="*/ 2147483647 w 152"/>
                <a:gd name="T41" fmla="*/ 2147483647 h 120"/>
                <a:gd name="T42" fmla="*/ 2147483647 w 152"/>
                <a:gd name="T43" fmla="*/ 2147483647 h 120"/>
                <a:gd name="T44" fmla="*/ 2147483647 w 152"/>
                <a:gd name="T45" fmla="*/ 2147483647 h 120"/>
                <a:gd name="T46" fmla="*/ 2147483647 w 152"/>
                <a:gd name="T47" fmla="*/ 2147483647 h 120"/>
                <a:gd name="T48" fmla="*/ 2147483647 w 152"/>
                <a:gd name="T49" fmla="*/ 2147483647 h 120"/>
                <a:gd name="T50" fmla="*/ 2147483647 w 152"/>
                <a:gd name="T51" fmla="*/ 2147483647 h 120"/>
                <a:gd name="T52" fmla="*/ 2147483647 w 152"/>
                <a:gd name="T53" fmla="*/ 2147483647 h 120"/>
                <a:gd name="T54" fmla="*/ 2147483647 w 152"/>
                <a:gd name="T55" fmla="*/ 2147483647 h 120"/>
                <a:gd name="T56" fmla="*/ 2147483647 w 152"/>
                <a:gd name="T57" fmla="*/ 2147483647 h 120"/>
                <a:gd name="T58" fmla="*/ 2147483647 w 152"/>
                <a:gd name="T59" fmla="*/ 2147483647 h 120"/>
                <a:gd name="T60" fmla="*/ 2147483647 w 152"/>
                <a:gd name="T61" fmla="*/ 2147483647 h 120"/>
                <a:gd name="T62" fmla="*/ 2147483647 w 152"/>
                <a:gd name="T63" fmla="*/ 2147483647 h 120"/>
                <a:gd name="T64" fmla="*/ 2147483647 w 152"/>
                <a:gd name="T65" fmla="*/ 2147483647 h 120"/>
                <a:gd name="T66" fmla="*/ 2147483647 w 152"/>
                <a:gd name="T67" fmla="*/ 2147483647 h 1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2"/>
                <a:gd name="T103" fmla="*/ 0 h 120"/>
                <a:gd name="T104" fmla="*/ 152 w 152"/>
                <a:gd name="T105" fmla="*/ 120 h 1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2" h="120">
                  <a:moveTo>
                    <a:pt x="136" y="16"/>
                  </a:moveTo>
                  <a:lnTo>
                    <a:pt x="128" y="16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8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32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32" y="48"/>
                  </a:lnTo>
                  <a:lnTo>
                    <a:pt x="32" y="64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32" y="88"/>
                  </a:lnTo>
                  <a:lnTo>
                    <a:pt x="24" y="88"/>
                  </a:lnTo>
                  <a:lnTo>
                    <a:pt x="24" y="96"/>
                  </a:lnTo>
                  <a:lnTo>
                    <a:pt x="24" y="104"/>
                  </a:lnTo>
                  <a:lnTo>
                    <a:pt x="32" y="104"/>
                  </a:lnTo>
                  <a:lnTo>
                    <a:pt x="48" y="120"/>
                  </a:lnTo>
                  <a:lnTo>
                    <a:pt x="72" y="112"/>
                  </a:lnTo>
                  <a:lnTo>
                    <a:pt x="96" y="104"/>
                  </a:lnTo>
                  <a:lnTo>
                    <a:pt x="104" y="88"/>
                  </a:lnTo>
                  <a:lnTo>
                    <a:pt x="120" y="72"/>
                  </a:lnTo>
                  <a:lnTo>
                    <a:pt x="120" y="64"/>
                  </a:lnTo>
                  <a:lnTo>
                    <a:pt x="128" y="40"/>
                  </a:lnTo>
                  <a:lnTo>
                    <a:pt x="152" y="24"/>
                  </a:lnTo>
                  <a:lnTo>
                    <a:pt x="144" y="24"/>
                  </a:lnTo>
                  <a:lnTo>
                    <a:pt x="136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664"/>
            <p:cNvSpPr/>
            <p:nvPr/>
          </p:nvSpPr>
          <p:spPr bwMode="auto">
            <a:xfrm>
              <a:off x="4310457" y="2788760"/>
              <a:ext cx="53735" cy="107468"/>
            </a:xfrm>
            <a:custGeom>
              <a:avLst/>
              <a:gdLst>
                <a:gd name="T0" fmla="*/ 2147483647 w 40"/>
                <a:gd name="T1" fmla="*/ 2147483647 h 80"/>
                <a:gd name="T2" fmla="*/ 2147483647 w 40"/>
                <a:gd name="T3" fmla="*/ 2147483647 h 80"/>
                <a:gd name="T4" fmla="*/ 2147483647 w 40"/>
                <a:gd name="T5" fmla="*/ 2147483647 h 80"/>
                <a:gd name="T6" fmla="*/ 2147483647 w 40"/>
                <a:gd name="T7" fmla="*/ 2147483647 h 80"/>
                <a:gd name="T8" fmla="*/ 2147483647 w 40"/>
                <a:gd name="T9" fmla="*/ 2147483647 h 80"/>
                <a:gd name="T10" fmla="*/ 2147483647 w 40"/>
                <a:gd name="T11" fmla="*/ 2147483647 h 80"/>
                <a:gd name="T12" fmla="*/ 2147483647 w 40"/>
                <a:gd name="T13" fmla="*/ 2147483647 h 80"/>
                <a:gd name="T14" fmla="*/ 2147483647 w 40"/>
                <a:gd name="T15" fmla="*/ 2147483647 h 80"/>
                <a:gd name="T16" fmla="*/ 2147483647 w 40"/>
                <a:gd name="T17" fmla="*/ 2147483647 h 80"/>
                <a:gd name="T18" fmla="*/ 2147483647 w 40"/>
                <a:gd name="T19" fmla="*/ 0 h 80"/>
                <a:gd name="T20" fmla="*/ 2147483647 w 40"/>
                <a:gd name="T21" fmla="*/ 0 h 80"/>
                <a:gd name="T22" fmla="*/ 2147483647 w 40"/>
                <a:gd name="T23" fmla="*/ 0 h 80"/>
                <a:gd name="T24" fmla="*/ 2147483647 w 40"/>
                <a:gd name="T25" fmla="*/ 2147483647 h 80"/>
                <a:gd name="T26" fmla="*/ 0 w 40"/>
                <a:gd name="T27" fmla="*/ 2147483647 h 80"/>
                <a:gd name="T28" fmla="*/ 2147483647 w 40"/>
                <a:gd name="T29" fmla="*/ 2147483647 h 80"/>
                <a:gd name="T30" fmla="*/ 2147483647 w 40"/>
                <a:gd name="T31" fmla="*/ 2147483647 h 80"/>
                <a:gd name="T32" fmla="*/ 0 w 40"/>
                <a:gd name="T33" fmla="*/ 2147483647 h 80"/>
                <a:gd name="T34" fmla="*/ 2147483647 w 40"/>
                <a:gd name="T35" fmla="*/ 2147483647 h 80"/>
                <a:gd name="T36" fmla="*/ 2147483647 w 40"/>
                <a:gd name="T37" fmla="*/ 2147483647 h 80"/>
                <a:gd name="T38" fmla="*/ 2147483647 w 40"/>
                <a:gd name="T39" fmla="*/ 2147483647 h 80"/>
                <a:gd name="T40" fmla="*/ 2147483647 w 40"/>
                <a:gd name="T41" fmla="*/ 2147483647 h 80"/>
                <a:gd name="T42" fmla="*/ 2147483647 w 40"/>
                <a:gd name="T43" fmla="*/ 2147483647 h 8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0"/>
                <a:gd name="T67" fmla="*/ 0 h 80"/>
                <a:gd name="T68" fmla="*/ 40 w 40"/>
                <a:gd name="T69" fmla="*/ 80 h 8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0" h="80">
                  <a:moveTo>
                    <a:pt x="24" y="64"/>
                  </a:moveTo>
                  <a:lnTo>
                    <a:pt x="24" y="56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665"/>
            <p:cNvSpPr/>
            <p:nvPr/>
          </p:nvSpPr>
          <p:spPr bwMode="auto">
            <a:xfrm>
              <a:off x="4353225" y="2799726"/>
              <a:ext cx="10966" cy="42768"/>
            </a:xfrm>
            <a:custGeom>
              <a:avLst/>
              <a:gdLst>
                <a:gd name="T0" fmla="*/ 0 w 8"/>
                <a:gd name="T1" fmla="*/ 2147483647 h 32"/>
                <a:gd name="T2" fmla="*/ 0 w 8"/>
                <a:gd name="T3" fmla="*/ 2147483647 h 32"/>
                <a:gd name="T4" fmla="*/ 0 w 8"/>
                <a:gd name="T5" fmla="*/ 2147483647 h 32"/>
                <a:gd name="T6" fmla="*/ 0 w 8"/>
                <a:gd name="T7" fmla="*/ 2147483647 h 32"/>
                <a:gd name="T8" fmla="*/ 2147483647 w 8"/>
                <a:gd name="T9" fmla="*/ 0 h 32"/>
                <a:gd name="T10" fmla="*/ 0 w 8"/>
                <a:gd name="T11" fmla="*/ 2147483647 h 32"/>
                <a:gd name="T12" fmla="*/ 0 w 8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32"/>
                <a:gd name="T23" fmla="*/ 8 w 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32">
                  <a:moveTo>
                    <a:pt x="0" y="16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" name="Freeform 666"/>
            <p:cNvSpPr/>
            <p:nvPr/>
          </p:nvSpPr>
          <p:spPr bwMode="auto">
            <a:xfrm>
              <a:off x="4310457" y="2788760"/>
              <a:ext cx="53735" cy="107468"/>
            </a:xfrm>
            <a:custGeom>
              <a:avLst/>
              <a:gdLst>
                <a:gd name="T0" fmla="*/ 2147483647 w 40"/>
                <a:gd name="T1" fmla="*/ 2147483647 h 80"/>
                <a:gd name="T2" fmla="*/ 2147483647 w 40"/>
                <a:gd name="T3" fmla="*/ 2147483647 h 80"/>
                <a:gd name="T4" fmla="*/ 2147483647 w 40"/>
                <a:gd name="T5" fmla="*/ 2147483647 h 80"/>
                <a:gd name="T6" fmla="*/ 2147483647 w 40"/>
                <a:gd name="T7" fmla="*/ 2147483647 h 80"/>
                <a:gd name="T8" fmla="*/ 2147483647 w 40"/>
                <a:gd name="T9" fmla="*/ 2147483647 h 80"/>
                <a:gd name="T10" fmla="*/ 2147483647 w 40"/>
                <a:gd name="T11" fmla="*/ 2147483647 h 80"/>
                <a:gd name="T12" fmla="*/ 2147483647 w 40"/>
                <a:gd name="T13" fmla="*/ 2147483647 h 80"/>
                <a:gd name="T14" fmla="*/ 2147483647 w 40"/>
                <a:gd name="T15" fmla="*/ 2147483647 h 80"/>
                <a:gd name="T16" fmla="*/ 2147483647 w 40"/>
                <a:gd name="T17" fmla="*/ 2147483647 h 80"/>
                <a:gd name="T18" fmla="*/ 2147483647 w 40"/>
                <a:gd name="T19" fmla="*/ 2147483647 h 80"/>
                <a:gd name="T20" fmla="*/ 2147483647 w 40"/>
                <a:gd name="T21" fmla="*/ 2147483647 h 80"/>
                <a:gd name="T22" fmla="*/ 2147483647 w 40"/>
                <a:gd name="T23" fmla="*/ 0 h 80"/>
                <a:gd name="T24" fmla="*/ 2147483647 w 40"/>
                <a:gd name="T25" fmla="*/ 0 h 80"/>
                <a:gd name="T26" fmla="*/ 2147483647 w 40"/>
                <a:gd name="T27" fmla="*/ 0 h 80"/>
                <a:gd name="T28" fmla="*/ 2147483647 w 40"/>
                <a:gd name="T29" fmla="*/ 2147483647 h 80"/>
                <a:gd name="T30" fmla="*/ 2147483647 w 40"/>
                <a:gd name="T31" fmla="*/ 2147483647 h 80"/>
                <a:gd name="T32" fmla="*/ 0 w 40"/>
                <a:gd name="T33" fmla="*/ 2147483647 h 80"/>
                <a:gd name="T34" fmla="*/ 2147483647 w 40"/>
                <a:gd name="T35" fmla="*/ 2147483647 h 80"/>
                <a:gd name="T36" fmla="*/ 2147483647 w 40"/>
                <a:gd name="T37" fmla="*/ 2147483647 h 80"/>
                <a:gd name="T38" fmla="*/ 0 w 40"/>
                <a:gd name="T39" fmla="*/ 2147483647 h 80"/>
                <a:gd name="T40" fmla="*/ 2147483647 w 40"/>
                <a:gd name="T41" fmla="*/ 2147483647 h 80"/>
                <a:gd name="T42" fmla="*/ 2147483647 w 40"/>
                <a:gd name="T43" fmla="*/ 2147483647 h 80"/>
                <a:gd name="T44" fmla="*/ 2147483647 w 40"/>
                <a:gd name="T45" fmla="*/ 2147483647 h 80"/>
                <a:gd name="T46" fmla="*/ 2147483647 w 40"/>
                <a:gd name="T47" fmla="*/ 2147483647 h 80"/>
                <a:gd name="T48" fmla="*/ 2147483647 w 40"/>
                <a:gd name="T49" fmla="*/ 2147483647 h 8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0"/>
                <a:gd name="T76" fmla="*/ 0 h 80"/>
                <a:gd name="T77" fmla="*/ 40 w 40"/>
                <a:gd name="T78" fmla="*/ 80 h 8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0" h="80">
                  <a:moveTo>
                    <a:pt x="24" y="64"/>
                  </a:moveTo>
                  <a:lnTo>
                    <a:pt x="24" y="64"/>
                  </a:lnTo>
                  <a:lnTo>
                    <a:pt x="24" y="56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24"/>
                  </a:lnTo>
                  <a:lnTo>
                    <a:pt x="8" y="40"/>
                  </a:lnTo>
                  <a:lnTo>
                    <a:pt x="0" y="56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0"/>
                  </a:lnTo>
                  <a:lnTo>
                    <a:pt x="24" y="72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6" name="Freeform 667"/>
            <p:cNvSpPr/>
            <p:nvPr/>
          </p:nvSpPr>
          <p:spPr bwMode="auto">
            <a:xfrm>
              <a:off x="4353225" y="2799726"/>
              <a:ext cx="10966" cy="42768"/>
            </a:xfrm>
            <a:custGeom>
              <a:avLst/>
              <a:gdLst>
                <a:gd name="T0" fmla="*/ 0 w 8"/>
                <a:gd name="T1" fmla="*/ 2147483647 h 32"/>
                <a:gd name="T2" fmla="*/ 0 w 8"/>
                <a:gd name="T3" fmla="*/ 2147483647 h 32"/>
                <a:gd name="T4" fmla="*/ 0 w 8"/>
                <a:gd name="T5" fmla="*/ 2147483647 h 32"/>
                <a:gd name="T6" fmla="*/ 0 w 8"/>
                <a:gd name="T7" fmla="*/ 2147483647 h 32"/>
                <a:gd name="T8" fmla="*/ 2147483647 w 8"/>
                <a:gd name="T9" fmla="*/ 0 h 32"/>
                <a:gd name="T10" fmla="*/ 0 w 8"/>
                <a:gd name="T11" fmla="*/ 2147483647 h 32"/>
                <a:gd name="T12" fmla="*/ 0 w 8"/>
                <a:gd name="T13" fmla="*/ 2147483647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32"/>
                <a:gd name="T23" fmla="*/ 8 w 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32">
                  <a:moveTo>
                    <a:pt x="0" y="16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7" name="Freeform 668"/>
            <p:cNvSpPr/>
            <p:nvPr/>
          </p:nvSpPr>
          <p:spPr bwMode="auto">
            <a:xfrm>
              <a:off x="4342259" y="2874296"/>
              <a:ext cx="2193" cy="21932"/>
            </a:xfrm>
            <a:custGeom>
              <a:avLst/>
              <a:gdLst>
                <a:gd name="T0" fmla="*/ 0 w 1942"/>
                <a:gd name="T1" fmla="*/ 0 h 16"/>
                <a:gd name="T2" fmla="*/ 0 w 1942"/>
                <a:gd name="T3" fmla="*/ 2147483647 h 16"/>
                <a:gd name="T4" fmla="*/ 0 w 1942"/>
                <a:gd name="T5" fmla="*/ 2147483647 h 16"/>
                <a:gd name="T6" fmla="*/ 0 w 1942"/>
                <a:gd name="T7" fmla="*/ 2147483647 h 16"/>
                <a:gd name="T8" fmla="*/ 0 w 194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2"/>
                <a:gd name="T16" fmla="*/ 0 h 16"/>
                <a:gd name="T17" fmla="*/ 1942 w 1942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2" h="16">
                  <a:moveTo>
                    <a:pt x="0" y="0"/>
                  </a:moveTo>
                  <a:lnTo>
                    <a:pt x="0" y="8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8" name="Freeform 669"/>
            <p:cNvSpPr/>
            <p:nvPr/>
          </p:nvSpPr>
          <p:spPr bwMode="auto">
            <a:xfrm>
              <a:off x="4342259" y="2842495"/>
              <a:ext cx="10966" cy="20835"/>
            </a:xfrm>
            <a:custGeom>
              <a:avLst/>
              <a:gdLst>
                <a:gd name="T0" fmla="*/ 0 w 8"/>
                <a:gd name="T1" fmla="*/ 2147483647 h 16"/>
                <a:gd name="T2" fmla="*/ 2147483647 w 8"/>
                <a:gd name="T3" fmla="*/ 0 h 16"/>
                <a:gd name="T4" fmla="*/ 2147483647 w 8"/>
                <a:gd name="T5" fmla="*/ 2147483647 h 16"/>
                <a:gd name="T6" fmla="*/ 0 w 8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16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9" name="Freeform 670"/>
            <p:cNvSpPr/>
            <p:nvPr/>
          </p:nvSpPr>
          <p:spPr bwMode="auto">
            <a:xfrm>
              <a:off x="4342259" y="2863330"/>
              <a:ext cx="2193" cy="10966"/>
            </a:xfrm>
            <a:custGeom>
              <a:avLst/>
              <a:gdLst>
                <a:gd name="T0" fmla="*/ 0 w 1942"/>
                <a:gd name="T1" fmla="*/ 2147483647 h 8"/>
                <a:gd name="T2" fmla="*/ 0 w 1942"/>
                <a:gd name="T3" fmla="*/ 0 h 8"/>
                <a:gd name="T4" fmla="*/ 0 w 1942"/>
                <a:gd name="T5" fmla="*/ 2147483647 h 8"/>
                <a:gd name="T6" fmla="*/ 0 60000 65536"/>
                <a:gd name="T7" fmla="*/ 0 60000 65536"/>
                <a:gd name="T8" fmla="*/ 0 60000 65536"/>
                <a:gd name="T9" fmla="*/ 0 w 1942"/>
                <a:gd name="T10" fmla="*/ 0 h 8"/>
                <a:gd name="T11" fmla="*/ 1942 w 1942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2" h="8">
                  <a:moveTo>
                    <a:pt x="0" y="8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0" name="Freeform 671"/>
            <p:cNvSpPr/>
            <p:nvPr/>
          </p:nvSpPr>
          <p:spPr bwMode="auto">
            <a:xfrm>
              <a:off x="4342259" y="2842495"/>
              <a:ext cx="10966" cy="20835"/>
            </a:xfrm>
            <a:custGeom>
              <a:avLst/>
              <a:gdLst>
                <a:gd name="T0" fmla="*/ 0 w 8"/>
                <a:gd name="T1" fmla="*/ 2147483647 h 16"/>
                <a:gd name="T2" fmla="*/ 2147483647 w 8"/>
                <a:gd name="T3" fmla="*/ 0 h 16"/>
                <a:gd name="T4" fmla="*/ 2147483647 w 8"/>
                <a:gd name="T5" fmla="*/ 2147483647 h 16"/>
                <a:gd name="T6" fmla="*/ 0 w 8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16"/>
                  </a:moveTo>
                  <a:lnTo>
                    <a:pt x="8" y="0"/>
                  </a:lnTo>
                  <a:lnTo>
                    <a:pt x="8" y="8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1" name="Freeform 672"/>
            <p:cNvSpPr/>
            <p:nvPr/>
          </p:nvSpPr>
          <p:spPr bwMode="auto">
            <a:xfrm>
              <a:off x="4342259" y="2863330"/>
              <a:ext cx="2193" cy="10966"/>
            </a:xfrm>
            <a:custGeom>
              <a:avLst/>
              <a:gdLst>
                <a:gd name="T0" fmla="*/ 0 w 1942"/>
                <a:gd name="T1" fmla="*/ 2147483647 h 8"/>
                <a:gd name="T2" fmla="*/ 0 w 1942"/>
                <a:gd name="T3" fmla="*/ 0 h 8"/>
                <a:gd name="T4" fmla="*/ 0 w 1942"/>
                <a:gd name="T5" fmla="*/ 2147483647 h 8"/>
                <a:gd name="T6" fmla="*/ 0 w 1942"/>
                <a:gd name="T7" fmla="*/ 2147483647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42"/>
                <a:gd name="T13" fmla="*/ 0 h 8"/>
                <a:gd name="T14" fmla="*/ 1942 w 1942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42" h="8">
                  <a:moveTo>
                    <a:pt x="0" y="8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2" name="Freeform 673"/>
            <p:cNvSpPr/>
            <p:nvPr/>
          </p:nvSpPr>
          <p:spPr bwMode="auto">
            <a:xfrm>
              <a:off x="5320441" y="2896229"/>
              <a:ext cx="10966" cy="10966"/>
            </a:xfrm>
            <a:custGeom>
              <a:avLst/>
              <a:gdLst>
                <a:gd name="T0" fmla="*/ 0 w 8"/>
                <a:gd name="T1" fmla="*/ 0 h 8"/>
                <a:gd name="T2" fmla="*/ 2147483647 w 8"/>
                <a:gd name="T3" fmla="*/ 2147483647 h 8"/>
                <a:gd name="T4" fmla="*/ 0 w 8"/>
                <a:gd name="T5" fmla="*/ 0 h 8"/>
                <a:gd name="T6" fmla="*/ 0 60000 65536"/>
                <a:gd name="T7" fmla="*/ 0 60000 65536"/>
                <a:gd name="T8" fmla="*/ 0 60000 65536"/>
                <a:gd name="T9" fmla="*/ 0 w 8"/>
                <a:gd name="T10" fmla="*/ 0 h 8"/>
                <a:gd name="T11" fmla="*/ 8 w 8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8">
                  <a:moveTo>
                    <a:pt x="0" y="0"/>
                  </a:move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3" name="Freeform 674"/>
            <p:cNvSpPr/>
            <p:nvPr/>
          </p:nvSpPr>
          <p:spPr bwMode="auto">
            <a:xfrm>
              <a:off x="5288639" y="2863330"/>
              <a:ext cx="10966" cy="21932"/>
            </a:xfrm>
            <a:custGeom>
              <a:avLst/>
              <a:gdLst>
                <a:gd name="T0" fmla="*/ 0 w 8"/>
                <a:gd name="T1" fmla="*/ 0 h 16"/>
                <a:gd name="T2" fmla="*/ 2147483647 w 8"/>
                <a:gd name="T3" fmla="*/ 2147483647 h 16"/>
                <a:gd name="T4" fmla="*/ 2147483647 w 8"/>
                <a:gd name="T5" fmla="*/ 2147483647 h 16"/>
                <a:gd name="T6" fmla="*/ 0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75"/>
            <p:cNvSpPr/>
            <p:nvPr/>
          </p:nvSpPr>
          <p:spPr bwMode="auto">
            <a:xfrm>
              <a:off x="5320441" y="2896229"/>
              <a:ext cx="10966" cy="10966"/>
            </a:xfrm>
            <a:custGeom>
              <a:avLst/>
              <a:gdLst>
                <a:gd name="T0" fmla="*/ 0 w 8"/>
                <a:gd name="T1" fmla="*/ 0 h 8"/>
                <a:gd name="T2" fmla="*/ 2147483647 w 8"/>
                <a:gd name="T3" fmla="*/ 2147483647 h 8"/>
                <a:gd name="T4" fmla="*/ 2147483647 w 8"/>
                <a:gd name="T5" fmla="*/ 2147483647 h 8"/>
                <a:gd name="T6" fmla="*/ 0 w 8"/>
                <a:gd name="T7" fmla="*/ 0 h 8"/>
                <a:gd name="T8" fmla="*/ 0 w 8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8"/>
                <a:gd name="T17" fmla="*/ 8 w 8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8">
                  <a:moveTo>
                    <a:pt x="0" y="0"/>
                  </a:move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Freeform 676"/>
            <p:cNvSpPr/>
            <p:nvPr/>
          </p:nvSpPr>
          <p:spPr bwMode="auto">
            <a:xfrm>
              <a:off x="5288639" y="2863330"/>
              <a:ext cx="10966" cy="21932"/>
            </a:xfrm>
            <a:custGeom>
              <a:avLst/>
              <a:gdLst>
                <a:gd name="T0" fmla="*/ 0 w 8"/>
                <a:gd name="T1" fmla="*/ 0 h 16"/>
                <a:gd name="T2" fmla="*/ 2147483647 w 8"/>
                <a:gd name="T3" fmla="*/ 2147483647 h 16"/>
                <a:gd name="T4" fmla="*/ 2147483647 w 8"/>
                <a:gd name="T5" fmla="*/ 2147483647 h 16"/>
                <a:gd name="T6" fmla="*/ 0 w 8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6"/>
                <a:gd name="T14" fmla="*/ 8 w 8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6">
                  <a:moveTo>
                    <a:pt x="0" y="0"/>
                  </a:moveTo>
                  <a:lnTo>
                    <a:pt x="8" y="16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Freeform 677"/>
            <p:cNvSpPr/>
            <p:nvPr/>
          </p:nvSpPr>
          <p:spPr bwMode="auto">
            <a:xfrm>
              <a:off x="6169222" y="3196702"/>
              <a:ext cx="128304" cy="203971"/>
            </a:xfrm>
            <a:custGeom>
              <a:avLst/>
              <a:gdLst>
                <a:gd name="T0" fmla="*/ 2147483647 w 96"/>
                <a:gd name="T1" fmla="*/ 2147483647 h 152"/>
                <a:gd name="T2" fmla="*/ 2147483647 w 96"/>
                <a:gd name="T3" fmla="*/ 2147483647 h 152"/>
                <a:gd name="T4" fmla="*/ 2147483647 w 96"/>
                <a:gd name="T5" fmla="*/ 2147483647 h 152"/>
                <a:gd name="T6" fmla="*/ 2147483647 w 96"/>
                <a:gd name="T7" fmla="*/ 2147483647 h 152"/>
                <a:gd name="T8" fmla="*/ 2147483647 w 96"/>
                <a:gd name="T9" fmla="*/ 2147483647 h 152"/>
                <a:gd name="T10" fmla="*/ 2147483647 w 96"/>
                <a:gd name="T11" fmla="*/ 2147483647 h 152"/>
                <a:gd name="T12" fmla="*/ 2147483647 w 96"/>
                <a:gd name="T13" fmla="*/ 2147483647 h 152"/>
                <a:gd name="T14" fmla="*/ 2147483647 w 96"/>
                <a:gd name="T15" fmla="*/ 2147483647 h 152"/>
                <a:gd name="T16" fmla="*/ 2147483647 w 96"/>
                <a:gd name="T17" fmla="*/ 2147483647 h 152"/>
                <a:gd name="T18" fmla="*/ 2147483647 w 96"/>
                <a:gd name="T19" fmla="*/ 2147483647 h 152"/>
                <a:gd name="T20" fmla="*/ 2147483647 w 96"/>
                <a:gd name="T21" fmla="*/ 2147483647 h 152"/>
                <a:gd name="T22" fmla="*/ 2147483647 w 96"/>
                <a:gd name="T23" fmla="*/ 0 h 152"/>
                <a:gd name="T24" fmla="*/ 2147483647 w 96"/>
                <a:gd name="T25" fmla="*/ 2147483647 h 152"/>
                <a:gd name="T26" fmla="*/ 0 w 96"/>
                <a:gd name="T27" fmla="*/ 2147483647 h 152"/>
                <a:gd name="T28" fmla="*/ 2147483647 w 96"/>
                <a:gd name="T29" fmla="*/ 2147483647 h 152"/>
                <a:gd name="T30" fmla="*/ 2147483647 w 96"/>
                <a:gd name="T31" fmla="*/ 2147483647 h 152"/>
                <a:gd name="T32" fmla="*/ 2147483647 w 96"/>
                <a:gd name="T33" fmla="*/ 2147483647 h 152"/>
                <a:gd name="T34" fmla="*/ 2147483647 w 96"/>
                <a:gd name="T35" fmla="*/ 2147483647 h 152"/>
                <a:gd name="T36" fmla="*/ 2147483647 w 96"/>
                <a:gd name="T37" fmla="*/ 2147483647 h 152"/>
                <a:gd name="T38" fmla="*/ 2147483647 w 96"/>
                <a:gd name="T39" fmla="*/ 2147483647 h 152"/>
                <a:gd name="T40" fmla="*/ 2147483647 w 96"/>
                <a:gd name="T41" fmla="*/ 2147483647 h 152"/>
                <a:gd name="T42" fmla="*/ 2147483647 w 96"/>
                <a:gd name="T43" fmla="*/ 2147483647 h 152"/>
                <a:gd name="T44" fmla="*/ 2147483647 w 96"/>
                <a:gd name="T45" fmla="*/ 2147483647 h 152"/>
                <a:gd name="T46" fmla="*/ 2147483647 w 96"/>
                <a:gd name="T47" fmla="*/ 2147483647 h 152"/>
                <a:gd name="T48" fmla="*/ 2147483647 w 96"/>
                <a:gd name="T49" fmla="*/ 2147483647 h 152"/>
                <a:gd name="T50" fmla="*/ 2147483647 w 96"/>
                <a:gd name="T51" fmla="*/ 2147483647 h 152"/>
                <a:gd name="T52" fmla="*/ 2147483647 w 96"/>
                <a:gd name="T53" fmla="*/ 2147483647 h 1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96"/>
                <a:gd name="T82" fmla="*/ 0 h 152"/>
                <a:gd name="T83" fmla="*/ 96 w 96"/>
                <a:gd name="T84" fmla="*/ 152 h 1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96" h="152">
                  <a:moveTo>
                    <a:pt x="72" y="136"/>
                  </a:moveTo>
                  <a:lnTo>
                    <a:pt x="80" y="136"/>
                  </a:lnTo>
                  <a:lnTo>
                    <a:pt x="96" y="128"/>
                  </a:lnTo>
                  <a:lnTo>
                    <a:pt x="96" y="104"/>
                  </a:lnTo>
                  <a:lnTo>
                    <a:pt x="96" y="80"/>
                  </a:lnTo>
                  <a:lnTo>
                    <a:pt x="80" y="72"/>
                  </a:lnTo>
                  <a:lnTo>
                    <a:pt x="64" y="48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8" y="4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72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32" y="112"/>
                  </a:lnTo>
                  <a:lnTo>
                    <a:pt x="32" y="128"/>
                  </a:lnTo>
                  <a:lnTo>
                    <a:pt x="48" y="144"/>
                  </a:lnTo>
                  <a:lnTo>
                    <a:pt x="56" y="152"/>
                  </a:lnTo>
                  <a:lnTo>
                    <a:pt x="64" y="144"/>
                  </a:lnTo>
                  <a:lnTo>
                    <a:pt x="72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Freeform 678"/>
            <p:cNvSpPr/>
            <p:nvPr/>
          </p:nvSpPr>
          <p:spPr bwMode="auto">
            <a:xfrm>
              <a:off x="6211990" y="3174769"/>
              <a:ext cx="118435" cy="246739"/>
            </a:xfrm>
            <a:custGeom>
              <a:avLst/>
              <a:gdLst>
                <a:gd name="T0" fmla="*/ 2147483647 w 88"/>
                <a:gd name="T1" fmla="*/ 0 h 184"/>
                <a:gd name="T2" fmla="*/ 0 w 88"/>
                <a:gd name="T3" fmla="*/ 0 h 184"/>
                <a:gd name="T4" fmla="*/ 0 w 88"/>
                <a:gd name="T5" fmla="*/ 2147483647 h 184"/>
                <a:gd name="T6" fmla="*/ 2147483647 w 88"/>
                <a:gd name="T7" fmla="*/ 2147483647 h 184"/>
                <a:gd name="T8" fmla="*/ 2147483647 w 88"/>
                <a:gd name="T9" fmla="*/ 2147483647 h 184"/>
                <a:gd name="T10" fmla="*/ 2147483647 w 88"/>
                <a:gd name="T11" fmla="*/ 2147483647 h 184"/>
                <a:gd name="T12" fmla="*/ 2147483647 w 88"/>
                <a:gd name="T13" fmla="*/ 2147483647 h 184"/>
                <a:gd name="T14" fmla="*/ 2147483647 w 88"/>
                <a:gd name="T15" fmla="*/ 2147483647 h 184"/>
                <a:gd name="T16" fmla="*/ 2147483647 w 88"/>
                <a:gd name="T17" fmla="*/ 2147483647 h 184"/>
                <a:gd name="T18" fmla="*/ 2147483647 w 88"/>
                <a:gd name="T19" fmla="*/ 2147483647 h 184"/>
                <a:gd name="T20" fmla="*/ 2147483647 w 88"/>
                <a:gd name="T21" fmla="*/ 2147483647 h 184"/>
                <a:gd name="T22" fmla="*/ 2147483647 w 88"/>
                <a:gd name="T23" fmla="*/ 2147483647 h 184"/>
                <a:gd name="T24" fmla="*/ 2147483647 w 88"/>
                <a:gd name="T25" fmla="*/ 2147483647 h 184"/>
                <a:gd name="T26" fmla="*/ 2147483647 w 88"/>
                <a:gd name="T27" fmla="*/ 2147483647 h 184"/>
                <a:gd name="T28" fmla="*/ 2147483647 w 88"/>
                <a:gd name="T29" fmla="*/ 2147483647 h 184"/>
                <a:gd name="T30" fmla="*/ 2147483647 w 88"/>
                <a:gd name="T31" fmla="*/ 2147483647 h 184"/>
                <a:gd name="T32" fmla="*/ 2147483647 w 88"/>
                <a:gd name="T33" fmla="*/ 2147483647 h 184"/>
                <a:gd name="T34" fmla="*/ 2147483647 w 88"/>
                <a:gd name="T35" fmla="*/ 2147483647 h 184"/>
                <a:gd name="T36" fmla="*/ 2147483647 w 88"/>
                <a:gd name="T37" fmla="*/ 2147483647 h 184"/>
                <a:gd name="T38" fmla="*/ 2147483647 w 88"/>
                <a:gd name="T39" fmla="*/ 2147483647 h 184"/>
                <a:gd name="T40" fmla="*/ 2147483647 w 88"/>
                <a:gd name="T41" fmla="*/ 2147483647 h 184"/>
                <a:gd name="T42" fmla="*/ 2147483647 w 88"/>
                <a:gd name="T43" fmla="*/ 2147483647 h 184"/>
                <a:gd name="T44" fmla="*/ 2147483647 w 88"/>
                <a:gd name="T45" fmla="*/ 2147483647 h 184"/>
                <a:gd name="T46" fmla="*/ 2147483647 w 88"/>
                <a:gd name="T47" fmla="*/ 2147483647 h 184"/>
                <a:gd name="T48" fmla="*/ 2147483647 w 88"/>
                <a:gd name="T49" fmla="*/ 2147483647 h 184"/>
                <a:gd name="T50" fmla="*/ 2147483647 w 88"/>
                <a:gd name="T51" fmla="*/ 2147483647 h 184"/>
                <a:gd name="T52" fmla="*/ 2147483647 w 88"/>
                <a:gd name="T53" fmla="*/ 2147483647 h 184"/>
                <a:gd name="T54" fmla="*/ 2147483647 w 88"/>
                <a:gd name="T55" fmla="*/ 0 h 1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88"/>
                <a:gd name="T85" fmla="*/ 0 h 184"/>
                <a:gd name="T86" fmla="*/ 88 w 88"/>
                <a:gd name="T87" fmla="*/ 184 h 1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88" h="184">
                  <a:moveTo>
                    <a:pt x="4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64"/>
                  </a:lnTo>
                  <a:lnTo>
                    <a:pt x="48" y="88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64" y="144"/>
                  </a:lnTo>
                  <a:lnTo>
                    <a:pt x="48" y="152"/>
                  </a:lnTo>
                  <a:lnTo>
                    <a:pt x="40" y="152"/>
                  </a:lnTo>
                  <a:lnTo>
                    <a:pt x="32" y="160"/>
                  </a:lnTo>
                  <a:lnTo>
                    <a:pt x="24" y="168"/>
                  </a:lnTo>
                  <a:lnTo>
                    <a:pt x="32" y="168"/>
                  </a:lnTo>
                  <a:lnTo>
                    <a:pt x="40" y="184"/>
                  </a:lnTo>
                  <a:lnTo>
                    <a:pt x="72" y="160"/>
                  </a:lnTo>
                  <a:lnTo>
                    <a:pt x="88" y="144"/>
                  </a:lnTo>
                  <a:lnTo>
                    <a:pt x="72" y="88"/>
                  </a:lnTo>
                  <a:lnTo>
                    <a:pt x="64" y="80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Freeform 679"/>
            <p:cNvSpPr/>
            <p:nvPr/>
          </p:nvSpPr>
          <p:spPr bwMode="auto">
            <a:xfrm>
              <a:off x="6169222" y="3196702"/>
              <a:ext cx="128304" cy="203971"/>
            </a:xfrm>
            <a:custGeom>
              <a:avLst/>
              <a:gdLst>
                <a:gd name="T0" fmla="*/ 2147483647 w 96"/>
                <a:gd name="T1" fmla="*/ 2147483647 h 152"/>
                <a:gd name="T2" fmla="*/ 2147483647 w 96"/>
                <a:gd name="T3" fmla="*/ 2147483647 h 152"/>
                <a:gd name="T4" fmla="*/ 2147483647 w 96"/>
                <a:gd name="T5" fmla="*/ 2147483647 h 152"/>
                <a:gd name="T6" fmla="*/ 2147483647 w 96"/>
                <a:gd name="T7" fmla="*/ 2147483647 h 152"/>
                <a:gd name="T8" fmla="*/ 2147483647 w 96"/>
                <a:gd name="T9" fmla="*/ 2147483647 h 152"/>
                <a:gd name="T10" fmla="*/ 2147483647 w 96"/>
                <a:gd name="T11" fmla="*/ 2147483647 h 152"/>
                <a:gd name="T12" fmla="*/ 2147483647 w 96"/>
                <a:gd name="T13" fmla="*/ 2147483647 h 152"/>
                <a:gd name="T14" fmla="*/ 2147483647 w 96"/>
                <a:gd name="T15" fmla="*/ 2147483647 h 152"/>
                <a:gd name="T16" fmla="*/ 2147483647 w 96"/>
                <a:gd name="T17" fmla="*/ 2147483647 h 152"/>
                <a:gd name="T18" fmla="*/ 2147483647 w 96"/>
                <a:gd name="T19" fmla="*/ 2147483647 h 152"/>
                <a:gd name="T20" fmla="*/ 2147483647 w 96"/>
                <a:gd name="T21" fmla="*/ 2147483647 h 152"/>
                <a:gd name="T22" fmla="*/ 2147483647 w 96"/>
                <a:gd name="T23" fmla="*/ 0 h 152"/>
                <a:gd name="T24" fmla="*/ 2147483647 w 96"/>
                <a:gd name="T25" fmla="*/ 0 h 152"/>
                <a:gd name="T26" fmla="*/ 2147483647 w 96"/>
                <a:gd name="T27" fmla="*/ 2147483647 h 152"/>
                <a:gd name="T28" fmla="*/ 0 w 96"/>
                <a:gd name="T29" fmla="*/ 2147483647 h 152"/>
                <a:gd name="T30" fmla="*/ 0 w 96"/>
                <a:gd name="T31" fmla="*/ 2147483647 h 152"/>
                <a:gd name="T32" fmla="*/ 2147483647 w 96"/>
                <a:gd name="T33" fmla="*/ 2147483647 h 152"/>
                <a:gd name="T34" fmla="*/ 2147483647 w 96"/>
                <a:gd name="T35" fmla="*/ 2147483647 h 152"/>
                <a:gd name="T36" fmla="*/ 2147483647 w 96"/>
                <a:gd name="T37" fmla="*/ 2147483647 h 152"/>
                <a:gd name="T38" fmla="*/ 2147483647 w 96"/>
                <a:gd name="T39" fmla="*/ 2147483647 h 152"/>
                <a:gd name="T40" fmla="*/ 2147483647 w 96"/>
                <a:gd name="T41" fmla="*/ 2147483647 h 152"/>
                <a:gd name="T42" fmla="*/ 2147483647 w 96"/>
                <a:gd name="T43" fmla="*/ 2147483647 h 152"/>
                <a:gd name="T44" fmla="*/ 2147483647 w 96"/>
                <a:gd name="T45" fmla="*/ 2147483647 h 152"/>
                <a:gd name="T46" fmla="*/ 2147483647 w 96"/>
                <a:gd name="T47" fmla="*/ 2147483647 h 152"/>
                <a:gd name="T48" fmla="*/ 2147483647 w 96"/>
                <a:gd name="T49" fmla="*/ 2147483647 h 152"/>
                <a:gd name="T50" fmla="*/ 2147483647 w 96"/>
                <a:gd name="T51" fmla="*/ 2147483647 h 152"/>
                <a:gd name="T52" fmla="*/ 2147483647 w 96"/>
                <a:gd name="T53" fmla="*/ 2147483647 h 152"/>
                <a:gd name="T54" fmla="*/ 2147483647 w 96"/>
                <a:gd name="T55" fmla="*/ 2147483647 h 152"/>
                <a:gd name="T56" fmla="*/ 2147483647 w 96"/>
                <a:gd name="T57" fmla="*/ 2147483647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96"/>
                <a:gd name="T88" fmla="*/ 0 h 152"/>
                <a:gd name="T89" fmla="*/ 96 w 96"/>
                <a:gd name="T90" fmla="*/ 152 h 15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96" h="152">
                  <a:moveTo>
                    <a:pt x="72" y="136"/>
                  </a:moveTo>
                  <a:lnTo>
                    <a:pt x="80" y="136"/>
                  </a:lnTo>
                  <a:lnTo>
                    <a:pt x="96" y="128"/>
                  </a:lnTo>
                  <a:lnTo>
                    <a:pt x="96" y="104"/>
                  </a:lnTo>
                  <a:lnTo>
                    <a:pt x="96" y="80"/>
                  </a:lnTo>
                  <a:lnTo>
                    <a:pt x="80" y="72"/>
                  </a:lnTo>
                  <a:lnTo>
                    <a:pt x="64" y="48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32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8" y="48"/>
                  </a:lnTo>
                  <a:lnTo>
                    <a:pt x="40" y="48"/>
                  </a:lnTo>
                  <a:lnTo>
                    <a:pt x="48" y="56"/>
                  </a:lnTo>
                  <a:lnTo>
                    <a:pt x="72" y="88"/>
                  </a:lnTo>
                  <a:lnTo>
                    <a:pt x="64" y="96"/>
                  </a:lnTo>
                  <a:lnTo>
                    <a:pt x="40" y="104"/>
                  </a:lnTo>
                  <a:lnTo>
                    <a:pt x="32" y="112"/>
                  </a:lnTo>
                  <a:lnTo>
                    <a:pt x="32" y="128"/>
                  </a:lnTo>
                  <a:lnTo>
                    <a:pt x="48" y="144"/>
                  </a:lnTo>
                  <a:lnTo>
                    <a:pt x="56" y="152"/>
                  </a:lnTo>
                  <a:lnTo>
                    <a:pt x="64" y="144"/>
                  </a:lnTo>
                  <a:lnTo>
                    <a:pt x="72" y="13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Freeform 680"/>
            <p:cNvSpPr/>
            <p:nvPr/>
          </p:nvSpPr>
          <p:spPr bwMode="auto">
            <a:xfrm>
              <a:off x="6216376" y="3174769"/>
              <a:ext cx="118435" cy="246739"/>
            </a:xfrm>
            <a:custGeom>
              <a:avLst/>
              <a:gdLst>
                <a:gd name="T0" fmla="*/ 2147483647 w 88"/>
                <a:gd name="T1" fmla="*/ 0 h 184"/>
                <a:gd name="T2" fmla="*/ 0 w 88"/>
                <a:gd name="T3" fmla="*/ 0 h 184"/>
                <a:gd name="T4" fmla="*/ 0 w 88"/>
                <a:gd name="T5" fmla="*/ 2147483647 h 184"/>
                <a:gd name="T6" fmla="*/ 0 w 88"/>
                <a:gd name="T7" fmla="*/ 2147483647 h 184"/>
                <a:gd name="T8" fmla="*/ 2147483647 w 88"/>
                <a:gd name="T9" fmla="*/ 2147483647 h 184"/>
                <a:gd name="T10" fmla="*/ 2147483647 w 88"/>
                <a:gd name="T11" fmla="*/ 2147483647 h 184"/>
                <a:gd name="T12" fmla="*/ 2147483647 w 88"/>
                <a:gd name="T13" fmla="*/ 2147483647 h 184"/>
                <a:gd name="T14" fmla="*/ 2147483647 w 88"/>
                <a:gd name="T15" fmla="*/ 2147483647 h 184"/>
                <a:gd name="T16" fmla="*/ 2147483647 w 88"/>
                <a:gd name="T17" fmla="*/ 2147483647 h 184"/>
                <a:gd name="T18" fmla="*/ 2147483647 w 88"/>
                <a:gd name="T19" fmla="*/ 2147483647 h 184"/>
                <a:gd name="T20" fmla="*/ 2147483647 w 88"/>
                <a:gd name="T21" fmla="*/ 2147483647 h 184"/>
                <a:gd name="T22" fmla="*/ 2147483647 w 88"/>
                <a:gd name="T23" fmla="*/ 2147483647 h 184"/>
                <a:gd name="T24" fmla="*/ 2147483647 w 88"/>
                <a:gd name="T25" fmla="*/ 2147483647 h 184"/>
                <a:gd name="T26" fmla="*/ 2147483647 w 88"/>
                <a:gd name="T27" fmla="*/ 2147483647 h 184"/>
                <a:gd name="T28" fmla="*/ 2147483647 w 88"/>
                <a:gd name="T29" fmla="*/ 2147483647 h 184"/>
                <a:gd name="T30" fmla="*/ 2147483647 w 88"/>
                <a:gd name="T31" fmla="*/ 2147483647 h 184"/>
                <a:gd name="T32" fmla="*/ 2147483647 w 88"/>
                <a:gd name="T33" fmla="*/ 2147483647 h 184"/>
                <a:gd name="T34" fmla="*/ 2147483647 w 88"/>
                <a:gd name="T35" fmla="*/ 2147483647 h 184"/>
                <a:gd name="T36" fmla="*/ 2147483647 w 88"/>
                <a:gd name="T37" fmla="*/ 2147483647 h 184"/>
                <a:gd name="T38" fmla="*/ 2147483647 w 88"/>
                <a:gd name="T39" fmla="*/ 2147483647 h 184"/>
                <a:gd name="T40" fmla="*/ 2147483647 w 88"/>
                <a:gd name="T41" fmla="*/ 2147483647 h 184"/>
                <a:gd name="T42" fmla="*/ 2147483647 w 88"/>
                <a:gd name="T43" fmla="*/ 2147483647 h 184"/>
                <a:gd name="T44" fmla="*/ 2147483647 w 88"/>
                <a:gd name="T45" fmla="*/ 2147483647 h 184"/>
                <a:gd name="T46" fmla="*/ 2147483647 w 88"/>
                <a:gd name="T47" fmla="*/ 2147483647 h 184"/>
                <a:gd name="T48" fmla="*/ 2147483647 w 88"/>
                <a:gd name="T49" fmla="*/ 2147483647 h 184"/>
                <a:gd name="T50" fmla="*/ 2147483647 w 88"/>
                <a:gd name="T51" fmla="*/ 2147483647 h 184"/>
                <a:gd name="T52" fmla="*/ 2147483647 w 88"/>
                <a:gd name="T53" fmla="*/ 2147483647 h 184"/>
                <a:gd name="T54" fmla="*/ 2147483647 w 88"/>
                <a:gd name="T55" fmla="*/ 2147483647 h 184"/>
                <a:gd name="T56" fmla="*/ 2147483647 w 88"/>
                <a:gd name="T57" fmla="*/ 0 h 18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8"/>
                <a:gd name="T88" fmla="*/ 0 h 184"/>
                <a:gd name="T89" fmla="*/ 88 w 88"/>
                <a:gd name="T90" fmla="*/ 184 h 18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8" h="184">
                  <a:moveTo>
                    <a:pt x="40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32" y="64"/>
                  </a:lnTo>
                  <a:lnTo>
                    <a:pt x="48" y="88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64" y="144"/>
                  </a:lnTo>
                  <a:lnTo>
                    <a:pt x="48" y="152"/>
                  </a:lnTo>
                  <a:lnTo>
                    <a:pt x="40" y="152"/>
                  </a:lnTo>
                  <a:lnTo>
                    <a:pt x="32" y="160"/>
                  </a:lnTo>
                  <a:lnTo>
                    <a:pt x="24" y="168"/>
                  </a:lnTo>
                  <a:lnTo>
                    <a:pt x="32" y="168"/>
                  </a:lnTo>
                  <a:lnTo>
                    <a:pt x="40" y="184"/>
                  </a:lnTo>
                  <a:lnTo>
                    <a:pt x="72" y="160"/>
                  </a:lnTo>
                  <a:lnTo>
                    <a:pt x="88" y="144"/>
                  </a:lnTo>
                  <a:lnTo>
                    <a:pt x="72" y="88"/>
                  </a:lnTo>
                  <a:lnTo>
                    <a:pt x="64" y="80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8" y="32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Freeform 681"/>
            <p:cNvSpPr/>
            <p:nvPr/>
          </p:nvSpPr>
          <p:spPr bwMode="auto">
            <a:xfrm>
              <a:off x="5825981" y="3046465"/>
              <a:ext cx="139271" cy="64700"/>
            </a:xfrm>
            <a:custGeom>
              <a:avLst/>
              <a:gdLst>
                <a:gd name="T0" fmla="*/ 2147483647 w 104"/>
                <a:gd name="T1" fmla="*/ 2147483647 h 48"/>
                <a:gd name="T2" fmla="*/ 2147483647 w 104"/>
                <a:gd name="T3" fmla="*/ 2147483647 h 48"/>
                <a:gd name="T4" fmla="*/ 2147483647 w 104"/>
                <a:gd name="T5" fmla="*/ 0 h 48"/>
                <a:gd name="T6" fmla="*/ 2147483647 w 104"/>
                <a:gd name="T7" fmla="*/ 0 h 48"/>
                <a:gd name="T8" fmla="*/ 0 w 104"/>
                <a:gd name="T9" fmla="*/ 2147483647 h 48"/>
                <a:gd name="T10" fmla="*/ 2147483647 w 104"/>
                <a:gd name="T11" fmla="*/ 2147483647 h 48"/>
                <a:gd name="T12" fmla="*/ 2147483647 w 104"/>
                <a:gd name="T13" fmla="*/ 2147483647 h 48"/>
                <a:gd name="T14" fmla="*/ 2147483647 w 104"/>
                <a:gd name="T15" fmla="*/ 2147483647 h 48"/>
                <a:gd name="T16" fmla="*/ 2147483647 w 104"/>
                <a:gd name="T17" fmla="*/ 2147483647 h 48"/>
                <a:gd name="T18" fmla="*/ 2147483647 w 104"/>
                <a:gd name="T19" fmla="*/ 2147483647 h 48"/>
                <a:gd name="T20" fmla="*/ 2147483647 w 104"/>
                <a:gd name="T21" fmla="*/ 2147483647 h 48"/>
                <a:gd name="T22" fmla="*/ 2147483647 w 104"/>
                <a:gd name="T23" fmla="*/ 2147483647 h 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48"/>
                <a:gd name="T38" fmla="*/ 104 w 104"/>
                <a:gd name="T39" fmla="*/ 48 h 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48">
                  <a:moveTo>
                    <a:pt x="72" y="24"/>
                  </a:moveTo>
                  <a:lnTo>
                    <a:pt x="48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0" y="40"/>
                  </a:lnTo>
                  <a:lnTo>
                    <a:pt x="72" y="40"/>
                  </a:lnTo>
                  <a:lnTo>
                    <a:pt x="88" y="48"/>
                  </a:lnTo>
                  <a:lnTo>
                    <a:pt x="96" y="48"/>
                  </a:lnTo>
                  <a:lnTo>
                    <a:pt x="104" y="32"/>
                  </a:lnTo>
                  <a:lnTo>
                    <a:pt x="96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Freeform 682"/>
            <p:cNvSpPr/>
            <p:nvPr/>
          </p:nvSpPr>
          <p:spPr bwMode="auto">
            <a:xfrm>
              <a:off x="5728382" y="2509124"/>
              <a:ext cx="1030819" cy="719380"/>
            </a:xfrm>
            <a:custGeom>
              <a:avLst/>
              <a:gdLst>
                <a:gd name="T0" fmla="*/ 2147483647 w 768"/>
                <a:gd name="T1" fmla="*/ 2147483647 h 536"/>
                <a:gd name="T2" fmla="*/ 2147483647 w 768"/>
                <a:gd name="T3" fmla="*/ 0 h 536"/>
                <a:gd name="T4" fmla="*/ 2147483647 w 768"/>
                <a:gd name="T5" fmla="*/ 2147483647 h 536"/>
                <a:gd name="T6" fmla="*/ 2147483647 w 768"/>
                <a:gd name="T7" fmla="*/ 2147483647 h 536"/>
                <a:gd name="T8" fmla="*/ 2147483647 w 768"/>
                <a:gd name="T9" fmla="*/ 2147483647 h 536"/>
                <a:gd name="T10" fmla="*/ 2147483647 w 768"/>
                <a:gd name="T11" fmla="*/ 2147483647 h 536"/>
                <a:gd name="T12" fmla="*/ 2147483647 w 768"/>
                <a:gd name="T13" fmla="*/ 2147483647 h 536"/>
                <a:gd name="T14" fmla="*/ 2147483647 w 768"/>
                <a:gd name="T15" fmla="*/ 2147483647 h 536"/>
                <a:gd name="T16" fmla="*/ 2147483647 w 768"/>
                <a:gd name="T17" fmla="*/ 2147483647 h 536"/>
                <a:gd name="T18" fmla="*/ 2147483647 w 768"/>
                <a:gd name="T19" fmla="*/ 2147483647 h 536"/>
                <a:gd name="T20" fmla="*/ 2147483647 w 768"/>
                <a:gd name="T21" fmla="*/ 2147483647 h 536"/>
                <a:gd name="T22" fmla="*/ 2147483647 w 768"/>
                <a:gd name="T23" fmla="*/ 2147483647 h 536"/>
                <a:gd name="T24" fmla="*/ 2147483647 w 768"/>
                <a:gd name="T25" fmla="*/ 2147483647 h 536"/>
                <a:gd name="T26" fmla="*/ 2147483647 w 768"/>
                <a:gd name="T27" fmla="*/ 2147483647 h 536"/>
                <a:gd name="T28" fmla="*/ 0 w 768"/>
                <a:gd name="T29" fmla="*/ 2147483647 h 536"/>
                <a:gd name="T30" fmla="*/ 0 w 768"/>
                <a:gd name="T31" fmla="*/ 2147483647 h 536"/>
                <a:gd name="T32" fmla="*/ 2147483647 w 768"/>
                <a:gd name="T33" fmla="*/ 2147483647 h 536"/>
                <a:gd name="T34" fmla="*/ 2147483647 w 768"/>
                <a:gd name="T35" fmla="*/ 2147483647 h 536"/>
                <a:gd name="T36" fmla="*/ 2147483647 w 768"/>
                <a:gd name="T37" fmla="*/ 2147483647 h 536"/>
                <a:gd name="T38" fmla="*/ 2147483647 w 768"/>
                <a:gd name="T39" fmla="*/ 2147483647 h 536"/>
                <a:gd name="T40" fmla="*/ 2147483647 w 768"/>
                <a:gd name="T41" fmla="*/ 2147483647 h 536"/>
                <a:gd name="T42" fmla="*/ 2147483647 w 768"/>
                <a:gd name="T43" fmla="*/ 2147483647 h 536"/>
                <a:gd name="T44" fmla="*/ 2147483647 w 768"/>
                <a:gd name="T45" fmla="*/ 2147483647 h 536"/>
                <a:gd name="T46" fmla="*/ 2147483647 w 768"/>
                <a:gd name="T47" fmla="*/ 2147483647 h 536"/>
                <a:gd name="T48" fmla="*/ 2147483647 w 768"/>
                <a:gd name="T49" fmla="*/ 2147483647 h 536"/>
                <a:gd name="T50" fmla="*/ 2147483647 w 768"/>
                <a:gd name="T51" fmla="*/ 2147483647 h 536"/>
                <a:gd name="T52" fmla="*/ 2147483647 w 768"/>
                <a:gd name="T53" fmla="*/ 2147483647 h 536"/>
                <a:gd name="T54" fmla="*/ 2147483647 w 768"/>
                <a:gd name="T55" fmla="*/ 2147483647 h 536"/>
                <a:gd name="T56" fmla="*/ 2147483647 w 768"/>
                <a:gd name="T57" fmla="*/ 2147483647 h 536"/>
                <a:gd name="T58" fmla="*/ 2147483647 w 768"/>
                <a:gd name="T59" fmla="*/ 2147483647 h 536"/>
                <a:gd name="T60" fmla="*/ 2147483647 w 768"/>
                <a:gd name="T61" fmla="*/ 2147483647 h 536"/>
                <a:gd name="T62" fmla="*/ 2147483647 w 768"/>
                <a:gd name="T63" fmla="*/ 2147483647 h 536"/>
                <a:gd name="T64" fmla="*/ 2147483647 w 768"/>
                <a:gd name="T65" fmla="*/ 2147483647 h 536"/>
                <a:gd name="T66" fmla="*/ 2147483647 w 768"/>
                <a:gd name="T67" fmla="*/ 2147483647 h 536"/>
                <a:gd name="T68" fmla="*/ 2147483647 w 768"/>
                <a:gd name="T69" fmla="*/ 2147483647 h 536"/>
                <a:gd name="T70" fmla="*/ 2147483647 w 768"/>
                <a:gd name="T71" fmla="*/ 2147483647 h 536"/>
                <a:gd name="T72" fmla="*/ 2147483647 w 768"/>
                <a:gd name="T73" fmla="*/ 2147483647 h 536"/>
                <a:gd name="T74" fmla="*/ 2147483647 w 768"/>
                <a:gd name="T75" fmla="*/ 2147483647 h 536"/>
                <a:gd name="T76" fmla="*/ 2147483647 w 768"/>
                <a:gd name="T77" fmla="*/ 2147483647 h 536"/>
                <a:gd name="T78" fmla="*/ 2147483647 w 768"/>
                <a:gd name="T79" fmla="*/ 2147483647 h 536"/>
                <a:gd name="T80" fmla="*/ 2147483647 w 768"/>
                <a:gd name="T81" fmla="*/ 2147483647 h 536"/>
                <a:gd name="T82" fmla="*/ 2147483647 w 768"/>
                <a:gd name="T83" fmla="*/ 2147483647 h 536"/>
                <a:gd name="T84" fmla="*/ 2147483647 w 768"/>
                <a:gd name="T85" fmla="*/ 2147483647 h 536"/>
                <a:gd name="T86" fmla="*/ 2147483647 w 768"/>
                <a:gd name="T87" fmla="*/ 2147483647 h 536"/>
                <a:gd name="T88" fmla="*/ 2147483647 w 768"/>
                <a:gd name="T89" fmla="*/ 2147483647 h 536"/>
                <a:gd name="T90" fmla="*/ 2147483647 w 768"/>
                <a:gd name="T91" fmla="*/ 2147483647 h 536"/>
                <a:gd name="T92" fmla="*/ 2147483647 w 768"/>
                <a:gd name="T93" fmla="*/ 2147483647 h 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768"/>
                <a:gd name="T142" fmla="*/ 0 h 536"/>
                <a:gd name="T143" fmla="*/ 768 w 768"/>
                <a:gd name="T144" fmla="*/ 536 h 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768" h="536">
                  <a:moveTo>
                    <a:pt x="744" y="152"/>
                  </a:moveTo>
                  <a:lnTo>
                    <a:pt x="768" y="96"/>
                  </a:lnTo>
                  <a:lnTo>
                    <a:pt x="720" y="96"/>
                  </a:lnTo>
                  <a:lnTo>
                    <a:pt x="712" y="80"/>
                  </a:lnTo>
                  <a:lnTo>
                    <a:pt x="680" y="72"/>
                  </a:lnTo>
                  <a:lnTo>
                    <a:pt x="640" y="0"/>
                  </a:lnTo>
                  <a:lnTo>
                    <a:pt x="600" y="0"/>
                  </a:lnTo>
                  <a:lnTo>
                    <a:pt x="592" y="16"/>
                  </a:lnTo>
                  <a:lnTo>
                    <a:pt x="568" y="64"/>
                  </a:lnTo>
                  <a:lnTo>
                    <a:pt x="544" y="64"/>
                  </a:lnTo>
                  <a:lnTo>
                    <a:pt x="536" y="72"/>
                  </a:lnTo>
                  <a:lnTo>
                    <a:pt x="544" y="72"/>
                  </a:lnTo>
                  <a:lnTo>
                    <a:pt x="536" y="72"/>
                  </a:lnTo>
                  <a:lnTo>
                    <a:pt x="528" y="88"/>
                  </a:lnTo>
                  <a:lnTo>
                    <a:pt x="528" y="104"/>
                  </a:lnTo>
                  <a:lnTo>
                    <a:pt x="568" y="112"/>
                  </a:lnTo>
                  <a:lnTo>
                    <a:pt x="576" y="128"/>
                  </a:lnTo>
                  <a:lnTo>
                    <a:pt x="536" y="136"/>
                  </a:lnTo>
                  <a:lnTo>
                    <a:pt x="512" y="152"/>
                  </a:lnTo>
                  <a:lnTo>
                    <a:pt x="480" y="160"/>
                  </a:lnTo>
                  <a:lnTo>
                    <a:pt x="472" y="192"/>
                  </a:lnTo>
                  <a:lnTo>
                    <a:pt x="432" y="192"/>
                  </a:lnTo>
                  <a:lnTo>
                    <a:pt x="384" y="224"/>
                  </a:lnTo>
                  <a:lnTo>
                    <a:pt x="344" y="200"/>
                  </a:lnTo>
                  <a:lnTo>
                    <a:pt x="296" y="200"/>
                  </a:lnTo>
                  <a:lnTo>
                    <a:pt x="264" y="160"/>
                  </a:lnTo>
                  <a:lnTo>
                    <a:pt x="208" y="144"/>
                  </a:lnTo>
                  <a:lnTo>
                    <a:pt x="208" y="104"/>
                  </a:lnTo>
                  <a:lnTo>
                    <a:pt x="184" y="96"/>
                  </a:lnTo>
                  <a:lnTo>
                    <a:pt x="176" y="88"/>
                  </a:lnTo>
                  <a:lnTo>
                    <a:pt x="176" y="96"/>
                  </a:lnTo>
                  <a:lnTo>
                    <a:pt x="176" y="88"/>
                  </a:lnTo>
                  <a:lnTo>
                    <a:pt x="168" y="88"/>
                  </a:lnTo>
                  <a:lnTo>
                    <a:pt x="168" y="96"/>
                  </a:lnTo>
                  <a:lnTo>
                    <a:pt x="168" y="88"/>
                  </a:lnTo>
                  <a:lnTo>
                    <a:pt x="152" y="96"/>
                  </a:lnTo>
                  <a:lnTo>
                    <a:pt x="144" y="120"/>
                  </a:lnTo>
                  <a:lnTo>
                    <a:pt x="112" y="112"/>
                  </a:lnTo>
                  <a:lnTo>
                    <a:pt x="104" y="152"/>
                  </a:lnTo>
                  <a:lnTo>
                    <a:pt x="80" y="160"/>
                  </a:lnTo>
                  <a:lnTo>
                    <a:pt x="72" y="208"/>
                  </a:lnTo>
                  <a:lnTo>
                    <a:pt x="56" y="224"/>
                  </a:lnTo>
                  <a:lnTo>
                    <a:pt x="32" y="240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8" y="272"/>
                  </a:lnTo>
                  <a:lnTo>
                    <a:pt x="8" y="280"/>
                  </a:lnTo>
                  <a:lnTo>
                    <a:pt x="0" y="288"/>
                  </a:lnTo>
                  <a:lnTo>
                    <a:pt x="8" y="296"/>
                  </a:lnTo>
                  <a:lnTo>
                    <a:pt x="24" y="296"/>
                  </a:lnTo>
                  <a:lnTo>
                    <a:pt x="32" y="312"/>
                  </a:lnTo>
                  <a:lnTo>
                    <a:pt x="48" y="312"/>
                  </a:lnTo>
                  <a:lnTo>
                    <a:pt x="72" y="312"/>
                  </a:lnTo>
                  <a:lnTo>
                    <a:pt x="80" y="320"/>
                  </a:lnTo>
                  <a:lnTo>
                    <a:pt x="64" y="344"/>
                  </a:lnTo>
                  <a:lnTo>
                    <a:pt x="64" y="360"/>
                  </a:lnTo>
                  <a:lnTo>
                    <a:pt x="56" y="368"/>
                  </a:lnTo>
                  <a:lnTo>
                    <a:pt x="64" y="384"/>
                  </a:lnTo>
                  <a:lnTo>
                    <a:pt x="88" y="392"/>
                  </a:lnTo>
                  <a:lnTo>
                    <a:pt x="80" y="400"/>
                  </a:lnTo>
                  <a:lnTo>
                    <a:pt x="88" y="400"/>
                  </a:lnTo>
                  <a:lnTo>
                    <a:pt x="120" y="408"/>
                  </a:lnTo>
                  <a:lnTo>
                    <a:pt x="144" y="424"/>
                  </a:lnTo>
                  <a:lnTo>
                    <a:pt x="168" y="424"/>
                  </a:lnTo>
                  <a:lnTo>
                    <a:pt x="176" y="432"/>
                  </a:lnTo>
                  <a:lnTo>
                    <a:pt x="184" y="432"/>
                  </a:lnTo>
                  <a:lnTo>
                    <a:pt x="192" y="440"/>
                  </a:lnTo>
                  <a:lnTo>
                    <a:pt x="208" y="440"/>
                  </a:lnTo>
                  <a:lnTo>
                    <a:pt x="224" y="440"/>
                  </a:lnTo>
                  <a:lnTo>
                    <a:pt x="240" y="424"/>
                  </a:lnTo>
                  <a:lnTo>
                    <a:pt x="256" y="416"/>
                  </a:lnTo>
                  <a:lnTo>
                    <a:pt x="272" y="416"/>
                  </a:lnTo>
                  <a:lnTo>
                    <a:pt x="288" y="424"/>
                  </a:lnTo>
                  <a:lnTo>
                    <a:pt x="296" y="424"/>
                  </a:lnTo>
                  <a:lnTo>
                    <a:pt x="304" y="432"/>
                  </a:lnTo>
                  <a:lnTo>
                    <a:pt x="312" y="448"/>
                  </a:lnTo>
                  <a:lnTo>
                    <a:pt x="304" y="472"/>
                  </a:lnTo>
                  <a:lnTo>
                    <a:pt x="304" y="480"/>
                  </a:lnTo>
                  <a:lnTo>
                    <a:pt x="312" y="488"/>
                  </a:lnTo>
                  <a:lnTo>
                    <a:pt x="320" y="496"/>
                  </a:lnTo>
                  <a:lnTo>
                    <a:pt x="320" y="504"/>
                  </a:lnTo>
                  <a:lnTo>
                    <a:pt x="344" y="512"/>
                  </a:lnTo>
                  <a:lnTo>
                    <a:pt x="336" y="520"/>
                  </a:lnTo>
                  <a:lnTo>
                    <a:pt x="360" y="512"/>
                  </a:lnTo>
                  <a:lnTo>
                    <a:pt x="360" y="496"/>
                  </a:lnTo>
                  <a:lnTo>
                    <a:pt x="400" y="496"/>
                  </a:lnTo>
                  <a:lnTo>
                    <a:pt x="416" y="512"/>
                  </a:lnTo>
                  <a:lnTo>
                    <a:pt x="424" y="520"/>
                  </a:lnTo>
                  <a:lnTo>
                    <a:pt x="432" y="520"/>
                  </a:lnTo>
                  <a:lnTo>
                    <a:pt x="456" y="536"/>
                  </a:lnTo>
                  <a:lnTo>
                    <a:pt x="456" y="520"/>
                  </a:lnTo>
                  <a:lnTo>
                    <a:pt x="488" y="512"/>
                  </a:lnTo>
                  <a:lnTo>
                    <a:pt x="496" y="504"/>
                  </a:lnTo>
                  <a:lnTo>
                    <a:pt x="504" y="504"/>
                  </a:lnTo>
                  <a:lnTo>
                    <a:pt x="512" y="504"/>
                  </a:lnTo>
                  <a:lnTo>
                    <a:pt x="528" y="496"/>
                  </a:lnTo>
                  <a:lnTo>
                    <a:pt x="544" y="488"/>
                  </a:lnTo>
                  <a:lnTo>
                    <a:pt x="568" y="472"/>
                  </a:lnTo>
                  <a:lnTo>
                    <a:pt x="576" y="456"/>
                  </a:lnTo>
                  <a:lnTo>
                    <a:pt x="584" y="440"/>
                  </a:lnTo>
                  <a:lnTo>
                    <a:pt x="600" y="416"/>
                  </a:lnTo>
                  <a:lnTo>
                    <a:pt x="600" y="400"/>
                  </a:lnTo>
                  <a:lnTo>
                    <a:pt x="592" y="392"/>
                  </a:lnTo>
                  <a:lnTo>
                    <a:pt x="600" y="384"/>
                  </a:lnTo>
                  <a:lnTo>
                    <a:pt x="592" y="368"/>
                  </a:lnTo>
                  <a:lnTo>
                    <a:pt x="576" y="328"/>
                  </a:lnTo>
                  <a:lnTo>
                    <a:pt x="576" y="320"/>
                  </a:lnTo>
                  <a:lnTo>
                    <a:pt x="592" y="304"/>
                  </a:lnTo>
                  <a:lnTo>
                    <a:pt x="608" y="296"/>
                  </a:lnTo>
                  <a:lnTo>
                    <a:pt x="608" y="288"/>
                  </a:lnTo>
                  <a:lnTo>
                    <a:pt x="584" y="288"/>
                  </a:lnTo>
                  <a:lnTo>
                    <a:pt x="576" y="288"/>
                  </a:lnTo>
                  <a:lnTo>
                    <a:pt x="568" y="288"/>
                  </a:lnTo>
                  <a:lnTo>
                    <a:pt x="560" y="272"/>
                  </a:lnTo>
                  <a:lnTo>
                    <a:pt x="552" y="264"/>
                  </a:lnTo>
                  <a:lnTo>
                    <a:pt x="568" y="256"/>
                  </a:lnTo>
                  <a:lnTo>
                    <a:pt x="584" y="248"/>
                  </a:lnTo>
                  <a:lnTo>
                    <a:pt x="600" y="232"/>
                  </a:lnTo>
                  <a:lnTo>
                    <a:pt x="608" y="232"/>
                  </a:lnTo>
                  <a:lnTo>
                    <a:pt x="600" y="248"/>
                  </a:lnTo>
                  <a:lnTo>
                    <a:pt x="608" y="256"/>
                  </a:lnTo>
                  <a:lnTo>
                    <a:pt x="616" y="256"/>
                  </a:lnTo>
                  <a:lnTo>
                    <a:pt x="640" y="248"/>
                  </a:lnTo>
                  <a:lnTo>
                    <a:pt x="656" y="256"/>
                  </a:lnTo>
                  <a:lnTo>
                    <a:pt x="664" y="272"/>
                  </a:lnTo>
                  <a:lnTo>
                    <a:pt x="664" y="280"/>
                  </a:lnTo>
                  <a:lnTo>
                    <a:pt x="664" y="304"/>
                  </a:lnTo>
                  <a:lnTo>
                    <a:pt x="656" y="328"/>
                  </a:lnTo>
                  <a:lnTo>
                    <a:pt x="672" y="328"/>
                  </a:lnTo>
                  <a:lnTo>
                    <a:pt x="688" y="320"/>
                  </a:lnTo>
                  <a:lnTo>
                    <a:pt x="696" y="312"/>
                  </a:lnTo>
                  <a:lnTo>
                    <a:pt x="704" y="304"/>
                  </a:lnTo>
                  <a:lnTo>
                    <a:pt x="688" y="272"/>
                  </a:lnTo>
                  <a:lnTo>
                    <a:pt x="688" y="264"/>
                  </a:lnTo>
                  <a:lnTo>
                    <a:pt x="688" y="248"/>
                  </a:lnTo>
                  <a:lnTo>
                    <a:pt x="688" y="240"/>
                  </a:lnTo>
                  <a:lnTo>
                    <a:pt x="680" y="224"/>
                  </a:lnTo>
                  <a:lnTo>
                    <a:pt x="688" y="216"/>
                  </a:lnTo>
                  <a:lnTo>
                    <a:pt x="704" y="200"/>
                  </a:lnTo>
                  <a:lnTo>
                    <a:pt x="720" y="200"/>
                  </a:lnTo>
                  <a:lnTo>
                    <a:pt x="728" y="160"/>
                  </a:lnTo>
                  <a:lnTo>
                    <a:pt x="744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Freeform 683"/>
            <p:cNvSpPr/>
            <p:nvPr/>
          </p:nvSpPr>
          <p:spPr bwMode="auto">
            <a:xfrm>
              <a:off x="5965252" y="2542022"/>
              <a:ext cx="536245" cy="267574"/>
            </a:xfrm>
            <a:custGeom>
              <a:avLst/>
              <a:gdLst>
                <a:gd name="T0" fmla="*/ 2147483647 w 400"/>
                <a:gd name="T1" fmla="*/ 2147483647 h 200"/>
                <a:gd name="T2" fmla="*/ 2147483647 w 400"/>
                <a:gd name="T3" fmla="*/ 2147483647 h 200"/>
                <a:gd name="T4" fmla="*/ 2147483647 w 400"/>
                <a:gd name="T5" fmla="*/ 2147483647 h 200"/>
                <a:gd name="T6" fmla="*/ 2147483647 w 400"/>
                <a:gd name="T7" fmla="*/ 2147483647 h 200"/>
                <a:gd name="T8" fmla="*/ 2147483647 w 400"/>
                <a:gd name="T9" fmla="*/ 2147483647 h 200"/>
                <a:gd name="T10" fmla="*/ 2147483647 w 400"/>
                <a:gd name="T11" fmla="*/ 2147483647 h 200"/>
                <a:gd name="T12" fmla="*/ 2147483647 w 400"/>
                <a:gd name="T13" fmla="*/ 2147483647 h 200"/>
                <a:gd name="T14" fmla="*/ 2147483647 w 400"/>
                <a:gd name="T15" fmla="*/ 2147483647 h 200"/>
                <a:gd name="T16" fmla="*/ 2147483647 w 400"/>
                <a:gd name="T17" fmla="*/ 2147483647 h 200"/>
                <a:gd name="T18" fmla="*/ 2147483647 w 400"/>
                <a:gd name="T19" fmla="*/ 2147483647 h 200"/>
                <a:gd name="T20" fmla="*/ 2147483647 w 400"/>
                <a:gd name="T21" fmla="*/ 2147483647 h 200"/>
                <a:gd name="T22" fmla="*/ 2147483647 w 400"/>
                <a:gd name="T23" fmla="*/ 2147483647 h 200"/>
                <a:gd name="T24" fmla="*/ 2147483647 w 400"/>
                <a:gd name="T25" fmla="*/ 2147483647 h 200"/>
                <a:gd name="T26" fmla="*/ 2147483647 w 400"/>
                <a:gd name="T27" fmla="*/ 2147483647 h 200"/>
                <a:gd name="T28" fmla="*/ 2147483647 w 400"/>
                <a:gd name="T29" fmla="*/ 2147483647 h 200"/>
                <a:gd name="T30" fmla="*/ 2147483647 w 400"/>
                <a:gd name="T31" fmla="*/ 2147483647 h 200"/>
                <a:gd name="T32" fmla="*/ 2147483647 w 400"/>
                <a:gd name="T33" fmla="*/ 2147483647 h 200"/>
                <a:gd name="T34" fmla="*/ 2147483647 w 400"/>
                <a:gd name="T35" fmla="*/ 2147483647 h 200"/>
                <a:gd name="T36" fmla="*/ 2147483647 w 400"/>
                <a:gd name="T37" fmla="*/ 2147483647 h 200"/>
                <a:gd name="T38" fmla="*/ 2147483647 w 400"/>
                <a:gd name="T39" fmla="*/ 2147483647 h 200"/>
                <a:gd name="T40" fmla="*/ 2147483647 w 400"/>
                <a:gd name="T41" fmla="*/ 2147483647 h 200"/>
                <a:gd name="T42" fmla="*/ 2147483647 w 400"/>
                <a:gd name="T43" fmla="*/ 0 h 200"/>
                <a:gd name="T44" fmla="*/ 2147483647 w 400"/>
                <a:gd name="T45" fmla="*/ 2147483647 h 200"/>
                <a:gd name="T46" fmla="*/ 2147483647 w 400"/>
                <a:gd name="T47" fmla="*/ 2147483647 h 200"/>
                <a:gd name="T48" fmla="*/ 2147483647 w 400"/>
                <a:gd name="T49" fmla="*/ 2147483647 h 200"/>
                <a:gd name="T50" fmla="*/ 2147483647 w 400"/>
                <a:gd name="T51" fmla="*/ 2147483647 h 200"/>
                <a:gd name="T52" fmla="*/ 2147483647 w 400"/>
                <a:gd name="T53" fmla="*/ 2147483647 h 200"/>
                <a:gd name="T54" fmla="*/ 0 w 400"/>
                <a:gd name="T55" fmla="*/ 2147483647 h 200"/>
                <a:gd name="T56" fmla="*/ 2147483647 w 400"/>
                <a:gd name="T57" fmla="*/ 2147483647 h 200"/>
                <a:gd name="T58" fmla="*/ 2147483647 w 400"/>
                <a:gd name="T59" fmla="*/ 2147483647 h 2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0"/>
                <a:gd name="T91" fmla="*/ 0 h 200"/>
                <a:gd name="T92" fmla="*/ 400 w 400"/>
                <a:gd name="T93" fmla="*/ 200 h 2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0" h="200">
                  <a:moveTo>
                    <a:pt x="32" y="80"/>
                  </a:moveTo>
                  <a:lnTo>
                    <a:pt x="32" y="120"/>
                  </a:lnTo>
                  <a:lnTo>
                    <a:pt x="88" y="136"/>
                  </a:lnTo>
                  <a:lnTo>
                    <a:pt x="120" y="176"/>
                  </a:lnTo>
                  <a:lnTo>
                    <a:pt x="168" y="176"/>
                  </a:lnTo>
                  <a:lnTo>
                    <a:pt x="208" y="200"/>
                  </a:lnTo>
                  <a:lnTo>
                    <a:pt x="256" y="168"/>
                  </a:lnTo>
                  <a:lnTo>
                    <a:pt x="296" y="168"/>
                  </a:lnTo>
                  <a:lnTo>
                    <a:pt x="304" y="136"/>
                  </a:lnTo>
                  <a:lnTo>
                    <a:pt x="336" y="128"/>
                  </a:lnTo>
                  <a:lnTo>
                    <a:pt x="360" y="112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52" y="80"/>
                  </a:lnTo>
                  <a:lnTo>
                    <a:pt x="352" y="64"/>
                  </a:lnTo>
                  <a:lnTo>
                    <a:pt x="360" y="48"/>
                  </a:lnTo>
                  <a:lnTo>
                    <a:pt x="336" y="40"/>
                  </a:lnTo>
                  <a:lnTo>
                    <a:pt x="272" y="56"/>
                  </a:lnTo>
                  <a:lnTo>
                    <a:pt x="248" y="32"/>
                  </a:lnTo>
                  <a:lnTo>
                    <a:pt x="208" y="32"/>
                  </a:lnTo>
                  <a:lnTo>
                    <a:pt x="192" y="24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40"/>
                  </a:lnTo>
                  <a:lnTo>
                    <a:pt x="80" y="32"/>
                  </a:lnTo>
                  <a:lnTo>
                    <a:pt x="40" y="32"/>
                  </a:lnTo>
                  <a:lnTo>
                    <a:pt x="8" y="48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3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3" name="Freeform 684"/>
            <p:cNvSpPr/>
            <p:nvPr/>
          </p:nvSpPr>
          <p:spPr bwMode="auto">
            <a:xfrm>
              <a:off x="5825981" y="3046465"/>
              <a:ext cx="139271" cy="64700"/>
            </a:xfrm>
            <a:custGeom>
              <a:avLst/>
              <a:gdLst>
                <a:gd name="T0" fmla="*/ 2147483647 w 104"/>
                <a:gd name="T1" fmla="*/ 2147483647 h 48"/>
                <a:gd name="T2" fmla="*/ 2147483647 w 104"/>
                <a:gd name="T3" fmla="*/ 2147483647 h 48"/>
                <a:gd name="T4" fmla="*/ 2147483647 w 104"/>
                <a:gd name="T5" fmla="*/ 0 h 48"/>
                <a:gd name="T6" fmla="*/ 2147483647 w 104"/>
                <a:gd name="T7" fmla="*/ 0 h 48"/>
                <a:gd name="T8" fmla="*/ 0 w 104"/>
                <a:gd name="T9" fmla="*/ 2147483647 h 48"/>
                <a:gd name="T10" fmla="*/ 2147483647 w 104"/>
                <a:gd name="T11" fmla="*/ 2147483647 h 48"/>
                <a:gd name="T12" fmla="*/ 2147483647 w 104"/>
                <a:gd name="T13" fmla="*/ 2147483647 h 48"/>
                <a:gd name="T14" fmla="*/ 2147483647 w 104"/>
                <a:gd name="T15" fmla="*/ 2147483647 h 48"/>
                <a:gd name="T16" fmla="*/ 2147483647 w 104"/>
                <a:gd name="T17" fmla="*/ 2147483647 h 48"/>
                <a:gd name="T18" fmla="*/ 2147483647 w 104"/>
                <a:gd name="T19" fmla="*/ 2147483647 h 48"/>
                <a:gd name="T20" fmla="*/ 2147483647 w 104"/>
                <a:gd name="T21" fmla="*/ 2147483647 h 48"/>
                <a:gd name="T22" fmla="*/ 2147483647 w 104"/>
                <a:gd name="T23" fmla="*/ 2147483647 h 48"/>
                <a:gd name="T24" fmla="*/ 2147483647 w 104"/>
                <a:gd name="T25" fmla="*/ 2147483647 h 4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4"/>
                <a:gd name="T40" fmla="*/ 0 h 48"/>
                <a:gd name="T41" fmla="*/ 104 w 104"/>
                <a:gd name="T42" fmla="*/ 48 h 4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4" h="48">
                  <a:moveTo>
                    <a:pt x="72" y="24"/>
                  </a:moveTo>
                  <a:lnTo>
                    <a:pt x="48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40" y="40"/>
                  </a:lnTo>
                  <a:lnTo>
                    <a:pt x="72" y="40"/>
                  </a:lnTo>
                  <a:lnTo>
                    <a:pt x="88" y="48"/>
                  </a:lnTo>
                  <a:lnTo>
                    <a:pt x="96" y="48"/>
                  </a:lnTo>
                  <a:lnTo>
                    <a:pt x="104" y="32"/>
                  </a:lnTo>
                  <a:lnTo>
                    <a:pt x="96" y="24"/>
                  </a:lnTo>
                  <a:lnTo>
                    <a:pt x="7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Freeform 685"/>
            <p:cNvSpPr/>
            <p:nvPr/>
          </p:nvSpPr>
          <p:spPr bwMode="auto">
            <a:xfrm>
              <a:off x="5965252" y="2542022"/>
              <a:ext cx="536245" cy="267574"/>
            </a:xfrm>
            <a:custGeom>
              <a:avLst/>
              <a:gdLst>
                <a:gd name="T0" fmla="*/ 2147483647 w 400"/>
                <a:gd name="T1" fmla="*/ 2147483647 h 200"/>
                <a:gd name="T2" fmla="*/ 2147483647 w 400"/>
                <a:gd name="T3" fmla="*/ 2147483647 h 200"/>
                <a:gd name="T4" fmla="*/ 2147483647 w 400"/>
                <a:gd name="T5" fmla="*/ 2147483647 h 200"/>
                <a:gd name="T6" fmla="*/ 2147483647 w 400"/>
                <a:gd name="T7" fmla="*/ 2147483647 h 200"/>
                <a:gd name="T8" fmla="*/ 2147483647 w 400"/>
                <a:gd name="T9" fmla="*/ 2147483647 h 200"/>
                <a:gd name="T10" fmla="*/ 2147483647 w 400"/>
                <a:gd name="T11" fmla="*/ 2147483647 h 200"/>
                <a:gd name="T12" fmla="*/ 2147483647 w 400"/>
                <a:gd name="T13" fmla="*/ 2147483647 h 200"/>
                <a:gd name="T14" fmla="*/ 2147483647 w 400"/>
                <a:gd name="T15" fmla="*/ 2147483647 h 200"/>
                <a:gd name="T16" fmla="*/ 2147483647 w 400"/>
                <a:gd name="T17" fmla="*/ 2147483647 h 200"/>
                <a:gd name="T18" fmla="*/ 2147483647 w 400"/>
                <a:gd name="T19" fmla="*/ 2147483647 h 200"/>
                <a:gd name="T20" fmla="*/ 2147483647 w 400"/>
                <a:gd name="T21" fmla="*/ 2147483647 h 200"/>
                <a:gd name="T22" fmla="*/ 2147483647 w 400"/>
                <a:gd name="T23" fmla="*/ 2147483647 h 200"/>
                <a:gd name="T24" fmla="*/ 2147483647 w 400"/>
                <a:gd name="T25" fmla="*/ 2147483647 h 200"/>
                <a:gd name="T26" fmla="*/ 2147483647 w 400"/>
                <a:gd name="T27" fmla="*/ 2147483647 h 200"/>
                <a:gd name="T28" fmla="*/ 2147483647 w 400"/>
                <a:gd name="T29" fmla="*/ 2147483647 h 200"/>
                <a:gd name="T30" fmla="*/ 2147483647 w 400"/>
                <a:gd name="T31" fmla="*/ 2147483647 h 200"/>
                <a:gd name="T32" fmla="*/ 2147483647 w 400"/>
                <a:gd name="T33" fmla="*/ 2147483647 h 200"/>
                <a:gd name="T34" fmla="*/ 2147483647 w 400"/>
                <a:gd name="T35" fmla="*/ 2147483647 h 200"/>
                <a:gd name="T36" fmla="*/ 2147483647 w 400"/>
                <a:gd name="T37" fmla="*/ 2147483647 h 200"/>
                <a:gd name="T38" fmla="*/ 2147483647 w 400"/>
                <a:gd name="T39" fmla="*/ 2147483647 h 200"/>
                <a:gd name="T40" fmla="*/ 2147483647 w 400"/>
                <a:gd name="T41" fmla="*/ 2147483647 h 200"/>
                <a:gd name="T42" fmla="*/ 2147483647 w 400"/>
                <a:gd name="T43" fmla="*/ 0 h 200"/>
                <a:gd name="T44" fmla="*/ 2147483647 w 400"/>
                <a:gd name="T45" fmla="*/ 2147483647 h 200"/>
                <a:gd name="T46" fmla="*/ 2147483647 w 400"/>
                <a:gd name="T47" fmla="*/ 2147483647 h 200"/>
                <a:gd name="T48" fmla="*/ 2147483647 w 400"/>
                <a:gd name="T49" fmla="*/ 2147483647 h 200"/>
                <a:gd name="T50" fmla="*/ 2147483647 w 400"/>
                <a:gd name="T51" fmla="*/ 2147483647 h 200"/>
                <a:gd name="T52" fmla="*/ 2147483647 w 400"/>
                <a:gd name="T53" fmla="*/ 2147483647 h 200"/>
                <a:gd name="T54" fmla="*/ 0 w 400"/>
                <a:gd name="T55" fmla="*/ 2147483647 h 200"/>
                <a:gd name="T56" fmla="*/ 2147483647 w 400"/>
                <a:gd name="T57" fmla="*/ 2147483647 h 200"/>
                <a:gd name="T58" fmla="*/ 2147483647 w 400"/>
                <a:gd name="T59" fmla="*/ 2147483647 h 2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400"/>
                <a:gd name="T91" fmla="*/ 0 h 200"/>
                <a:gd name="T92" fmla="*/ 400 w 400"/>
                <a:gd name="T93" fmla="*/ 200 h 2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400" h="200">
                  <a:moveTo>
                    <a:pt x="32" y="80"/>
                  </a:moveTo>
                  <a:lnTo>
                    <a:pt x="32" y="120"/>
                  </a:lnTo>
                  <a:lnTo>
                    <a:pt x="88" y="136"/>
                  </a:lnTo>
                  <a:lnTo>
                    <a:pt x="120" y="176"/>
                  </a:lnTo>
                  <a:lnTo>
                    <a:pt x="168" y="176"/>
                  </a:lnTo>
                  <a:lnTo>
                    <a:pt x="208" y="200"/>
                  </a:lnTo>
                  <a:lnTo>
                    <a:pt x="256" y="168"/>
                  </a:lnTo>
                  <a:lnTo>
                    <a:pt x="296" y="168"/>
                  </a:lnTo>
                  <a:lnTo>
                    <a:pt x="304" y="136"/>
                  </a:lnTo>
                  <a:lnTo>
                    <a:pt x="336" y="128"/>
                  </a:lnTo>
                  <a:lnTo>
                    <a:pt x="360" y="112"/>
                  </a:lnTo>
                  <a:lnTo>
                    <a:pt x="400" y="104"/>
                  </a:lnTo>
                  <a:lnTo>
                    <a:pt x="392" y="88"/>
                  </a:lnTo>
                  <a:lnTo>
                    <a:pt x="352" y="80"/>
                  </a:lnTo>
                  <a:lnTo>
                    <a:pt x="352" y="64"/>
                  </a:lnTo>
                  <a:lnTo>
                    <a:pt x="360" y="48"/>
                  </a:lnTo>
                  <a:lnTo>
                    <a:pt x="336" y="40"/>
                  </a:lnTo>
                  <a:lnTo>
                    <a:pt x="272" y="56"/>
                  </a:lnTo>
                  <a:lnTo>
                    <a:pt x="248" y="32"/>
                  </a:lnTo>
                  <a:lnTo>
                    <a:pt x="208" y="32"/>
                  </a:lnTo>
                  <a:lnTo>
                    <a:pt x="192" y="24"/>
                  </a:lnTo>
                  <a:lnTo>
                    <a:pt x="144" y="0"/>
                  </a:lnTo>
                  <a:lnTo>
                    <a:pt x="128" y="16"/>
                  </a:lnTo>
                  <a:lnTo>
                    <a:pt x="112" y="40"/>
                  </a:lnTo>
                  <a:lnTo>
                    <a:pt x="80" y="32"/>
                  </a:lnTo>
                  <a:lnTo>
                    <a:pt x="40" y="32"/>
                  </a:lnTo>
                  <a:lnTo>
                    <a:pt x="8" y="48"/>
                  </a:lnTo>
                  <a:lnTo>
                    <a:pt x="0" y="64"/>
                  </a:lnTo>
                  <a:lnTo>
                    <a:pt x="8" y="72"/>
                  </a:lnTo>
                  <a:lnTo>
                    <a:pt x="32" y="8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Freeform 686"/>
            <p:cNvSpPr/>
            <p:nvPr/>
          </p:nvSpPr>
          <p:spPr bwMode="auto">
            <a:xfrm>
              <a:off x="4815998" y="1897212"/>
              <a:ext cx="183135" cy="398071"/>
            </a:xfrm>
            <a:custGeom>
              <a:avLst/>
              <a:gdLst>
                <a:gd name="T0" fmla="*/ 2147483647 w 136"/>
                <a:gd name="T1" fmla="*/ 2147483647 h 296"/>
                <a:gd name="T2" fmla="*/ 2147483647 w 136"/>
                <a:gd name="T3" fmla="*/ 2147483647 h 296"/>
                <a:gd name="T4" fmla="*/ 2147483647 w 136"/>
                <a:gd name="T5" fmla="*/ 2147483647 h 296"/>
                <a:gd name="T6" fmla="*/ 2147483647 w 136"/>
                <a:gd name="T7" fmla="*/ 2147483647 h 296"/>
                <a:gd name="T8" fmla="*/ 2147483647 w 136"/>
                <a:gd name="T9" fmla="*/ 2147483647 h 296"/>
                <a:gd name="T10" fmla="*/ 2147483647 w 136"/>
                <a:gd name="T11" fmla="*/ 2147483647 h 296"/>
                <a:gd name="T12" fmla="*/ 2147483647 w 136"/>
                <a:gd name="T13" fmla="*/ 2147483647 h 296"/>
                <a:gd name="T14" fmla="*/ 2147483647 w 136"/>
                <a:gd name="T15" fmla="*/ 2147483647 h 296"/>
                <a:gd name="T16" fmla="*/ 2147483647 w 136"/>
                <a:gd name="T17" fmla="*/ 2147483647 h 296"/>
                <a:gd name="T18" fmla="*/ 2147483647 w 136"/>
                <a:gd name="T19" fmla="*/ 2147483647 h 296"/>
                <a:gd name="T20" fmla="*/ 2147483647 w 136"/>
                <a:gd name="T21" fmla="*/ 2147483647 h 296"/>
                <a:gd name="T22" fmla="*/ 2147483647 w 136"/>
                <a:gd name="T23" fmla="*/ 2147483647 h 296"/>
                <a:gd name="T24" fmla="*/ 2147483647 w 136"/>
                <a:gd name="T25" fmla="*/ 2147483647 h 296"/>
                <a:gd name="T26" fmla="*/ 2147483647 w 136"/>
                <a:gd name="T27" fmla="*/ 2147483647 h 296"/>
                <a:gd name="T28" fmla="*/ 2147483647 w 136"/>
                <a:gd name="T29" fmla="*/ 2147483647 h 296"/>
                <a:gd name="T30" fmla="*/ 2147483647 w 136"/>
                <a:gd name="T31" fmla="*/ 2147483647 h 296"/>
                <a:gd name="T32" fmla="*/ 2147483647 w 136"/>
                <a:gd name="T33" fmla="*/ 2147483647 h 296"/>
                <a:gd name="T34" fmla="*/ 2147483647 w 136"/>
                <a:gd name="T35" fmla="*/ 0 h 296"/>
                <a:gd name="T36" fmla="*/ 2147483647 w 136"/>
                <a:gd name="T37" fmla="*/ 0 h 296"/>
                <a:gd name="T38" fmla="*/ 2147483647 w 136"/>
                <a:gd name="T39" fmla="*/ 2147483647 h 296"/>
                <a:gd name="T40" fmla="*/ 2147483647 w 136"/>
                <a:gd name="T41" fmla="*/ 2147483647 h 296"/>
                <a:gd name="T42" fmla="*/ 2147483647 w 136"/>
                <a:gd name="T43" fmla="*/ 2147483647 h 296"/>
                <a:gd name="T44" fmla="*/ 2147483647 w 136"/>
                <a:gd name="T45" fmla="*/ 2147483647 h 296"/>
                <a:gd name="T46" fmla="*/ 2147483647 w 136"/>
                <a:gd name="T47" fmla="*/ 2147483647 h 296"/>
                <a:gd name="T48" fmla="*/ 2147483647 w 136"/>
                <a:gd name="T49" fmla="*/ 2147483647 h 296"/>
                <a:gd name="T50" fmla="*/ 2147483647 w 136"/>
                <a:gd name="T51" fmla="*/ 2147483647 h 296"/>
                <a:gd name="T52" fmla="*/ 2147483647 w 136"/>
                <a:gd name="T53" fmla="*/ 2147483647 h 296"/>
                <a:gd name="T54" fmla="*/ 0 w 136"/>
                <a:gd name="T55" fmla="*/ 2147483647 h 296"/>
                <a:gd name="T56" fmla="*/ 2147483647 w 136"/>
                <a:gd name="T57" fmla="*/ 2147483647 h 296"/>
                <a:gd name="T58" fmla="*/ 2147483647 w 136"/>
                <a:gd name="T59" fmla="*/ 2147483647 h 296"/>
                <a:gd name="T60" fmla="*/ 2147483647 w 136"/>
                <a:gd name="T61" fmla="*/ 2147483647 h 296"/>
                <a:gd name="T62" fmla="*/ 2147483647 w 136"/>
                <a:gd name="T63" fmla="*/ 2147483647 h 296"/>
                <a:gd name="T64" fmla="*/ 2147483647 w 136"/>
                <a:gd name="T65" fmla="*/ 2147483647 h 296"/>
                <a:gd name="T66" fmla="*/ 2147483647 w 136"/>
                <a:gd name="T67" fmla="*/ 2147483647 h 296"/>
                <a:gd name="T68" fmla="*/ 2147483647 w 136"/>
                <a:gd name="T69" fmla="*/ 2147483647 h 296"/>
                <a:gd name="T70" fmla="*/ 2147483647 w 136"/>
                <a:gd name="T71" fmla="*/ 2147483647 h 296"/>
                <a:gd name="T72" fmla="*/ 2147483647 w 136"/>
                <a:gd name="T73" fmla="*/ 2147483647 h 296"/>
                <a:gd name="T74" fmla="*/ 2147483647 w 136"/>
                <a:gd name="T75" fmla="*/ 2147483647 h 296"/>
                <a:gd name="T76" fmla="*/ 2147483647 w 136"/>
                <a:gd name="T77" fmla="*/ 2147483647 h 296"/>
                <a:gd name="T78" fmla="*/ 2147483647 w 136"/>
                <a:gd name="T79" fmla="*/ 2147483647 h 296"/>
                <a:gd name="T80" fmla="*/ 2147483647 w 136"/>
                <a:gd name="T81" fmla="*/ 2147483647 h 296"/>
                <a:gd name="T82" fmla="*/ 2147483647 w 136"/>
                <a:gd name="T83" fmla="*/ 2147483647 h 296"/>
                <a:gd name="T84" fmla="*/ 2147483647 w 136"/>
                <a:gd name="T85" fmla="*/ 2147483647 h 296"/>
                <a:gd name="T86" fmla="*/ 2147483647 w 136"/>
                <a:gd name="T87" fmla="*/ 2147483647 h 296"/>
                <a:gd name="T88" fmla="*/ 2147483647 w 136"/>
                <a:gd name="T89" fmla="*/ 2147483647 h 296"/>
                <a:gd name="T90" fmla="*/ 2147483647 w 136"/>
                <a:gd name="T91" fmla="*/ 2147483647 h 296"/>
                <a:gd name="T92" fmla="*/ 2147483647 w 136"/>
                <a:gd name="T93" fmla="*/ 2147483647 h 296"/>
                <a:gd name="T94" fmla="*/ 2147483647 w 136"/>
                <a:gd name="T95" fmla="*/ 2147483647 h 296"/>
                <a:gd name="T96" fmla="*/ 2147483647 w 136"/>
                <a:gd name="T97" fmla="*/ 2147483647 h 296"/>
                <a:gd name="T98" fmla="*/ 2147483647 w 136"/>
                <a:gd name="T99" fmla="*/ 2147483647 h 296"/>
                <a:gd name="T100" fmla="*/ 2147483647 w 136"/>
                <a:gd name="T101" fmla="*/ 2147483647 h 296"/>
                <a:gd name="T102" fmla="*/ 2147483647 w 136"/>
                <a:gd name="T103" fmla="*/ 2147483647 h 296"/>
                <a:gd name="T104" fmla="*/ 2147483647 w 136"/>
                <a:gd name="T105" fmla="*/ 2147483647 h 29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6"/>
                <a:gd name="T160" fmla="*/ 0 h 296"/>
                <a:gd name="T161" fmla="*/ 136 w 136"/>
                <a:gd name="T162" fmla="*/ 296 h 29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6" h="296">
                  <a:moveTo>
                    <a:pt x="136" y="216"/>
                  </a:moveTo>
                  <a:lnTo>
                    <a:pt x="128" y="216"/>
                  </a:lnTo>
                  <a:lnTo>
                    <a:pt x="120" y="208"/>
                  </a:lnTo>
                  <a:lnTo>
                    <a:pt x="128" y="184"/>
                  </a:lnTo>
                  <a:lnTo>
                    <a:pt x="120" y="176"/>
                  </a:lnTo>
                  <a:lnTo>
                    <a:pt x="120" y="168"/>
                  </a:lnTo>
                  <a:lnTo>
                    <a:pt x="120" y="160"/>
                  </a:lnTo>
                  <a:lnTo>
                    <a:pt x="112" y="152"/>
                  </a:lnTo>
                  <a:lnTo>
                    <a:pt x="120" y="144"/>
                  </a:lnTo>
                  <a:lnTo>
                    <a:pt x="112" y="104"/>
                  </a:lnTo>
                  <a:lnTo>
                    <a:pt x="120" y="80"/>
                  </a:lnTo>
                  <a:lnTo>
                    <a:pt x="112" y="64"/>
                  </a:lnTo>
                  <a:lnTo>
                    <a:pt x="104" y="56"/>
                  </a:lnTo>
                  <a:lnTo>
                    <a:pt x="104" y="40"/>
                  </a:lnTo>
                  <a:lnTo>
                    <a:pt x="104" y="32"/>
                  </a:lnTo>
                  <a:lnTo>
                    <a:pt x="112" y="24"/>
                  </a:lnTo>
                  <a:lnTo>
                    <a:pt x="112" y="8"/>
                  </a:lnTo>
                  <a:lnTo>
                    <a:pt x="96" y="0"/>
                  </a:lnTo>
                  <a:lnTo>
                    <a:pt x="80" y="0"/>
                  </a:lnTo>
                  <a:lnTo>
                    <a:pt x="72" y="8"/>
                  </a:lnTo>
                  <a:lnTo>
                    <a:pt x="64" y="32"/>
                  </a:lnTo>
                  <a:lnTo>
                    <a:pt x="48" y="40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32"/>
                  </a:lnTo>
                  <a:lnTo>
                    <a:pt x="8" y="24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56"/>
                  </a:lnTo>
                  <a:lnTo>
                    <a:pt x="32" y="56"/>
                  </a:lnTo>
                  <a:lnTo>
                    <a:pt x="40" y="72"/>
                  </a:lnTo>
                  <a:lnTo>
                    <a:pt x="40" y="88"/>
                  </a:lnTo>
                  <a:lnTo>
                    <a:pt x="40" y="104"/>
                  </a:lnTo>
                  <a:lnTo>
                    <a:pt x="40" y="112"/>
                  </a:lnTo>
                  <a:lnTo>
                    <a:pt x="40" y="120"/>
                  </a:lnTo>
                  <a:lnTo>
                    <a:pt x="40" y="136"/>
                  </a:lnTo>
                  <a:lnTo>
                    <a:pt x="40" y="144"/>
                  </a:lnTo>
                  <a:lnTo>
                    <a:pt x="48" y="144"/>
                  </a:lnTo>
                  <a:lnTo>
                    <a:pt x="56" y="160"/>
                  </a:lnTo>
                  <a:lnTo>
                    <a:pt x="40" y="192"/>
                  </a:lnTo>
                  <a:lnTo>
                    <a:pt x="16" y="208"/>
                  </a:lnTo>
                  <a:lnTo>
                    <a:pt x="8" y="232"/>
                  </a:lnTo>
                  <a:lnTo>
                    <a:pt x="8" y="264"/>
                  </a:lnTo>
                  <a:lnTo>
                    <a:pt x="16" y="280"/>
                  </a:lnTo>
                  <a:lnTo>
                    <a:pt x="24" y="288"/>
                  </a:lnTo>
                  <a:lnTo>
                    <a:pt x="32" y="296"/>
                  </a:lnTo>
                  <a:lnTo>
                    <a:pt x="48" y="296"/>
                  </a:lnTo>
                  <a:lnTo>
                    <a:pt x="80" y="288"/>
                  </a:lnTo>
                  <a:lnTo>
                    <a:pt x="88" y="288"/>
                  </a:lnTo>
                  <a:lnTo>
                    <a:pt x="136" y="232"/>
                  </a:lnTo>
                  <a:lnTo>
                    <a:pt x="136" y="2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6" name="Freeform 687"/>
            <p:cNvSpPr/>
            <p:nvPr/>
          </p:nvSpPr>
          <p:spPr bwMode="auto">
            <a:xfrm>
              <a:off x="5010098" y="2531056"/>
              <a:ext cx="9870" cy="10966"/>
            </a:xfrm>
            <a:custGeom>
              <a:avLst/>
              <a:gdLst>
                <a:gd name="T0" fmla="*/ 2147483647 w 8"/>
                <a:gd name="T1" fmla="*/ 2147483647 h 8"/>
                <a:gd name="T2" fmla="*/ 0 w 8"/>
                <a:gd name="T3" fmla="*/ 0 h 8"/>
                <a:gd name="T4" fmla="*/ 0 w 8"/>
                <a:gd name="T5" fmla="*/ 2147483647 h 8"/>
                <a:gd name="T6" fmla="*/ 2147483647 w 8"/>
                <a:gd name="T7" fmla="*/ 2147483647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8"/>
                <a:gd name="T14" fmla="*/ 8 w 8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8">
                  <a:moveTo>
                    <a:pt x="8" y="8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7" name="Freeform 688"/>
            <p:cNvSpPr/>
            <p:nvPr/>
          </p:nvSpPr>
          <p:spPr bwMode="auto">
            <a:xfrm>
              <a:off x="4934432" y="1446502"/>
              <a:ext cx="2597884" cy="1395993"/>
            </a:xfrm>
            <a:custGeom>
              <a:avLst/>
              <a:gdLst>
                <a:gd name="T0" fmla="*/ 2147483647 w 1936"/>
                <a:gd name="T1" fmla="*/ 2147483647 h 1040"/>
                <a:gd name="T2" fmla="*/ 2147483647 w 1936"/>
                <a:gd name="T3" fmla="*/ 2147483647 h 1040"/>
                <a:gd name="T4" fmla="*/ 2147483647 w 1936"/>
                <a:gd name="T5" fmla="*/ 2147483647 h 1040"/>
                <a:gd name="T6" fmla="*/ 2147483647 w 1936"/>
                <a:gd name="T7" fmla="*/ 2147483647 h 1040"/>
                <a:gd name="T8" fmla="*/ 2147483647 w 1936"/>
                <a:gd name="T9" fmla="*/ 2147483647 h 1040"/>
                <a:gd name="T10" fmla="*/ 2147483647 w 1936"/>
                <a:gd name="T11" fmla="*/ 2147483647 h 1040"/>
                <a:gd name="T12" fmla="*/ 2147483647 w 1936"/>
                <a:gd name="T13" fmla="*/ 2147483647 h 1040"/>
                <a:gd name="T14" fmla="*/ 2147483647 w 1936"/>
                <a:gd name="T15" fmla="*/ 2147483647 h 1040"/>
                <a:gd name="T16" fmla="*/ 2147483647 w 1936"/>
                <a:gd name="T17" fmla="*/ 2147483647 h 1040"/>
                <a:gd name="T18" fmla="*/ 2147483647 w 1936"/>
                <a:gd name="T19" fmla="*/ 2147483647 h 1040"/>
                <a:gd name="T20" fmla="*/ 2147483647 w 1936"/>
                <a:gd name="T21" fmla="*/ 2147483647 h 1040"/>
                <a:gd name="T22" fmla="*/ 2147483647 w 1936"/>
                <a:gd name="T23" fmla="*/ 2147483647 h 1040"/>
                <a:gd name="T24" fmla="*/ 2147483647 w 1936"/>
                <a:gd name="T25" fmla="*/ 2147483647 h 1040"/>
                <a:gd name="T26" fmla="*/ 2147483647 w 1936"/>
                <a:gd name="T27" fmla="*/ 2147483647 h 1040"/>
                <a:gd name="T28" fmla="*/ 2147483647 w 1936"/>
                <a:gd name="T29" fmla="*/ 2147483647 h 1040"/>
                <a:gd name="T30" fmla="*/ 2147483647 w 1936"/>
                <a:gd name="T31" fmla="*/ 2147483647 h 1040"/>
                <a:gd name="T32" fmla="*/ 2147483647 w 1936"/>
                <a:gd name="T33" fmla="*/ 2147483647 h 1040"/>
                <a:gd name="T34" fmla="*/ 2147483647 w 1936"/>
                <a:gd name="T35" fmla="*/ 2147483647 h 1040"/>
                <a:gd name="T36" fmla="*/ 2147483647 w 1936"/>
                <a:gd name="T37" fmla="*/ 2147483647 h 1040"/>
                <a:gd name="T38" fmla="*/ 2147483647 w 1936"/>
                <a:gd name="T39" fmla="*/ 2147483647 h 1040"/>
                <a:gd name="T40" fmla="*/ 2147483647 w 1936"/>
                <a:gd name="T41" fmla="*/ 2147483647 h 1040"/>
                <a:gd name="T42" fmla="*/ 2147483647 w 1936"/>
                <a:gd name="T43" fmla="*/ 2147483647 h 1040"/>
                <a:gd name="T44" fmla="*/ 2147483647 w 1936"/>
                <a:gd name="T45" fmla="*/ 2147483647 h 1040"/>
                <a:gd name="T46" fmla="*/ 2147483647 w 1936"/>
                <a:gd name="T47" fmla="*/ 2147483647 h 1040"/>
                <a:gd name="T48" fmla="*/ 2147483647 w 1936"/>
                <a:gd name="T49" fmla="*/ 2147483647 h 1040"/>
                <a:gd name="T50" fmla="*/ 2147483647 w 1936"/>
                <a:gd name="T51" fmla="*/ 2147483647 h 1040"/>
                <a:gd name="T52" fmla="*/ 2147483647 w 1936"/>
                <a:gd name="T53" fmla="*/ 2147483647 h 1040"/>
                <a:gd name="T54" fmla="*/ 2147483647 w 1936"/>
                <a:gd name="T55" fmla="*/ 2147483647 h 1040"/>
                <a:gd name="T56" fmla="*/ 2147483647 w 1936"/>
                <a:gd name="T57" fmla="*/ 2147483647 h 1040"/>
                <a:gd name="T58" fmla="*/ 2147483647 w 1936"/>
                <a:gd name="T59" fmla="*/ 2147483647 h 1040"/>
                <a:gd name="T60" fmla="*/ 2147483647 w 1936"/>
                <a:gd name="T61" fmla="*/ 2147483647 h 1040"/>
                <a:gd name="T62" fmla="*/ 2147483647 w 1936"/>
                <a:gd name="T63" fmla="*/ 2147483647 h 1040"/>
                <a:gd name="T64" fmla="*/ 2147483647 w 1936"/>
                <a:gd name="T65" fmla="*/ 2147483647 h 1040"/>
                <a:gd name="T66" fmla="*/ 2147483647 w 1936"/>
                <a:gd name="T67" fmla="*/ 2147483647 h 1040"/>
                <a:gd name="T68" fmla="*/ 2147483647 w 1936"/>
                <a:gd name="T69" fmla="*/ 2147483647 h 1040"/>
                <a:gd name="T70" fmla="*/ 2147483647 w 1936"/>
                <a:gd name="T71" fmla="*/ 2147483647 h 1040"/>
                <a:gd name="T72" fmla="*/ 2147483647 w 1936"/>
                <a:gd name="T73" fmla="*/ 2147483647 h 1040"/>
                <a:gd name="T74" fmla="*/ 2147483647 w 1936"/>
                <a:gd name="T75" fmla="*/ 2147483647 h 1040"/>
                <a:gd name="T76" fmla="*/ 2147483647 w 1936"/>
                <a:gd name="T77" fmla="*/ 2147483647 h 1040"/>
                <a:gd name="T78" fmla="*/ 2147483647 w 1936"/>
                <a:gd name="T79" fmla="*/ 2147483647 h 1040"/>
                <a:gd name="T80" fmla="*/ 2147483647 w 1936"/>
                <a:gd name="T81" fmla="*/ 2147483647 h 1040"/>
                <a:gd name="T82" fmla="*/ 2147483647 w 1936"/>
                <a:gd name="T83" fmla="*/ 2147483647 h 1040"/>
                <a:gd name="T84" fmla="*/ 2147483647 w 1936"/>
                <a:gd name="T85" fmla="*/ 2147483647 h 1040"/>
                <a:gd name="T86" fmla="*/ 2147483647 w 1936"/>
                <a:gd name="T87" fmla="*/ 2147483647 h 1040"/>
                <a:gd name="T88" fmla="*/ 2147483647 w 1936"/>
                <a:gd name="T89" fmla="*/ 2147483647 h 1040"/>
                <a:gd name="T90" fmla="*/ 2147483647 w 1936"/>
                <a:gd name="T91" fmla="*/ 2147483647 h 1040"/>
                <a:gd name="T92" fmla="*/ 2147483647 w 1936"/>
                <a:gd name="T93" fmla="*/ 2147483647 h 1040"/>
                <a:gd name="T94" fmla="*/ 2147483647 w 1936"/>
                <a:gd name="T95" fmla="*/ 2147483647 h 1040"/>
                <a:gd name="T96" fmla="*/ 2147483647 w 1936"/>
                <a:gd name="T97" fmla="*/ 2147483647 h 1040"/>
                <a:gd name="T98" fmla="*/ 2147483647 w 1936"/>
                <a:gd name="T99" fmla="*/ 2147483647 h 1040"/>
                <a:gd name="T100" fmla="*/ 2147483647 w 1936"/>
                <a:gd name="T101" fmla="*/ 2147483647 h 1040"/>
                <a:gd name="T102" fmla="*/ 2147483647 w 1936"/>
                <a:gd name="T103" fmla="*/ 2147483647 h 1040"/>
                <a:gd name="T104" fmla="*/ 2147483647 w 1936"/>
                <a:gd name="T105" fmla="*/ 2147483647 h 1040"/>
                <a:gd name="T106" fmla="*/ 2147483647 w 1936"/>
                <a:gd name="T107" fmla="*/ 2147483647 h 1040"/>
                <a:gd name="T108" fmla="*/ 2147483647 w 1936"/>
                <a:gd name="T109" fmla="*/ 2147483647 h 1040"/>
                <a:gd name="T110" fmla="*/ 2147483647 w 1936"/>
                <a:gd name="T111" fmla="*/ 2147483647 h 1040"/>
                <a:gd name="T112" fmla="*/ 2147483647 w 1936"/>
                <a:gd name="T113" fmla="*/ 2147483647 h 1040"/>
                <a:gd name="T114" fmla="*/ 2147483647 w 1936"/>
                <a:gd name="T115" fmla="*/ 2147483647 h 1040"/>
                <a:gd name="T116" fmla="*/ 2147483647 w 1936"/>
                <a:gd name="T117" fmla="*/ 2147483647 h 1040"/>
                <a:gd name="T118" fmla="*/ 2147483647 w 1936"/>
                <a:gd name="T119" fmla="*/ 2147483647 h 1040"/>
                <a:gd name="T120" fmla="*/ 2147483647 w 1936"/>
                <a:gd name="T121" fmla="*/ 2147483647 h 104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36"/>
                <a:gd name="T184" fmla="*/ 0 h 1040"/>
                <a:gd name="T185" fmla="*/ 1936 w 1936"/>
                <a:gd name="T186" fmla="*/ 1040 h 104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36" h="1040">
                  <a:moveTo>
                    <a:pt x="1928" y="504"/>
                  </a:moveTo>
                  <a:lnTo>
                    <a:pt x="1936" y="384"/>
                  </a:lnTo>
                  <a:lnTo>
                    <a:pt x="1920" y="376"/>
                  </a:lnTo>
                  <a:lnTo>
                    <a:pt x="1912" y="376"/>
                  </a:lnTo>
                  <a:lnTo>
                    <a:pt x="1896" y="360"/>
                  </a:lnTo>
                  <a:lnTo>
                    <a:pt x="1880" y="352"/>
                  </a:lnTo>
                  <a:lnTo>
                    <a:pt x="1856" y="352"/>
                  </a:lnTo>
                  <a:lnTo>
                    <a:pt x="1840" y="344"/>
                  </a:lnTo>
                  <a:lnTo>
                    <a:pt x="1824" y="344"/>
                  </a:lnTo>
                  <a:lnTo>
                    <a:pt x="1816" y="344"/>
                  </a:lnTo>
                  <a:lnTo>
                    <a:pt x="1824" y="376"/>
                  </a:lnTo>
                  <a:lnTo>
                    <a:pt x="1808" y="384"/>
                  </a:lnTo>
                  <a:lnTo>
                    <a:pt x="1792" y="376"/>
                  </a:lnTo>
                  <a:lnTo>
                    <a:pt x="1784" y="360"/>
                  </a:lnTo>
                  <a:lnTo>
                    <a:pt x="1784" y="352"/>
                  </a:lnTo>
                  <a:lnTo>
                    <a:pt x="1760" y="352"/>
                  </a:lnTo>
                  <a:lnTo>
                    <a:pt x="1752" y="360"/>
                  </a:lnTo>
                  <a:lnTo>
                    <a:pt x="1728" y="352"/>
                  </a:lnTo>
                  <a:lnTo>
                    <a:pt x="1704" y="352"/>
                  </a:lnTo>
                  <a:lnTo>
                    <a:pt x="1696" y="360"/>
                  </a:lnTo>
                  <a:lnTo>
                    <a:pt x="1680" y="344"/>
                  </a:lnTo>
                  <a:lnTo>
                    <a:pt x="1680" y="320"/>
                  </a:lnTo>
                  <a:lnTo>
                    <a:pt x="1656" y="304"/>
                  </a:lnTo>
                  <a:lnTo>
                    <a:pt x="1616" y="304"/>
                  </a:lnTo>
                  <a:lnTo>
                    <a:pt x="1576" y="304"/>
                  </a:lnTo>
                  <a:lnTo>
                    <a:pt x="1576" y="296"/>
                  </a:lnTo>
                  <a:lnTo>
                    <a:pt x="1568" y="288"/>
                  </a:lnTo>
                  <a:lnTo>
                    <a:pt x="1544" y="272"/>
                  </a:lnTo>
                  <a:lnTo>
                    <a:pt x="1544" y="256"/>
                  </a:lnTo>
                  <a:lnTo>
                    <a:pt x="1448" y="232"/>
                  </a:lnTo>
                  <a:lnTo>
                    <a:pt x="1448" y="240"/>
                  </a:lnTo>
                  <a:lnTo>
                    <a:pt x="1424" y="256"/>
                  </a:lnTo>
                  <a:lnTo>
                    <a:pt x="1432" y="280"/>
                  </a:lnTo>
                  <a:lnTo>
                    <a:pt x="1408" y="288"/>
                  </a:lnTo>
                  <a:lnTo>
                    <a:pt x="1392" y="288"/>
                  </a:lnTo>
                  <a:lnTo>
                    <a:pt x="1368" y="280"/>
                  </a:lnTo>
                  <a:lnTo>
                    <a:pt x="1360" y="288"/>
                  </a:lnTo>
                  <a:lnTo>
                    <a:pt x="1344" y="280"/>
                  </a:lnTo>
                  <a:lnTo>
                    <a:pt x="1328" y="272"/>
                  </a:lnTo>
                  <a:lnTo>
                    <a:pt x="1328" y="296"/>
                  </a:lnTo>
                  <a:lnTo>
                    <a:pt x="1312" y="312"/>
                  </a:lnTo>
                  <a:lnTo>
                    <a:pt x="1296" y="288"/>
                  </a:lnTo>
                  <a:lnTo>
                    <a:pt x="1280" y="264"/>
                  </a:lnTo>
                  <a:lnTo>
                    <a:pt x="1296" y="240"/>
                  </a:lnTo>
                  <a:lnTo>
                    <a:pt x="1296" y="224"/>
                  </a:lnTo>
                  <a:lnTo>
                    <a:pt x="1280" y="208"/>
                  </a:lnTo>
                  <a:lnTo>
                    <a:pt x="1264" y="200"/>
                  </a:lnTo>
                  <a:lnTo>
                    <a:pt x="1248" y="200"/>
                  </a:lnTo>
                  <a:lnTo>
                    <a:pt x="1240" y="192"/>
                  </a:lnTo>
                  <a:lnTo>
                    <a:pt x="1224" y="184"/>
                  </a:lnTo>
                  <a:lnTo>
                    <a:pt x="1216" y="200"/>
                  </a:lnTo>
                  <a:lnTo>
                    <a:pt x="1208" y="216"/>
                  </a:lnTo>
                  <a:lnTo>
                    <a:pt x="1168" y="216"/>
                  </a:lnTo>
                  <a:lnTo>
                    <a:pt x="1152" y="208"/>
                  </a:lnTo>
                  <a:lnTo>
                    <a:pt x="1144" y="192"/>
                  </a:lnTo>
                  <a:lnTo>
                    <a:pt x="1112" y="192"/>
                  </a:lnTo>
                  <a:lnTo>
                    <a:pt x="1088" y="208"/>
                  </a:lnTo>
                  <a:lnTo>
                    <a:pt x="1088" y="192"/>
                  </a:lnTo>
                  <a:lnTo>
                    <a:pt x="1072" y="176"/>
                  </a:lnTo>
                  <a:lnTo>
                    <a:pt x="1056" y="176"/>
                  </a:lnTo>
                  <a:lnTo>
                    <a:pt x="1040" y="192"/>
                  </a:lnTo>
                  <a:lnTo>
                    <a:pt x="1016" y="208"/>
                  </a:lnTo>
                  <a:lnTo>
                    <a:pt x="992" y="224"/>
                  </a:lnTo>
                  <a:lnTo>
                    <a:pt x="1008" y="200"/>
                  </a:lnTo>
                  <a:lnTo>
                    <a:pt x="1024" y="192"/>
                  </a:lnTo>
                  <a:lnTo>
                    <a:pt x="1048" y="152"/>
                  </a:lnTo>
                  <a:lnTo>
                    <a:pt x="1064" y="136"/>
                  </a:lnTo>
                  <a:lnTo>
                    <a:pt x="1080" y="112"/>
                  </a:lnTo>
                  <a:lnTo>
                    <a:pt x="1072" y="72"/>
                  </a:lnTo>
                  <a:lnTo>
                    <a:pt x="1040" y="48"/>
                  </a:lnTo>
                  <a:lnTo>
                    <a:pt x="1016" y="40"/>
                  </a:lnTo>
                  <a:lnTo>
                    <a:pt x="1016" y="32"/>
                  </a:lnTo>
                  <a:lnTo>
                    <a:pt x="1000" y="0"/>
                  </a:lnTo>
                  <a:lnTo>
                    <a:pt x="968" y="0"/>
                  </a:lnTo>
                  <a:lnTo>
                    <a:pt x="936" y="32"/>
                  </a:lnTo>
                  <a:lnTo>
                    <a:pt x="928" y="64"/>
                  </a:lnTo>
                  <a:lnTo>
                    <a:pt x="888" y="88"/>
                  </a:lnTo>
                  <a:lnTo>
                    <a:pt x="864" y="72"/>
                  </a:lnTo>
                  <a:lnTo>
                    <a:pt x="824" y="88"/>
                  </a:lnTo>
                  <a:lnTo>
                    <a:pt x="784" y="112"/>
                  </a:lnTo>
                  <a:lnTo>
                    <a:pt x="760" y="136"/>
                  </a:lnTo>
                  <a:lnTo>
                    <a:pt x="752" y="184"/>
                  </a:lnTo>
                  <a:lnTo>
                    <a:pt x="688" y="200"/>
                  </a:lnTo>
                  <a:lnTo>
                    <a:pt x="680" y="216"/>
                  </a:lnTo>
                  <a:lnTo>
                    <a:pt x="680" y="256"/>
                  </a:lnTo>
                  <a:lnTo>
                    <a:pt x="672" y="248"/>
                  </a:lnTo>
                  <a:lnTo>
                    <a:pt x="648" y="240"/>
                  </a:lnTo>
                  <a:lnTo>
                    <a:pt x="632" y="264"/>
                  </a:lnTo>
                  <a:lnTo>
                    <a:pt x="624" y="256"/>
                  </a:lnTo>
                  <a:lnTo>
                    <a:pt x="624" y="248"/>
                  </a:lnTo>
                  <a:lnTo>
                    <a:pt x="608" y="232"/>
                  </a:lnTo>
                  <a:lnTo>
                    <a:pt x="600" y="232"/>
                  </a:lnTo>
                  <a:lnTo>
                    <a:pt x="592" y="256"/>
                  </a:lnTo>
                  <a:lnTo>
                    <a:pt x="592" y="280"/>
                  </a:lnTo>
                  <a:lnTo>
                    <a:pt x="592" y="312"/>
                  </a:lnTo>
                  <a:lnTo>
                    <a:pt x="584" y="320"/>
                  </a:lnTo>
                  <a:lnTo>
                    <a:pt x="576" y="304"/>
                  </a:lnTo>
                  <a:lnTo>
                    <a:pt x="584" y="272"/>
                  </a:lnTo>
                  <a:lnTo>
                    <a:pt x="576" y="248"/>
                  </a:lnTo>
                  <a:lnTo>
                    <a:pt x="576" y="232"/>
                  </a:lnTo>
                  <a:lnTo>
                    <a:pt x="552" y="224"/>
                  </a:lnTo>
                  <a:lnTo>
                    <a:pt x="528" y="224"/>
                  </a:lnTo>
                  <a:lnTo>
                    <a:pt x="512" y="280"/>
                  </a:lnTo>
                  <a:lnTo>
                    <a:pt x="504" y="288"/>
                  </a:lnTo>
                  <a:lnTo>
                    <a:pt x="496" y="304"/>
                  </a:lnTo>
                  <a:lnTo>
                    <a:pt x="504" y="320"/>
                  </a:lnTo>
                  <a:lnTo>
                    <a:pt x="504" y="344"/>
                  </a:lnTo>
                  <a:lnTo>
                    <a:pt x="504" y="352"/>
                  </a:lnTo>
                  <a:lnTo>
                    <a:pt x="528" y="376"/>
                  </a:lnTo>
                  <a:lnTo>
                    <a:pt x="512" y="400"/>
                  </a:lnTo>
                  <a:lnTo>
                    <a:pt x="488" y="376"/>
                  </a:lnTo>
                  <a:lnTo>
                    <a:pt x="456" y="352"/>
                  </a:lnTo>
                  <a:lnTo>
                    <a:pt x="432" y="352"/>
                  </a:lnTo>
                  <a:lnTo>
                    <a:pt x="416" y="352"/>
                  </a:lnTo>
                  <a:lnTo>
                    <a:pt x="416" y="376"/>
                  </a:lnTo>
                  <a:lnTo>
                    <a:pt x="408" y="384"/>
                  </a:lnTo>
                  <a:lnTo>
                    <a:pt x="392" y="376"/>
                  </a:lnTo>
                  <a:lnTo>
                    <a:pt x="376" y="384"/>
                  </a:lnTo>
                  <a:lnTo>
                    <a:pt x="360" y="392"/>
                  </a:lnTo>
                  <a:lnTo>
                    <a:pt x="344" y="392"/>
                  </a:lnTo>
                  <a:lnTo>
                    <a:pt x="336" y="384"/>
                  </a:lnTo>
                  <a:lnTo>
                    <a:pt x="320" y="392"/>
                  </a:lnTo>
                  <a:lnTo>
                    <a:pt x="296" y="408"/>
                  </a:lnTo>
                  <a:lnTo>
                    <a:pt x="264" y="424"/>
                  </a:lnTo>
                  <a:lnTo>
                    <a:pt x="256" y="424"/>
                  </a:lnTo>
                  <a:lnTo>
                    <a:pt x="248" y="448"/>
                  </a:lnTo>
                  <a:lnTo>
                    <a:pt x="240" y="448"/>
                  </a:lnTo>
                  <a:lnTo>
                    <a:pt x="224" y="432"/>
                  </a:lnTo>
                  <a:lnTo>
                    <a:pt x="232" y="424"/>
                  </a:lnTo>
                  <a:lnTo>
                    <a:pt x="240" y="416"/>
                  </a:lnTo>
                  <a:lnTo>
                    <a:pt x="240" y="400"/>
                  </a:lnTo>
                  <a:lnTo>
                    <a:pt x="224" y="392"/>
                  </a:lnTo>
                  <a:lnTo>
                    <a:pt x="216" y="392"/>
                  </a:lnTo>
                  <a:lnTo>
                    <a:pt x="200" y="392"/>
                  </a:lnTo>
                  <a:lnTo>
                    <a:pt x="208" y="408"/>
                  </a:lnTo>
                  <a:lnTo>
                    <a:pt x="208" y="432"/>
                  </a:lnTo>
                  <a:lnTo>
                    <a:pt x="216" y="448"/>
                  </a:lnTo>
                  <a:lnTo>
                    <a:pt x="208" y="472"/>
                  </a:lnTo>
                  <a:lnTo>
                    <a:pt x="200" y="464"/>
                  </a:lnTo>
                  <a:lnTo>
                    <a:pt x="184" y="464"/>
                  </a:lnTo>
                  <a:lnTo>
                    <a:pt x="176" y="472"/>
                  </a:lnTo>
                  <a:lnTo>
                    <a:pt x="160" y="480"/>
                  </a:lnTo>
                  <a:lnTo>
                    <a:pt x="152" y="488"/>
                  </a:lnTo>
                  <a:lnTo>
                    <a:pt x="168" y="520"/>
                  </a:lnTo>
                  <a:lnTo>
                    <a:pt x="160" y="512"/>
                  </a:lnTo>
                  <a:lnTo>
                    <a:pt x="136" y="512"/>
                  </a:lnTo>
                  <a:lnTo>
                    <a:pt x="120" y="504"/>
                  </a:lnTo>
                  <a:lnTo>
                    <a:pt x="120" y="512"/>
                  </a:lnTo>
                  <a:lnTo>
                    <a:pt x="128" y="528"/>
                  </a:lnTo>
                  <a:lnTo>
                    <a:pt x="136" y="536"/>
                  </a:lnTo>
                  <a:lnTo>
                    <a:pt x="128" y="544"/>
                  </a:lnTo>
                  <a:lnTo>
                    <a:pt x="104" y="528"/>
                  </a:lnTo>
                  <a:lnTo>
                    <a:pt x="96" y="520"/>
                  </a:lnTo>
                  <a:lnTo>
                    <a:pt x="96" y="512"/>
                  </a:lnTo>
                  <a:lnTo>
                    <a:pt x="88" y="488"/>
                  </a:lnTo>
                  <a:lnTo>
                    <a:pt x="96" y="480"/>
                  </a:lnTo>
                  <a:lnTo>
                    <a:pt x="96" y="472"/>
                  </a:lnTo>
                  <a:lnTo>
                    <a:pt x="80" y="464"/>
                  </a:lnTo>
                  <a:lnTo>
                    <a:pt x="64" y="448"/>
                  </a:lnTo>
                  <a:lnTo>
                    <a:pt x="56" y="440"/>
                  </a:lnTo>
                  <a:lnTo>
                    <a:pt x="64" y="440"/>
                  </a:lnTo>
                  <a:lnTo>
                    <a:pt x="72" y="448"/>
                  </a:lnTo>
                  <a:lnTo>
                    <a:pt x="88" y="448"/>
                  </a:lnTo>
                  <a:lnTo>
                    <a:pt x="96" y="464"/>
                  </a:lnTo>
                  <a:lnTo>
                    <a:pt x="128" y="472"/>
                  </a:lnTo>
                  <a:lnTo>
                    <a:pt x="152" y="464"/>
                  </a:lnTo>
                  <a:lnTo>
                    <a:pt x="168" y="456"/>
                  </a:lnTo>
                  <a:lnTo>
                    <a:pt x="176" y="432"/>
                  </a:lnTo>
                  <a:lnTo>
                    <a:pt x="144" y="400"/>
                  </a:lnTo>
                  <a:lnTo>
                    <a:pt x="120" y="384"/>
                  </a:lnTo>
                  <a:lnTo>
                    <a:pt x="104" y="368"/>
                  </a:lnTo>
                  <a:lnTo>
                    <a:pt x="80" y="360"/>
                  </a:lnTo>
                  <a:lnTo>
                    <a:pt x="72" y="360"/>
                  </a:lnTo>
                  <a:lnTo>
                    <a:pt x="72" y="344"/>
                  </a:lnTo>
                  <a:lnTo>
                    <a:pt x="56" y="344"/>
                  </a:lnTo>
                  <a:lnTo>
                    <a:pt x="40" y="344"/>
                  </a:lnTo>
                  <a:lnTo>
                    <a:pt x="32" y="352"/>
                  </a:lnTo>
                  <a:lnTo>
                    <a:pt x="16" y="368"/>
                  </a:lnTo>
                  <a:lnTo>
                    <a:pt x="16" y="376"/>
                  </a:lnTo>
                  <a:lnTo>
                    <a:pt x="16" y="384"/>
                  </a:lnTo>
                  <a:lnTo>
                    <a:pt x="8" y="392"/>
                  </a:lnTo>
                  <a:lnTo>
                    <a:pt x="16" y="400"/>
                  </a:lnTo>
                  <a:lnTo>
                    <a:pt x="24" y="408"/>
                  </a:lnTo>
                  <a:lnTo>
                    <a:pt x="32" y="424"/>
                  </a:lnTo>
                  <a:lnTo>
                    <a:pt x="16" y="448"/>
                  </a:lnTo>
                  <a:lnTo>
                    <a:pt x="32" y="488"/>
                  </a:lnTo>
                  <a:lnTo>
                    <a:pt x="24" y="496"/>
                  </a:lnTo>
                  <a:lnTo>
                    <a:pt x="32" y="504"/>
                  </a:lnTo>
                  <a:lnTo>
                    <a:pt x="24" y="504"/>
                  </a:lnTo>
                  <a:lnTo>
                    <a:pt x="32" y="512"/>
                  </a:lnTo>
                  <a:lnTo>
                    <a:pt x="32" y="520"/>
                  </a:lnTo>
                  <a:lnTo>
                    <a:pt x="40" y="528"/>
                  </a:lnTo>
                  <a:lnTo>
                    <a:pt x="32" y="544"/>
                  </a:lnTo>
                  <a:lnTo>
                    <a:pt x="40" y="560"/>
                  </a:lnTo>
                  <a:lnTo>
                    <a:pt x="48" y="560"/>
                  </a:lnTo>
                  <a:lnTo>
                    <a:pt x="48" y="568"/>
                  </a:lnTo>
                  <a:lnTo>
                    <a:pt x="0" y="624"/>
                  </a:lnTo>
                  <a:lnTo>
                    <a:pt x="8" y="624"/>
                  </a:lnTo>
                  <a:lnTo>
                    <a:pt x="16" y="632"/>
                  </a:lnTo>
                  <a:lnTo>
                    <a:pt x="16" y="648"/>
                  </a:lnTo>
                  <a:lnTo>
                    <a:pt x="8" y="648"/>
                  </a:lnTo>
                  <a:lnTo>
                    <a:pt x="8" y="656"/>
                  </a:lnTo>
                  <a:lnTo>
                    <a:pt x="8" y="672"/>
                  </a:lnTo>
                  <a:lnTo>
                    <a:pt x="8" y="680"/>
                  </a:lnTo>
                  <a:lnTo>
                    <a:pt x="0" y="712"/>
                  </a:lnTo>
                  <a:lnTo>
                    <a:pt x="8" y="728"/>
                  </a:lnTo>
                  <a:lnTo>
                    <a:pt x="24" y="736"/>
                  </a:lnTo>
                  <a:lnTo>
                    <a:pt x="40" y="744"/>
                  </a:lnTo>
                  <a:lnTo>
                    <a:pt x="56" y="776"/>
                  </a:lnTo>
                  <a:lnTo>
                    <a:pt x="64" y="784"/>
                  </a:lnTo>
                  <a:lnTo>
                    <a:pt x="64" y="792"/>
                  </a:lnTo>
                  <a:lnTo>
                    <a:pt x="48" y="800"/>
                  </a:lnTo>
                  <a:lnTo>
                    <a:pt x="56" y="816"/>
                  </a:lnTo>
                  <a:lnTo>
                    <a:pt x="64" y="816"/>
                  </a:lnTo>
                  <a:lnTo>
                    <a:pt x="72" y="816"/>
                  </a:lnTo>
                  <a:lnTo>
                    <a:pt x="88" y="832"/>
                  </a:lnTo>
                  <a:lnTo>
                    <a:pt x="136" y="856"/>
                  </a:lnTo>
                  <a:lnTo>
                    <a:pt x="144" y="856"/>
                  </a:lnTo>
                  <a:lnTo>
                    <a:pt x="136" y="872"/>
                  </a:lnTo>
                  <a:lnTo>
                    <a:pt x="128" y="880"/>
                  </a:lnTo>
                  <a:lnTo>
                    <a:pt x="120" y="888"/>
                  </a:lnTo>
                  <a:lnTo>
                    <a:pt x="112" y="896"/>
                  </a:lnTo>
                  <a:lnTo>
                    <a:pt x="128" y="896"/>
                  </a:lnTo>
                  <a:lnTo>
                    <a:pt x="120" y="912"/>
                  </a:lnTo>
                  <a:lnTo>
                    <a:pt x="104" y="928"/>
                  </a:lnTo>
                  <a:lnTo>
                    <a:pt x="120" y="944"/>
                  </a:lnTo>
                  <a:lnTo>
                    <a:pt x="144" y="952"/>
                  </a:lnTo>
                  <a:lnTo>
                    <a:pt x="160" y="976"/>
                  </a:lnTo>
                  <a:lnTo>
                    <a:pt x="160" y="984"/>
                  </a:lnTo>
                  <a:lnTo>
                    <a:pt x="168" y="992"/>
                  </a:lnTo>
                  <a:lnTo>
                    <a:pt x="184" y="992"/>
                  </a:lnTo>
                  <a:lnTo>
                    <a:pt x="192" y="1000"/>
                  </a:lnTo>
                  <a:lnTo>
                    <a:pt x="200" y="1016"/>
                  </a:lnTo>
                  <a:lnTo>
                    <a:pt x="200" y="1024"/>
                  </a:lnTo>
                  <a:lnTo>
                    <a:pt x="208" y="1032"/>
                  </a:lnTo>
                  <a:lnTo>
                    <a:pt x="224" y="1032"/>
                  </a:lnTo>
                  <a:lnTo>
                    <a:pt x="240" y="1024"/>
                  </a:lnTo>
                  <a:lnTo>
                    <a:pt x="248" y="1032"/>
                  </a:lnTo>
                  <a:lnTo>
                    <a:pt x="248" y="1040"/>
                  </a:lnTo>
                  <a:lnTo>
                    <a:pt x="256" y="1024"/>
                  </a:lnTo>
                  <a:lnTo>
                    <a:pt x="272" y="1008"/>
                  </a:lnTo>
                  <a:lnTo>
                    <a:pt x="256" y="976"/>
                  </a:lnTo>
                  <a:lnTo>
                    <a:pt x="224" y="936"/>
                  </a:lnTo>
                  <a:lnTo>
                    <a:pt x="240" y="912"/>
                  </a:lnTo>
                  <a:lnTo>
                    <a:pt x="256" y="904"/>
                  </a:lnTo>
                  <a:lnTo>
                    <a:pt x="256" y="896"/>
                  </a:lnTo>
                  <a:lnTo>
                    <a:pt x="256" y="904"/>
                  </a:lnTo>
                  <a:lnTo>
                    <a:pt x="256" y="896"/>
                  </a:lnTo>
                  <a:lnTo>
                    <a:pt x="240" y="888"/>
                  </a:lnTo>
                  <a:lnTo>
                    <a:pt x="256" y="856"/>
                  </a:lnTo>
                  <a:lnTo>
                    <a:pt x="296" y="840"/>
                  </a:lnTo>
                  <a:lnTo>
                    <a:pt x="328" y="832"/>
                  </a:lnTo>
                  <a:lnTo>
                    <a:pt x="352" y="848"/>
                  </a:lnTo>
                  <a:lnTo>
                    <a:pt x="376" y="840"/>
                  </a:lnTo>
                  <a:lnTo>
                    <a:pt x="400" y="848"/>
                  </a:lnTo>
                  <a:lnTo>
                    <a:pt x="432" y="840"/>
                  </a:lnTo>
                  <a:lnTo>
                    <a:pt x="424" y="816"/>
                  </a:lnTo>
                  <a:lnTo>
                    <a:pt x="440" y="784"/>
                  </a:lnTo>
                  <a:lnTo>
                    <a:pt x="488" y="760"/>
                  </a:lnTo>
                  <a:lnTo>
                    <a:pt x="536" y="752"/>
                  </a:lnTo>
                  <a:lnTo>
                    <a:pt x="568" y="792"/>
                  </a:lnTo>
                  <a:lnTo>
                    <a:pt x="608" y="776"/>
                  </a:lnTo>
                  <a:lnTo>
                    <a:pt x="624" y="776"/>
                  </a:lnTo>
                  <a:lnTo>
                    <a:pt x="640" y="808"/>
                  </a:lnTo>
                  <a:lnTo>
                    <a:pt x="656" y="848"/>
                  </a:lnTo>
                  <a:lnTo>
                    <a:pt x="696" y="848"/>
                  </a:lnTo>
                  <a:lnTo>
                    <a:pt x="728" y="864"/>
                  </a:lnTo>
                  <a:lnTo>
                    <a:pt x="760" y="864"/>
                  </a:lnTo>
                  <a:lnTo>
                    <a:pt x="760" y="888"/>
                  </a:lnTo>
                  <a:lnTo>
                    <a:pt x="768" y="888"/>
                  </a:lnTo>
                  <a:lnTo>
                    <a:pt x="776" y="872"/>
                  </a:lnTo>
                  <a:lnTo>
                    <a:pt x="808" y="856"/>
                  </a:lnTo>
                  <a:lnTo>
                    <a:pt x="848" y="848"/>
                  </a:lnTo>
                  <a:lnTo>
                    <a:pt x="880" y="864"/>
                  </a:lnTo>
                  <a:lnTo>
                    <a:pt x="896" y="840"/>
                  </a:lnTo>
                  <a:lnTo>
                    <a:pt x="912" y="824"/>
                  </a:lnTo>
                  <a:lnTo>
                    <a:pt x="960" y="840"/>
                  </a:lnTo>
                  <a:lnTo>
                    <a:pt x="976" y="856"/>
                  </a:lnTo>
                  <a:lnTo>
                    <a:pt x="1016" y="856"/>
                  </a:lnTo>
                  <a:lnTo>
                    <a:pt x="1040" y="880"/>
                  </a:lnTo>
                  <a:lnTo>
                    <a:pt x="1104" y="864"/>
                  </a:lnTo>
                  <a:lnTo>
                    <a:pt x="1128" y="872"/>
                  </a:lnTo>
                  <a:lnTo>
                    <a:pt x="1136" y="864"/>
                  </a:lnTo>
                  <a:lnTo>
                    <a:pt x="1160" y="864"/>
                  </a:lnTo>
                  <a:lnTo>
                    <a:pt x="1184" y="816"/>
                  </a:lnTo>
                  <a:lnTo>
                    <a:pt x="1192" y="800"/>
                  </a:lnTo>
                  <a:lnTo>
                    <a:pt x="1232" y="800"/>
                  </a:lnTo>
                  <a:lnTo>
                    <a:pt x="1272" y="872"/>
                  </a:lnTo>
                  <a:lnTo>
                    <a:pt x="1304" y="880"/>
                  </a:lnTo>
                  <a:lnTo>
                    <a:pt x="1312" y="896"/>
                  </a:lnTo>
                  <a:lnTo>
                    <a:pt x="1360" y="888"/>
                  </a:lnTo>
                  <a:lnTo>
                    <a:pt x="1336" y="952"/>
                  </a:lnTo>
                  <a:lnTo>
                    <a:pt x="1320" y="952"/>
                  </a:lnTo>
                  <a:lnTo>
                    <a:pt x="1304" y="1000"/>
                  </a:lnTo>
                  <a:lnTo>
                    <a:pt x="1312" y="1000"/>
                  </a:lnTo>
                  <a:lnTo>
                    <a:pt x="1320" y="1000"/>
                  </a:lnTo>
                  <a:lnTo>
                    <a:pt x="1328" y="992"/>
                  </a:lnTo>
                  <a:lnTo>
                    <a:pt x="1344" y="1000"/>
                  </a:lnTo>
                  <a:lnTo>
                    <a:pt x="1368" y="976"/>
                  </a:lnTo>
                  <a:lnTo>
                    <a:pt x="1384" y="960"/>
                  </a:lnTo>
                  <a:lnTo>
                    <a:pt x="1416" y="920"/>
                  </a:lnTo>
                  <a:lnTo>
                    <a:pt x="1432" y="888"/>
                  </a:lnTo>
                  <a:lnTo>
                    <a:pt x="1432" y="856"/>
                  </a:lnTo>
                  <a:lnTo>
                    <a:pt x="1440" y="808"/>
                  </a:lnTo>
                  <a:lnTo>
                    <a:pt x="1440" y="792"/>
                  </a:lnTo>
                  <a:lnTo>
                    <a:pt x="1424" y="776"/>
                  </a:lnTo>
                  <a:lnTo>
                    <a:pt x="1400" y="792"/>
                  </a:lnTo>
                  <a:lnTo>
                    <a:pt x="1384" y="784"/>
                  </a:lnTo>
                  <a:lnTo>
                    <a:pt x="1376" y="768"/>
                  </a:lnTo>
                  <a:lnTo>
                    <a:pt x="1368" y="768"/>
                  </a:lnTo>
                  <a:lnTo>
                    <a:pt x="1376" y="760"/>
                  </a:lnTo>
                  <a:lnTo>
                    <a:pt x="1400" y="736"/>
                  </a:lnTo>
                  <a:lnTo>
                    <a:pt x="1416" y="720"/>
                  </a:lnTo>
                  <a:lnTo>
                    <a:pt x="1416" y="712"/>
                  </a:lnTo>
                  <a:lnTo>
                    <a:pt x="1472" y="656"/>
                  </a:lnTo>
                  <a:lnTo>
                    <a:pt x="1488" y="656"/>
                  </a:lnTo>
                  <a:lnTo>
                    <a:pt x="1528" y="656"/>
                  </a:lnTo>
                  <a:lnTo>
                    <a:pt x="1544" y="648"/>
                  </a:lnTo>
                  <a:lnTo>
                    <a:pt x="1568" y="656"/>
                  </a:lnTo>
                  <a:lnTo>
                    <a:pt x="1568" y="672"/>
                  </a:lnTo>
                  <a:lnTo>
                    <a:pt x="1608" y="664"/>
                  </a:lnTo>
                  <a:lnTo>
                    <a:pt x="1616" y="664"/>
                  </a:lnTo>
                  <a:lnTo>
                    <a:pt x="1608" y="656"/>
                  </a:lnTo>
                  <a:lnTo>
                    <a:pt x="1616" y="632"/>
                  </a:lnTo>
                  <a:lnTo>
                    <a:pt x="1624" y="608"/>
                  </a:lnTo>
                  <a:lnTo>
                    <a:pt x="1648" y="592"/>
                  </a:lnTo>
                  <a:lnTo>
                    <a:pt x="1680" y="600"/>
                  </a:lnTo>
                  <a:lnTo>
                    <a:pt x="1688" y="616"/>
                  </a:lnTo>
                  <a:lnTo>
                    <a:pt x="1704" y="600"/>
                  </a:lnTo>
                  <a:lnTo>
                    <a:pt x="1736" y="576"/>
                  </a:lnTo>
                  <a:lnTo>
                    <a:pt x="1736" y="608"/>
                  </a:lnTo>
                  <a:lnTo>
                    <a:pt x="1712" y="632"/>
                  </a:lnTo>
                  <a:lnTo>
                    <a:pt x="1696" y="640"/>
                  </a:lnTo>
                  <a:lnTo>
                    <a:pt x="1680" y="664"/>
                  </a:lnTo>
                  <a:lnTo>
                    <a:pt x="1664" y="680"/>
                  </a:lnTo>
                  <a:lnTo>
                    <a:pt x="1648" y="696"/>
                  </a:lnTo>
                  <a:lnTo>
                    <a:pt x="1640" y="696"/>
                  </a:lnTo>
                  <a:lnTo>
                    <a:pt x="1624" y="744"/>
                  </a:lnTo>
                  <a:lnTo>
                    <a:pt x="1640" y="840"/>
                  </a:lnTo>
                  <a:lnTo>
                    <a:pt x="1664" y="808"/>
                  </a:lnTo>
                  <a:lnTo>
                    <a:pt x="1672" y="800"/>
                  </a:lnTo>
                  <a:lnTo>
                    <a:pt x="1680" y="784"/>
                  </a:lnTo>
                  <a:lnTo>
                    <a:pt x="1688" y="768"/>
                  </a:lnTo>
                  <a:lnTo>
                    <a:pt x="1704" y="760"/>
                  </a:lnTo>
                  <a:lnTo>
                    <a:pt x="1704" y="744"/>
                  </a:lnTo>
                  <a:lnTo>
                    <a:pt x="1712" y="736"/>
                  </a:lnTo>
                  <a:lnTo>
                    <a:pt x="1720" y="704"/>
                  </a:lnTo>
                  <a:lnTo>
                    <a:pt x="1720" y="696"/>
                  </a:lnTo>
                  <a:lnTo>
                    <a:pt x="1704" y="696"/>
                  </a:lnTo>
                  <a:lnTo>
                    <a:pt x="1720" y="656"/>
                  </a:lnTo>
                  <a:lnTo>
                    <a:pt x="1728" y="648"/>
                  </a:lnTo>
                  <a:lnTo>
                    <a:pt x="1744" y="640"/>
                  </a:lnTo>
                  <a:lnTo>
                    <a:pt x="1752" y="640"/>
                  </a:lnTo>
                  <a:lnTo>
                    <a:pt x="1760" y="648"/>
                  </a:lnTo>
                  <a:lnTo>
                    <a:pt x="1784" y="624"/>
                  </a:lnTo>
                  <a:lnTo>
                    <a:pt x="1808" y="648"/>
                  </a:lnTo>
                  <a:lnTo>
                    <a:pt x="1816" y="624"/>
                  </a:lnTo>
                  <a:lnTo>
                    <a:pt x="1832" y="624"/>
                  </a:lnTo>
                  <a:lnTo>
                    <a:pt x="1856" y="592"/>
                  </a:lnTo>
                  <a:lnTo>
                    <a:pt x="1888" y="576"/>
                  </a:lnTo>
                  <a:lnTo>
                    <a:pt x="1904" y="576"/>
                  </a:lnTo>
                  <a:lnTo>
                    <a:pt x="1920" y="584"/>
                  </a:lnTo>
                  <a:lnTo>
                    <a:pt x="1920" y="576"/>
                  </a:lnTo>
                  <a:lnTo>
                    <a:pt x="1920" y="560"/>
                  </a:lnTo>
                  <a:lnTo>
                    <a:pt x="1912" y="536"/>
                  </a:lnTo>
                  <a:lnTo>
                    <a:pt x="1896" y="520"/>
                  </a:lnTo>
                  <a:lnTo>
                    <a:pt x="1912" y="512"/>
                  </a:lnTo>
                  <a:lnTo>
                    <a:pt x="1928" y="50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148" name="Freeform 689"/>
            <p:cNvSpPr/>
            <p:nvPr/>
          </p:nvSpPr>
          <p:spPr bwMode="auto">
            <a:xfrm>
              <a:off x="5331407" y="2896229"/>
              <a:ext cx="53734" cy="10966"/>
            </a:xfrm>
            <a:custGeom>
              <a:avLst/>
              <a:gdLst>
                <a:gd name="T0" fmla="*/ 2147483647 w 40"/>
                <a:gd name="T1" fmla="*/ 2147483647 h 8"/>
                <a:gd name="T2" fmla="*/ 2147483647 w 40"/>
                <a:gd name="T3" fmla="*/ 2147483647 h 8"/>
                <a:gd name="T4" fmla="*/ 2147483647 w 40"/>
                <a:gd name="T5" fmla="*/ 0 h 8"/>
                <a:gd name="T6" fmla="*/ 0 w 40"/>
                <a:gd name="T7" fmla="*/ 2147483647 h 8"/>
                <a:gd name="T8" fmla="*/ 2147483647 w 40"/>
                <a:gd name="T9" fmla="*/ 2147483647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8"/>
                <a:gd name="T17" fmla="*/ 40 w 40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8">
                  <a:moveTo>
                    <a:pt x="8" y="8"/>
                  </a:moveTo>
                  <a:lnTo>
                    <a:pt x="24" y="8"/>
                  </a:lnTo>
                  <a:lnTo>
                    <a:pt x="40" y="0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690"/>
            <p:cNvSpPr/>
            <p:nvPr/>
          </p:nvSpPr>
          <p:spPr bwMode="auto">
            <a:xfrm>
              <a:off x="5256837" y="2445520"/>
              <a:ext cx="697448" cy="493477"/>
            </a:xfrm>
            <a:custGeom>
              <a:avLst/>
              <a:gdLst>
                <a:gd name="T0" fmla="*/ 2147483647 w 520"/>
                <a:gd name="T1" fmla="*/ 2147483647 h 368"/>
                <a:gd name="T2" fmla="*/ 2147483647 w 520"/>
                <a:gd name="T3" fmla="*/ 2147483647 h 368"/>
                <a:gd name="T4" fmla="*/ 2147483647 w 520"/>
                <a:gd name="T5" fmla="*/ 2147483647 h 368"/>
                <a:gd name="T6" fmla="*/ 2147483647 w 520"/>
                <a:gd name="T7" fmla="*/ 2147483647 h 368"/>
                <a:gd name="T8" fmla="*/ 2147483647 w 520"/>
                <a:gd name="T9" fmla="*/ 2147483647 h 368"/>
                <a:gd name="T10" fmla="*/ 2147483647 w 520"/>
                <a:gd name="T11" fmla="*/ 2147483647 h 368"/>
                <a:gd name="T12" fmla="*/ 2147483647 w 520"/>
                <a:gd name="T13" fmla="*/ 2147483647 h 368"/>
                <a:gd name="T14" fmla="*/ 2147483647 w 520"/>
                <a:gd name="T15" fmla="*/ 2147483647 h 368"/>
                <a:gd name="T16" fmla="*/ 2147483647 w 520"/>
                <a:gd name="T17" fmla="*/ 2147483647 h 368"/>
                <a:gd name="T18" fmla="*/ 2147483647 w 520"/>
                <a:gd name="T19" fmla="*/ 2147483647 h 368"/>
                <a:gd name="T20" fmla="*/ 2147483647 w 520"/>
                <a:gd name="T21" fmla="*/ 2147483647 h 368"/>
                <a:gd name="T22" fmla="*/ 2147483647 w 520"/>
                <a:gd name="T23" fmla="*/ 2147483647 h 368"/>
                <a:gd name="T24" fmla="*/ 2147483647 w 520"/>
                <a:gd name="T25" fmla="*/ 2147483647 h 368"/>
                <a:gd name="T26" fmla="*/ 2147483647 w 520"/>
                <a:gd name="T27" fmla="*/ 2147483647 h 368"/>
                <a:gd name="T28" fmla="*/ 2147483647 w 520"/>
                <a:gd name="T29" fmla="*/ 2147483647 h 368"/>
                <a:gd name="T30" fmla="*/ 0 w 520"/>
                <a:gd name="T31" fmla="*/ 2147483647 h 368"/>
                <a:gd name="T32" fmla="*/ 2147483647 w 520"/>
                <a:gd name="T33" fmla="*/ 2147483647 h 368"/>
                <a:gd name="T34" fmla="*/ 2147483647 w 520"/>
                <a:gd name="T35" fmla="*/ 2147483647 h 368"/>
                <a:gd name="T36" fmla="*/ 2147483647 w 520"/>
                <a:gd name="T37" fmla="*/ 2147483647 h 368"/>
                <a:gd name="T38" fmla="*/ 2147483647 w 520"/>
                <a:gd name="T39" fmla="*/ 2147483647 h 368"/>
                <a:gd name="T40" fmla="*/ 2147483647 w 520"/>
                <a:gd name="T41" fmla="*/ 2147483647 h 368"/>
                <a:gd name="T42" fmla="*/ 2147483647 w 520"/>
                <a:gd name="T43" fmla="*/ 2147483647 h 368"/>
                <a:gd name="T44" fmla="*/ 2147483647 w 520"/>
                <a:gd name="T45" fmla="*/ 2147483647 h 368"/>
                <a:gd name="T46" fmla="*/ 2147483647 w 520"/>
                <a:gd name="T47" fmla="*/ 2147483647 h 368"/>
                <a:gd name="T48" fmla="*/ 2147483647 w 520"/>
                <a:gd name="T49" fmla="*/ 2147483647 h 368"/>
                <a:gd name="T50" fmla="*/ 2147483647 w 520"/>
                <a:gd name="T51" fmla="*/ 2147483647 h 368"/>
                <a:gd name="T52" fmla="*/ 2147483647 w 520"/>
                <a:gd name="T53" fmla="*/ 2147483647 h 368"/>
                <a:gd name="T54" fmla="*/ 2147483647 w 520"/>
                <a:gd name="T55" fmla="*/ 2147483647 h 368"/>
                <a:gd name="T56" fmla="*/ 2147483647 w 520"/>
                <a:gd name="T57" fmla="*/ 2147483647 h 368"/>
                <a:gd name="T58" fmla="*/ 2147483647 w 520"/>
                <a:gd name="T59" fmla="*/ 2147483647 h 368"/>
                <a:gd name="T60" fmla="*/ 2147483647 w 520"/>
                <a:gd name="T61" fmla="*/ 2147483647 h 368"/>
                <a:gd name="T62" fmla="*/ 2147483647 w 520"/>
                <a:gd name="T63" fmla="*/ 2147483647 h 368"/>
                <a:gd name="T64" fmla="*/ 2147483647 w 520"/>
                <a:gd name="T65" fmla="*/ 2147483647 h 368"/>
                <a:gd name="T66" fmla="*/ 2147483647 w 520"/>
                <a:gd name="T67" fmla="*/ 2147483647 h 368"/>
                <a:gd name="T68" fmla="*/ 2147483647 w 520"/>
                <a:gd name="T69" fmla="*/ 2147483647 h 3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520"/>
                <a:gd name="T106" fmla="*/ 0 h 368"/>
                <a:gd name="T107" fmla="*/ 520 w 520"/>
                <a:gd name="T108" fmla="*/ 368 h 36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520" h="368">
                  <a:moveTo>
                    <a:pt x="360" y="320"/>
                  </a:moveTo>
                  <a:lnTo>
                    <a:pt x="352" y="312"/>
                  </a:lnTo>
                  <a:lnTo>
                    <a:pt x="352" y="296"/>
                  </a:lnTo>
                  <a:lnTo>
                    <a:pt x="384" y="288"/>
                  </a:lnTo>
                  <a:lnTo>
                    <a:pt x="408" y="272"/>
                  </a:lnTo>
                  <a:lnTo>
                    <a:pt x="424" y="256"/>
                  </a:lnTo>
                  <a:lnTo>
                    <a:pt x="432" y="208"/>
                  </a:lnTo>
                  <a:lnTo>
                    <a:pt x="456" y="200"/>
                  </a:lnTo>
                  <a:lnTo>
                    <a:pt x="464" y="160"/>
                  </a:lnTo>
                  <a:lnTo>
                    <a:pt x="496" y="168"/>
                  </a:lnTo>
                  <a:lnTo>
                    <a:pt x="504" y="144"/>
                  </a:lnTo>
                  <a:lnTo>
                    <a:pt x="520" y="136"/>
                  </a:lnTo>
                  <a:lnTo>
                    <a:pt x="520" y="120"/>
                  </a:lnTo>
                  <a:lnTo>
                    <a:pt x="488" y="112"/>
                  </a:lnTo>
                  <a:lnTo>
                    <a:pt x="456" y="96"/>
                  </a:lnTo>
                  <a:lnTo>
                    <a:pt x="416" y="96"/>
                  </a:lnTo>
                  <a:lnTo>
                    <a:pt x="400" y="56"/>
                  </a:lnTo>
                  <a:lnTo>
                    <a:pt x="384" y="24"/>
                  </a:lnTo>
                  <a:lnTo>
                    <a:pt x="368" y="24"/>
                  </a:lnTo>
                  <a:lnTo>
                    <a:pt x="328" y="40"/>
                  </a:lnTo>
                  <a:lnTo>
                    <a:pt x="296" y="0"/>
                  </a:lnTo>
                  <a:lnTo>
                    <a:pt x="248" y="16"/>
                  </a:lnTo>
                  <a:lnTo>
                    <a:pt x="200" y="32"/>
                  </a:lnTo>
                  <a:lnTo>
                    <a:pt x="184" y="64"/>
                  </a:lnTo>
                  <a:lnTo>
                    <a:pt x="192" y="96"/>
                  </a:lnTo>
                  <a:lnTo>
                    <a:pt x="160" y="96"/>
                  </a:lnTo>
                  <a:lnTo>
                    <a:pt x="136" y="96"/>
                  </a:lnTo>
                  <a:lnTo>
                    <a:pt x="112" y="96"/>
                  </a:lnTo>
                  <a:lnTo>
                    <a:pt x="88" y="80"/>
                  </a:lnTo>
                  <a:lnTo>
                    <a:pt x="56" y="88"/>
                  </a:lnTo>
                  <a:lnTo>
                    <a:pt x="16" y="104"/>
                  </a:lnTo>
                  <a:lnTo>
                    <a:pt x="0" y="136"/>
                  </a:lnTo>
                  <a:lnTo>
                    <a:pt x="16" y="152"/>
                  </a:lnTo>
                  <a:lnTo>
                    <a:pt x="24" y="168"/>
                  </a:lnTo>
                  <a:lnTo>
                    <a:pt x="56" y="168"/>
                  </a:lnTo>
                  <a:lnTo>
                    <a:pt x="80" y="168"/>
                  </a:lnTo>
                  <a:lnTo>
                    <a:pt x="104" y="200"/>
                  </a:lnTo>
                  <a:lnTo>
                    <a:pt x="80" y="200"/>
                  </a:lnTo>
                  <a:lnTo>
                    <a:pt x="64" y="200"/>
                  </a:lnTo>
                  <a:lnTo>
                    <a:pt x="56" y="208"/>
                  </a:lnTo>
                  <a:lnTo>
                    <a:pt x="64" y="240"/>
                  </a:lnTo>
                  <a:lnTo>
                    <a:pt x="80" y="256"/>
                  </a:lnTo>
                  <a:lnTo>
                    <a:pt x="80" y="288"/>
                  </a:lnTo>
                  <a:lnTo>
                    <a:pt x="96" y="304"/>
                  </a:lnTo>
                  <a:lnTo>
                    <a:pt x="96" y="336"/>
                  </a:lnTo>
                  <a:lnTo>
                    <a:pt x="96" y="328"/>
                  </a:lnTo>
                  <a:lnTo>
                    <a:pt x="120" y="320"/>
                  </a:lnTo>
                  <a:lnTo>
                    <a:pt x="136" y="320"/>
                  </a:lnTo>
                  <a:lnTo>
                    <a:pt x="152" y="328"/>
                  </a:lnTo>
                  <a:lnTo>
                    <a:pt x="168" y="344"/>
                  </a:lnTo>
                  <a:lnTo>
                    <a:pt x="184" y="344"/>
                  </a:lnTo>
                  <a:lnTo>
                    <a:pt x="184" y="360"/>
                  </a:lnTo>
                  <a:lnTo>
                    <a:pt x="192" y="360"/>
                  </a:lnTo>
                  <a:lnTo>
                    <a:pt x="208" y="368"/>
                  </a:lnTo>
                  <a:lnTo>
                    <a:pt x="216" y="360"/>
                  </a:lnTo>
                  <a:lnTo>
                    <a:pt x="232" y="352"/>
                  </a:lnTo>
                  <a:lnTo>
                    <a:pt x="240" y="328"/>
                  </a:lnTo>
                  <a:lnTo>
                    <a:pt x="256" y="336"/>
                  </a:lnTo>
                  <a:lnTo>
                    <a:pt x="264" y="336"/>
                  </a:lnTo>
                  <a:lnTo>
                    <a:pt x="272" y="344"/>
                  </a:lnTo>
                  <a:lnTo>
                    <a:pt x="288" y="336"/>
                  </a:lnTo>
                  <a:lnTo>
                    <a:pt x="296" y="328"/>
                  </a:lnTo>
                  <a:lnTo>
                    <a:pt x="312" y="320"/>
                  </a:lnTo>
                  <a:lnTo>
                    <a:pt x="320" y="336"/>
                  </a:lnTo>
                  <a:lnTo>
                    <a:pt x="328" y="336"/>
                  </a:lnTo>
                  <a:lnTo>
                    <a:pt x="344" y="328"/>
                  </a:lnTo>
                  <a:lnTo>
                    <a:pt x="352" y="328"/>
                  </a:lnTo>
                  <a:lnTo>
                    <a:pt x="352" y="336"/>
                  </a:lnTo>
                  <a:lnTo>
                    <a:pt x="360" y="328"/>
                  </a:lnTo>
                  <a:lnTo>
                    <a:pt x="360" y="32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691"/>
            <p:cNvSpPr/>
            <p:nvPr/>
          </p:nvSpPr>
          <p:spPr bwMode="auto">
            <a:xfrm>
              <a:off x="5299605" y="2885263"/>
              <a:ext cx="20836" cy="10966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2147483647 h 8"/>
                <a:gd name="T4" fmla="*/ 2147483647 w 16"/>
                <a:gd name="T5" fmla="*/ 2147483647 h 8"/>
                <a:gd name="T6" fmla="*/ 2147483647 w 16"/>
                <a:gd name="T7" fmla="*/ 2147483647 h 8"/>
                <a:gd name="T8" fmla="*/ 0 w 1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8"/>
                <a:gd name="T17" fmla="*/ 16 w 1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8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692"/>
            <p:cNvSpPr/>
            <p:nvPr/>
          </p:nvSpPr>
          <p:spPr bwMode="auto">
            <a:xfrm>
              <a:off x="4741428" y="2627558"/>
              <a:ext cx="10966" cy="1096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693"/>
            <p:cNvSpPr/>
            <p:nvPr/>
          </p:nvSpPr>
          <p:spPr bwMode="auto">
            <a:xfrm>
              <a:off x="5299605" y="2885263"/>
              <a:ext cx="20836" cy="10966"/>
            </a:xfrm>
            <a:custGeom>
              <a:avLst/>
              <a:gdLst>
                <a:gd name="T0" fmla="*/ 0 w 16"/>
                <a:gd name="T1" fmla="*/ 0 h 8"/>
                <a:gd name="T2" fmla="*/ 0 w 16"/>
                <a:gd name="T3" fmla="*/ 2147483647 h 8"/>
                <a:gd name="T4" fmla="*/ 2147483647 w 16"/>
                <a:gd name="T5" fmla="*/ 2147483647 h 8"/>
                <a:gd name="T6" fmla="*/ 2147483647 w 16"/>
                <a:gd name="T7" fmla="*/ 2147483647 h 8"/>
                <a:gd name="T8" fmla="*/ 0 w 16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8"/>
                <a:gd name="T17" fmla="*/ 16 w 1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8">
                  <a:moveTo>
                    <a:pt x="0" y="0"/>
                  </a:moveTo>
                  <a:lnTo>
                    <a:pt x="0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3" name="Rectangle 694"/>
            <p:cNvSpPr>
              <a:spLocks noChangeArrowheads="1"/>
            </p:cNvSpPr>
            <p:nvPr/>
          </p:nvSpPr>
          <p:spPr bwMode="auto">
            <a:xfrm>
              <a:off x="4741428" y="2627558"/>
              <a:ext cx="10966" cy="0"/>
            </a:xfrm>
            <a:prstGeom prst="rect">
              <a:avLst/>
            </a:prstGeom>
            <a:grpFill/>
            <a:ln w="6350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hangingPunct="1">
                <a:spcBef>
                  <a:spcPct val="50000"/>
                </a:spcBef>
              </a:pPr>
              <a:endParaRPr lang="en-US">
                <a:solidFill>
                  <a:srgbClr val="4D4D4D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154" name="Freeform 695"/>
            <p:cNvSpPr/>
            <p:nvPr/>
          </p:nvSpPr>
          <p:spPr bwMode="auto">
            <a:xfrm>
              <a:off x="4622993" y="2627558"/>
              <a:ext cx="129401" cy="53734"/>
            </a:xfrm>
            <a:custGeom>
              <a:avLst/>
              <a:gdLst>
                <a:gd name="T0" fmla="*/ 2147483647 w 96"/>
                <a:gd name="T1" fmla="*/ 2147483647 h 40"/>
                <a:gd name="T2" fmla="*/ 2147483647 w 96"/>
                <a:gd name="T3" fmla="*/ 2147483647 h 40"/>
                <a:gd name="T4" fmla="*/ 2147483647 w 96"/>
                <a:gd name="T5" fmla="*/ 2147483647 h 40"/>
                <a:gd name="T6" fmla="*/ 2147483647 w 96"/>
                <a:gd name="T7" fmla="*/ 0 h 40"/>
                <a:gd name="T8" fmla="*/ 2147483647 w 96"/>
                <a:gd name="T9" fmla="*/ 0 h 40"/>
                <a:gd name="T10" fmla="*/ 2147483647 w 96"/>
                <a:gd name="T11" fmla="*/ 0 h 40"/>
                <a:gd name="T12" fmla="*/ 2147483647 w 96"/>
                <a:gd name="T13" fmla="*/ 0 h 40"/>
                <a:gd name="T14" fmla="*/ 2147483647 w 96"/>
                <a:gd name="T15" fmla="*/ 2147483647 h 40"/>
                <a:gd name="T16" fmla="*/ 2147483647 w 96"/>
                <a:gd name="T17" fmla="*/ 2147483647 h 40"/>
                <a:gd name="T18" fmla="*/ 2147483647 w 96"/>
                <a:gd name="T19" fmla="*/ 2147483647 h 40"/>
                <a:gd name="T20" fmla="*/ 2147483647 w 96"/>
                <a:gd name="T21" fmla="*/ 2147483647 h 40"/>
                <a:gd name="T22" fmla="*/ 2147483647 w 96"/>
                <a:gd name="T23" fmla="*/ 2147483647 h 40"/>
                <a:gd name="T24" fmla="*/ 2147483647 w 96"/>
                <a:gd name="T25" fmla="*/ 2147483647 h 40"/>
                <a:gd name="T26" fmla="*/ 2147483647 w 96"/>
                <a:gd name="T27" fmla="*/ 2147483647 h 40"/>
                <a:gd name="T28" fmla="*/ 2147483647 w 96"/>
                <a:gd name="T29" fmla="*/ 2147483647 h 40"/>
                <a:gd name="T30" fmla="*/ 0 w 96"/>
                <a:gd name="T31" fmla="*/ 2147483647 h 40"/>
                <a:gd name="T32" fmla="*/ 2147483647 w 96"/>
                <a:gd name="T33" fmla="*/ 2147483647 h 40"/>
                <a:gd name="T34" fmla="*/ 2147483647 w 96"/>
                <a:gd name="T35" fmla="*/ 2147483647 h 40"/>
                <a:gd name="T36" fmla="*/ 2147483647 w 96"/>
                <a:gd name="T37" fmla="*/ 2147483647 h 40"/>
                <a:gd name="T38" fmla="*/ 2147483647 w 96"/>
                <a:gd name="T39" fmla="*/ 2147483647 h 40"/>
                <a:gd name="T40" fmla="*/ 2147483647 w 96"/>
                <a:gd name="T41" fmla="*/ 2147483647 h 40"/>
                <a:gd name="T42" fmla="*/ 2147483647 w 96"/>
                <a:gd name="T43" fmla="*/ 2147483647 h 40"/>
                <a:gd name="T44" fmla="*/ 2147483647 w 96"/>
                <a:gd name="T45" fmla="*/ 2147483647 h 40"/>
                <a:gd name="T46" fmla="*/ 2147483647 w 96"/>
                <a:gd name="T47" fmla="*/ 2147483647 h 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96"/>
                <a:gd name="T73" fmla="*/ 0 h 40"/>
                <a:gd name="T74" fmla="*/ 96 w 96"/>
                <a:gd name="T75" fmla="*/ 40 h 4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96" h="40">
                  <a:moveTo>
                    <a:pt x="96" y="24"/>
                  </a:moveTo>
                  <a:lnTo>
                    <a:pt x="96" y="16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56" y="8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8" y="32"/>
                  </a:lnTo>
                  <a:lnTo>
                    <a:pt x="16" y="40"/>
                  </a:lnTo>
                  <a:lnTo>
                    <a:pt x="24" y="40"/>
                  </a:lnTo>
                  <a:lnTo>
                    <a:pt x="40" y="40"/>
                  </a:lnTo>
                  <a:lnTo>
                    <a:pt x="56" y="40"/>
                  </a:lnTo>
                  <a:lnTo>
                    <a:pt x="72" y="40"/>
                  </a:lnTo>
                  <a:lnTo>
                    <a:pt x="88" y="32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Freeform 696"/>
            <p:cNvSpPr/>
            <p:nvPr/>
          </p:nvSpPr>
          <p:spPr bwMode="auto">
            <a:xfrm>
              <a:off x="4386124" y="2562857"/>
              <a:ext cx="216033" cy="225903"/>
            </a:xfrm>
            <a:custGeom>
              <a:avLst/>
              <a:gdLst>
                <a:gd name="T0" fmla="*/ 2147483647 w 161"/>
                <a:gd name="T1" fmla="*/ 2147483647 h 168"/>
                <a:gd name="T2" fmla="*/ 2147483647 w 161"/>
                <a:gd name="T3" fmla="*/ 2147483647 h 168"/>
                <a:gd name="T4" fmla="*/ 2147483647 w 161"/>
                <a:gd name="T5" fmla="*/ 2147483647 h 168"/>
                <a:gd name="T6" fmla="*/ 2147483647 w 161"/>
                <a:gd name="T7" fmla="*/ 2147483647 h 168"/>
                <a:gd name="T8" fmla="*/ 2147483647 w 161"/>
                <a:gd name="T9" fmla="*/ 2147483647 h 168"/>
                <a:gd name="T10" fmla="*/ 2147483647 w 161"/>
                <a:gd name="T11" fmla="*/ 2147483647 h 168"/>
                <a:gd name="T12" fmla="*/ 2147483647 w 161"/>
                <a:gd name="T13" fmla="*/ 2147483647 h 168"/>
                <a:gd name="T14" fmla="*/ 2147483647 w 161"/>
                <a:gd name="T15" fmla="*/ 2147483647 h 168"/>
                <a:gd name="T16" fmla="*/ 2147483647 w 161"/>
                <a:gd name="T17" fmla="*/ 2147483647 h 168"/>
                <a:gd name="T18" fmla="*/ 2147483647 w 161"/>
                <a:gd name="T19" fmla="*/ 2147483647 h 168"/>
                <a:gd name="T20" fmla="*/ 2147483647 w 161"/>
                <a:gd name="T21" fmla="*/ 2147483647 h 168"/>
                <a:gd name="T22" fmla="*/ 2147483647 w 161"/>
                <a:gd name="T23" fmla="*/ 2147483647 h 168"/>
                <a:gd name="T24" fmla="*/ 2147483647 w 161"/>
                <a:gd name="T25" fmla="*/ 2147483647 h 168"/>
                <a:gd name="T26" fmla="*/ 2147483647 w 161"/>
                <a:gd name="T27" fmla="*/ 2147483647 h 168"/>
                <a:gd name="T28" fmla="*/ 2147483647 w 161"/>
                <a:gd name="T29" fmla="*/ 2147483647 h 168"/>
                <a:gd name="T30" fmla="*/ 2147483647 w 161"/>
                <a:gd name="T31" fmla="*/ 2147483647 h 168"/>
                <a:gd name="T32" fmla="*/ 2147483647 w 161"/>
                <a:gd name="T33" fmla="*/ 0 h 168"/>
                <a:gd name="T34" fmla="*/ 2147483647 w 161"/>
                <a:gd name="T35" fmla="*/ 2147483647 h 168"/>
                <a:gd name="T36" fmla="*/ 2147483647 w 161"/>
                <a:gd name="T37" fmla="*/ 2147483647 h 168"/>
                <a:gd name="T38" fmla="*/ 2147483647 w 161"/>
                <a:gd name="T39" fmla="*/ 2147483647 h 168"/>
                <a:gd name="T40" fmla="*/ 2147483647 w 161"/>
                <a:gd name="T41" fmla="*/ 2147483647 h 168"/>
                <a:gd name="T42" fmla="*/ 2147483647 w 161"/>
                <a:gd name="T43" fmla="*/ 2147483647 h 168"/>
                <a:gd name="T44" fmla="*/ 2147483647 w 161"/>
                <a:gd name="T45" fmla="*/ 2147483647 h 168"/>
                <a:gd name="T46" fmla="*/ 2147483647 w 161"/>
                <a:gd name="T47" fmla="*/ 2147483647 h 168"/>
                <a:gd name="T48" fmla="*/ 2147483647 w 161"/>
                <a:gd name="T49" fmla="*/ 2147483647 h 168"/>
                <a:gd name="T50" fmla="*/ 2147483647 w 161"/>
                <a:gd name="T51" fmla="*/ 2147483647 h 168"/>
                <a:gd name="T52" fmla="*/ 2147483647 w 161"/>
                <a:gd name="T53" fmla="*/ 2147483647 h 168"/>
                <a:gd name="T54" fmla="*/ 2147483647 w 161"/>
                <a:gd name="T55" fmla="*/ 2147483647 h 168"/>
                <a:gd name="T56" fmla="*/ 2147483647 w 161"/>
                <a:gd name="T57" fmla="*/ 2147483647 h 168"/>
                <a:gd name="T58" fmla="*/ 0 w 161"/>
                <a:gd name="T59" fmla="*/ 2147483647 h 168"/>
                <a:gd name="T60" fmla="*/ 0 w 161"/>
                <a:gd name="T61" fmla="*/ 2147483647 h 168"/>
                <a:gd name="T62" fmla="*/ 2147483647 w 161"/>
                <a:gd name="T63" fmla="*/ 2147483647 h 168"/>
                <a:gd name="T64" fmla="*/ 2147483647 w 161"/>
                <a:gd name="T65" fmla="*/ 2147483647 h 168"/>
                <a:gd name="T66" fmla="*/ 2147483647 w 161"/>
                <a:gd name="T67" fmla="*/ 2147483647 h 168"/>
                <a:gd name="T68" fmla="*/ 2147483647 w 161"/>
                <a:gd name="T69" fmla="*/ 2147483647 h 168"/>
                <a:gd name="T70" fmla="*/ 2147483647 w 161"/>
                <a:gd name="T71" fmla="*/ 2147483647 h 168"/>
                <a:gd name="T72" fmla="*/ 2147483647 w 161"/>
                <a:gd name="T73" fmla="*/ 2147483647 h 168"/>
                <a:gd name="T74" fmla="*/ 2147483647 w 161"/>
                <a:gd name="T75" fmla="*/ 2147483647 h 168"/>
                <a:gd name="T76" fmla="*/ 2147483647 w 161"/>
                <a:gd name="T77" fmla="*/ 2147483647 h 168"/>
                <a:gd name="T78" fmla="*/ 2147483647 w 161"/>
                <a:gd name="T79" fmla="*/ 2147483647 h 168"/>
                <a:gd name="T80" fmla="*/ 2147483647 w 161"/>
                <a:gd name="T81" fmla="*/ 2147483647 h 168"/>
                <a:gd name="T82" fmla="*/ 2147483647 w 161"/>
                <a:gd name="T83" fmla="*/ 2147483647 h 168"/>
                <a:gd name="T84" fmla="*/ 2147483647 w 161"/>
                <a:gd name="T85" fmla="*/ 2147483647 h 168"/>
                <a:gd name="T86" fmla="*/ 2147483647 w 161"/>
                <a:gd name="T87" fmla="*/ 2147483647 h 168"/>
                <a:gd name="T88" fmla="*/ 2147483647 w 161"/>
                <a:gd name="T89" fmla="*/ 2147483647 h 168"/>
                <a:gd name="T90" fmla="*/ 2147483647 w 161"/>
                <a:gd name="T91" fmla="*/ 2147483647 h 168"/>
                <a:gd name="T92" fmla="*/ 2147483647 w 161"/>
                <a:gd name="T93" fmla="*/ 2147483647 h 168"/>
                <a:gd name="T94" fmla="*/ 2147483647 w 161"/>
                <a:gd name="T95" fmla="*/ 2147483647 h 168"/>
                <a:gd name="T96" fmla="*/ 2147483647 w 161"/>
                <a:gd name="T97" fmla="*/ 2147483647 h 168"/>
                <a:gd name="T98" fmla="*/ 2147483647 w 161"/>
                <a:gd name="T99" fmla="*/ 2147483647 h 168"/>
                <a:gd name="T100" fmla="*/ 2147483647 w 161"/>
                <a:gd name="T101" fmla="*/ 2147483647 h 168"/>
                <a:gd name="T102" fmla="*/ 2147483647 w 161"/>
                <a:gd name="T103" fmla="*/ 2147483647 h 16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61"/>
                <a:gd name="T157" fmla="*/ 0 h 168"/>
                <a:gd name="T158" fmla="*/ 161 w 161"/>
                <a:gd name="T159" fmla="*/ 168 h 168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61" h="168">
                  <a:moveTo>
                    <a:pt x="145" y="120"/>
                  </a:moveTo>
                  <a:lnTo>
                    <a:pt x="153" y="112"/>
                  </a:lnTo>
                  <a:lnTo>
                    <a:pt x="153" y="104"/>
                  </a:lnTo>
                  <a:lnTo>
                    <a:pt x="145" y="96"/>
                  </a:lnTo>
                  <a:lnTo>
                    <a:pt x="137" y="96"/>
                  </a:lnTo>
                  <a:lnTo>
                    <a:pt x="137" y="88"/>
                  </a:lnTo>
                  <a:lnTo>
                    <a:pt x="153" y="72"/>
                  </a:lnTo>
                  <a:lnTo>
                    <a:pt x="153" y="56"/>
                  </a:lnTo>
                  <a:lnTo>
                    <a:pt x="161" y="48"/>
                  </a:lnTo>
                  <a:lnTo>
                    <a:pt x="153" y="40"/>
                  </a:lnTo>
                  <a:lnTo>
                    <a:pt x="145" y="40"/>
                  </a:lnTo>
                  <a:lnTo>
                    <a:pt x="128" y="32"/>
                  </a:lnTo>
                  <a:lnTo>
                    <a:pt x="120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96" y="8"/>
                  </a:lnTo>
                  <a:lnTo>
                    <a:pt x="96" y="0"/>
                  </a:lnTo>
                  <a:lnTo>
                    <a:pt x="88" y="8"/>
                  </a:lnTo>
                  <a:lnTo>
                    <a:pt x="80" y="24"/>
                  </a:lnTo>
                  <a:lnTo>
                    <a:pt x="72" y="24"/>
                  </a:lnTo>
                  <a:lnTo>
                    <a:pt x="64" y="40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32" y="48"/>
                  </a:lnTo>
                  <a:lnTo>
                    <a:pt x="24" y="48"/>
                  </a:lnTo>
                  <a:lnTo>
                    <a:pt x="16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16" y="72"/>
                  </a:lnTo>
                  <a:lnTo>
                    <a:pt x="32" y="72"/>
                  </a:lnTo>
                  <a:lnTo>
                    <a:pt x="32" y="80"/>
                  </a:lnTo>
                  <a:lnTo>
                    <a:pt x="40" y="88"/>
                  </a:lnTo>
                  <a:lnTo>
                    <a:pt x="40" y="104"/>
                  </a:lnTo>
                  <a:lnTo>
                    <a:pt x="48" y="104"/>
                  </a:lnTo>
                  <a:lnTo>
                    <a:pt x="48" y="120"/>
                  </a:lnTo>
                  <a:lnTo>
                    <a:pt x="40" y="152"/>
                  </a:lnTo>
                  <a:lnTo>
                    <a:pt x="48" y="160"/>
                  </a:lnTo>
                  <a:lnTo>
                    <a:pt x="56" y="160"/>
                  </a:lnTo>
                  <a:lnTo>
                    <a:pt x="72" y="160"/>
                  </a:lnTo>
                  <a:lnTo>
                    <a:pt x="80" y="160"/>
                  </a:lnTo>
                  <a:lnTo>
                    <a:pt x="88" y="168"/>
                  </a:lnTo>
                  <a:lnTo>
                    <a:pt x="96" y="168"/>
                  </a:lnTo>
                  <a:lnTo>
                    <a:pt x="104" y="152"/>
                  </a:lnTo>
                  <a:lnTo>
                    <a:pt x="112" y="152"/>
                  </a:lnTo>
                  <a:lnTo>
                    <a:pt x="128" y="152"/>
                  </a:lnTo>
                  <a:lnTo>
                    <a:pt x="153" y="136"/>
                  </a:lnTo>
                  <a:lnTo>
                    <a:pt x="161" y="136"/>
                  </a:lnTo>
                  <a:lnTo>
                    <a:pt x="153" y="128"/>
                  </a:lnTo>
                  <a:lnTo>
                    <a:pt x="145" y="12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Freeform 697"/>
            <p:cNvSpPr/>
            <p:nvPr/>
          </p:nvSpPr>
          <p:spPr bwMode="auto">
            <a:xfrm>
              <a:off x="4580225" y="2681292"/>
              <a:ext cx="203971" cy="193004"/>
            </a:xfrm>
            <a:custGeom>
              <a:avLst/>
              <a:gdLst>
                <a:gd name="T0" fmla="*/ 2147483647 w 152"/>
                <a:gd name="T1" fmla="*/ 0 h 144"/>
                <a:gd name="T2" fmla="*/ 2147483647 w 152"/>
                <a:gd name="T3" fmla="*/ 0 h 144"/>
                <a:gd name="T4" fmla="*/ 2147483647 w 152"/>
                <a:gd name="T5" fmla="*/ 0 h 144"/>
                <a:gd name="T6" fmla="*/ 2147483647 w 152"/>
                <a:gd name="T7" fmla="*/ 0 h 144"/>
                <a:gd name="T8" fmla="*/ 2147483647 w 152"/>
                <a:gd name="T9" fmla="*/ 2147483647 h 144"/>
                <a:gd name="T10" fmla="*/ 2147483647 w 152"/>
                <a:gd name="T11" fmla="*/ 2147483647 h 144"/>
                <a:gd name="T12" fmla="*/ 2147483647 w 152"/>
                <a:gd name="T13" fmla="*/ 2147483647 h 144"/>
                <a:gd name="T14" fmla="*/ 2147483647 w 152"/>
                <a:gd name="T15" fmla="*/ 2147483647 h 144"/>
                <a:gd name="T16" fmla="*/ 0 w 152"/>
                <a:gd name="T17" fmla="*/ 2147483647 h 144"/>
                <a:gd name="T18" fmla="*/ 2147483647 w 152"/>
                <a:gd name="T19" fmla="*/ 2147483647 h 144"/>
                <a:gd name="T20" fmla="*/ 2147483647 w 152"/>
                <a:gd name="T21" fmla="*/ 2147483647 h 144"/>
                <a:gd name="T22" fmla="*/ 2147483647 w 152"/>
                <a:gd name="T23" fmla="*/ 2147483647 h 144"/>
                <a:gd name="T24" fmla="*/ 2147483647 w 152"/>
                <a:gd name="T25" fmla="*/ 2147483647 h 144"/>
                <a:gd name="T26" fmla="*/ 2147483647 w 152"/>
                <a:gd name="T27" fmla="*/ 2147483647 h 144"/>
                <a:gd name="T28" fmla="*/ 2147483647 w 152"/>
                <a:gd name="T29" fmla="*/ 2147483647 h 144"/>
                <a:gd name="T30" fmla="*/ 2147483647 w 152"/>
                <a:gd name="T31" fmla="*/ 2147483647 h 144"/>
                <a:gd name="T32" fmla="*/ 2147483647 w 152"/>
                <a:gd name="T33" fmla="*/ 2147483647 h 144"/>
                <a:gd name="T34" fmla="*/ 2147483647 w 152"/>
                <a:gd name="T35" fmla="*/ 2147483647 h 144"/>
                <a:gd name="T36" fmla="*/ 2147483647 w 152"/>
                <a:gd name="T37" fmla="*/ 2147483647 h 144"/>
                <a:gd name="T38" fmla="*/ 2147483647 w 152"/>
                <a:gd name="T39" fmla="*/ 2147483647 h 144"/>
                <a:gd name="T40" fmla="*/ 2147483647 w 152"/>
                <a:gd name="T41" fmla="*/ 2147483647 h 144"/>
                <a:gd name="T42" fmla="*/ 2147483647 w 152"/>
                <a:gd name="T43" fmla="*/ 2147483647 h 144"/>
                <a:gd name="T44" fmla="*/ 2147483647 w 152"/>
                <a:gd name="T45" fmla="*/ 2147483647 h 144"/>
                <a:gd name="T46" fmla="*/ 2147483647 w 152"/>
                <a:gd name="T47" fmla="*/ 2147483647 h 144"/>
                <a:gd name="T48" fmla="*/ 2147483647 w 152"/>
                <a:gd name="T49" fmla="*/ 2147483647 h 144"/>
                <a:gd name="T50" fmla="*/ 2147483647 w 152"/>
                <a:gd name="T51" fmla="*/ 2147483647 h 144"/>
                <a:gd name="T52" fmla="*/ 2147483647 w 152"/>
                <a:gd name="T53" fmla="*/ 2147483647 h 144"/>
                <a:gd name="T54" fmla="*/ 2147483647 w 152"/>
                <a:gd name="T55" fmla="*/ 2147483647 h 144"/>
                <a:gd name="T56" fmla="*/ 2147483647 w 152"/>
                <a:gd name="T57" fmla="*/ 2147483647 h 144"/>
                <a:gd name="T58" fmla="*/ 2147483647 w 152"/>
                <a:gd name="T59" fmla="*/ 2147483647 h 144"/>
                <a:gd name="T60" fmla="*/ 2147483647 w 152"/>
                <a:gd name="T61" fmla="*/ 0 h 14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52"/>
                <a:gd name="T94" fmla="*/ 0 h 144"/>
                <a:gd name="T95" fmla="*/ 152 w 152"/>
                <a:gd name="T96" fmla="*/ 144 h 14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52" h="144">
                  <a:moveTo>
                    <a:pt x="88" y="0"/>
                  </a:move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96" y="104"/>
                  </a:lnTo>
                  <a:lnTo>
                    <a:pt x="112" y="128"/>
                  </a:lnTo>
                  <a:lnTo>
                    <a:pt x="120" y="144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0"/>
                  </a:lnTo>
                  <a:lnTo>
                    <a:pt x="152" y="120"/>
                  </a:lnTo>
                  <a:lnTo>
                    <a:pt x="128" y="96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698"/>
            <p:cNvSpPr/>
            <p:nvPr/>
          </p:nvSpPr>
          <p:spPr bwMode="auto">
            <a:xfrm>
              <a:off x="4557196" y="2455389"/>
              <a:ext cx="162299" cy="203971"/>
            </a:xfrm>
            <a:custGeom>
              <a:avLst/>
              <a:gdLst>
                <a:gd name="T0" fmla="*/ 2147483647 w 121"/>
                <a:gd name="T1" fmla="*/ 2147483647 h 152"/>
                <a:gd name="T2" fmla="*/ 2147483647 w 121"/>
                <a:gd name="T3" fmla="*/ 2147483647 h 152"/>
                <a:gd name="T4" fmla="*/ 2147483647 w 121"/>
                <a:gd name="T5" fmla="*/ 2147483647 h 152"/>
                <a:gd name="T6" fmla="*/ 2147483647 w 121"/>
                <a:gd name="T7" fmla="*/ 2147483647 h 152"/>
                <a:gd name="T8" fmla="*/ 2147483647 w 121"/>
                <a:gd name="T9" fmla="*/ 2147483647 h 152"/>
                <a:gd name="T10" fmla="*/ 2147483647 w 121"/>
                <a:gd name="T11" fmla="*/ 2147483647 h 152"/>
                <a:gd name="T12" fmla="*/ 2147483647 w 121"/>
                <a:gd name="T13" fmla="*/ 2147483647 h 152"/>
                <a:gd name="T14" fmla="*/ 2147483647 w 121"/>
                <a:gd name="T15" fmla="*/ 2147483647 h 152"/>
                <a:gd name="T16" fmla="*/ 0 w 121"/>
                <a:gd name="T17" fmla="*/ 2147483647 h 152"/>
                <a:gd name="T18" fmla="*/ 2147483647 w 121"/>
                <a:gd name="T19" fmla="*/ 2147483647 h 152"/>
                <a:gd name="T20" fmla="*/ 2147483647 w 121"/>
                <a:gd name="T21" fmla="*/ 2147483647 h 152"/>
                <a:gd name="T22" fmla="*/ 2147483647 w 121"/>
                <a:gd name="T23" fmla="*/ 2147483647 h 152"/>
                <a:gd name="T24" fmla="*/ 2147483647 w 121"/>
                <a:gd name="T25" fmla="*/ 2147483647 h 152"/>
                <a:gd name="T26" fmla="*/ 2147483647 w 121"/>
                <a:gd name="T27" fmla="*/ 2147483647 h 152"/>
                <a:gd name="T28" fmla="*/ 2147483647 w 121"/>
                <a:gd name="T29" fmla="*/ 2147483647 h 152"/>
                <a:gd name="T30" fmla="*/ 2147483647 w 121"/>
                <a:gd name="T31" fmla="*/ 2147483647 h 152"/>
                <a:gd name="T32" fmla="*/ 2147483647 w 121"/>
                <a:gd name="T33" fmla="*/ 2147483647 h 152"/>
                <a:gd name="T34" fmla="*/ 2147483647 w 121"/>
                <a:gd name="T35" fmla="*/ 2147483647 h 152"/>
                <a:gd name="T36" fmla="*/ 2147483647 w 121"/>
                <a:gd name="T37" fmla="*/ 2147483647 h 152"/>
                <a:gd name="T38" fmla="*/ 2147483647 w 121"/>
                <a:gd name="T39" fmla="*/ 2147483647 h 152"/>
                <a:gd name="T40" fmla="*/ 2147483647 w 121"/>
                <a:gd name="T41" fmla="*/ 2147483647 h 152"/>
                <a:gd name="T42" fmla="*/ 2147483647 w 121"/>
                <a:gd name="T43" fmla="*/ 2147483647 h 152"/>
                <a:gd name="T44" fmla="*/ 2147483647 w 121"/>
                <a:gd name="T45" fmla="*/ 2147483647 h 152"/>
                <a:gd name="T46" fmla="*/ 2147483647 w 121"/>
                <a:gd name="T47" fmla="*/ 2147483647 h 152"/>
                <a:gd name="T48" fmla="*/ 2147483647 w 121"/>
                <a:gd name="T49" fmla="*/ 2147483647 h 152"/>
                <a:gd name="T50" fmla="*/ 2147483647 w 121"/>
                <a:gd name="T51" fmla="*/ 2147483647 h 152"/>
                <a:gd name="T52" fmla="*/ 2147483647 w 121"/>
                <a:gd name="T53" fmla="*/ 2147483647 h 152"/>
                <a:gd name="T54" fmla="*/ 2147483647 w 121"/>
                <a:gd name="T55" fmla="*/ 2147483647 h 152"/>
                <a:gd name="T56" fmla="*/ 2147483647 w 121"/>
                <a:gd name="T57" fmla="*/ 2147483647 h 152"/>
                <a:gd name="T58" fmla="*/ 2147483647 w 121"/>
                <a:gd name="T59" fmla="*/ 2147483647 h 152"/>
                <a:gd name="T60" fmla="*/ 2147483647 w 121"/>
                <a:gd name="T61" fmla="*/ 2147483647 h 152"/>
                <a:gd name="T62" fmla="*/ 2147483647 w 121"/>
                <a:gd name="T63" fmla="*/ 2147483647 h 152"/>
                <a:gd name="T64" fmla="*/ 2147483647 w 121"/>
                <a:gd name="T65" fmla="*/ 2147483647 h 152"/>
                <a:gd name="T66" fmla="*/ 2147483647 w 121"/>
                <a:gd name="T67" fmla="*/ 2147483647 h 152"/>
                <a:gd name="T68" fmla="*/ 2147483647 w 121"/>
                <a:gd name="T69" fmla="*/ 2147483647 h 152"/>
                <a:gd name="T70" fmla="*/ 2147483647 w 121"/>
                <a:gd name="T71" fmla="*/ 2147483647 h 152"/>
                <a:gd name="T72" fmla="*/ 2147483647 w 121"/>
                <a:gd name="T73" fmla="*/ 2147483647 h 152"/>
                <a:gd name="T74" fmla="*/ 2147483647 w 121"/>
                <a:gd name="T75" fmla="*/ 2147483647 h 152"/>
                <a:gd name="T76" fmla="*/ 2147483647 w 121"/>
                <a:gd name="T77" fmla="*/ 2147483647 h 152"/>
                <a:gd name="T78" fmla="*/ 2147483647 w 121"/>
                <a:gd name="T79" fmla="*/ 2147483647 h 152"/>
                <a:gd name="T80" fmla="*/ 2147483647 w 121"/>
                <a:gd name="T81" fmla="*/ 2147483647 h 152"/>
                <a:gd name="T82" fmla="*/ 2147483647 w 121"/>
                <a:gd name="T83" fmla="*/ 2147483647 h 152"/>
                <a:gd name="T84" fmla="*/ 2147483647 w 121"/>
                <a:gd name="T85" fmla="*/ 2147483647 h 152"/>
                <a:gd name="T86" fmla="*/ 2147483647 w 121"/>
                <a:gd name="T87" fmla="*/ 2147483647 h 152"/>
                <a:gd name="T88" fmla="*/ 2147483647 w 121"/>
                <a:gd name="T89" fmla="*/ 2147483647 h 152"/>
                <a:gd name="T90" fmla="*/ 2147483647 w 121"/>
                <a:gd name="T91" fmla="*/ 0 h 152"/>
                <a:gd name="T92" fmla="*/ 2147483647 w 121"/>
                <a:gd name="T93" fmla="*/ 2147483647 h 152"/>
                <a:gd name="T94" fmla="*/ 2147483647 w 121"/>
                <a:gd name="T95" fmla="*/ 2147483647 h 152"/>
                <a:gd name="T96" fmla="*/ 2147483647 w 121"/>
                <a:gd name="T97" fmla="*/ 2147483647 h 152"/>
                <a:gd name="T98" fmla="*/ 2147483647 w 121"/>
                <a:gd name="T99" fmla="*/ 2147483647 h 152"/>
                <a:gd name="T100" fmla="*/ 2147483647 w 121"/>
                <a:gd name="T101" fmla="*/ 2147483647 h 152"/>
                <a:gd name="T102" fmla="*/ 2147483647 w 121"/>
                <a:gd name="T103" fmla="*/ 2147483647 h 15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1"/>
                <a:gd name="T157" fmla="*/ 0 h 152"/>
                <a:gd name="T158" fmla="*/ 121 w 121"/>
                <a:gd name="T159" fmla="*/ 152 h 15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1" h="152">
                  <a:moveTo>
                    <a:pt x="25" y="40"/>
                  </a:moveTo>
                  <a:lnTo>
                    <a:pt x="17" y="48"/>
                  </a:lnTo>
                  <a:lnTo>
                    <a:pt x="17" y="64"/>
                  </a:lnTo>
                  <a:lnTo>
                    <a:pt x="9" y="72"/>
                  </a:lnTo>
                  <a:lnTo>
                    <a:pt x="9" y="80"/>
                  </a:lnTo>
                  <a:lnTo>
                    <a:pt x="9" y="88"/>
                  </a:lnTo>
                  <a:lnTo>
                    <a:pt x="9" y="96"/>
                  </a:lnTo>
                  <a:lnTo>
                    <a:pt x="9" y="104"/>
                  </a:lnTo>
                  <a:lnTo>
                    <a:pt x="0" y="112"/>
                  </a:lnTo>
                  <a:lnTo>
                    <a:pt x="17" y="120"/>
                  </a:lnTo>
                  <a:lnTo>
                    <a:pt x="25" y="120"/>
                  </a:lnTo>
                  <a:lnTo>
                    <a:pt x="33" y="128"/>
                  </a:lnTo>
                  <a:lnTo>
                    <a:pt x="25" y="136"/>
                  </a:lnTo>
                  <a:lnTo>
                    <a:pt x="25" y="152"/>
                  </a:lnTo>
                  <a:lnTo>
                    <a:pt x="33" y="152"/>
                  </a:lnTo>
                  <a:lnTo>
                    <a:pt x="41" y="152"/>
                  </a:lnTo>
                  <a:lnTo>
                    <a:pt x="49" y="152"/>
                  </a:lnTo>
                  <a:lnTo>
                    <a:pt x="57" y="152"/>
                  </a:lnTo>
                  <a:lnTo>
                    <a:pt x="65" y="152"/>
                  </a:lnTo>
                  <a:lnTo>
                    <a:pt x="73" y="152"/>
                  </a:lnTo>
                  <a:lnTo>
                    <a:pt x="89" y="152"/>
                  </a:lnTo>
                  <a:lnTo>
                    <a:pt x="97" y="152"/>
                  </a:lnTo>
                  <a:lnTo>
                    <a:pt x="97" y="144"/>
                  </a:lnTo>
                  <a:lnTo>
                    <a:pt x="97" y="136"/>
                  </a:lnTo>
                  <a:lnTo>
                    <a:pt x="105" y="136"/>
                  </a:lnTo>
                  <a:lnTo>
                    <a:pt x="105" y="128"/>
                  </a:lnTo>
                  <a:lnTo>
                    <a:pt x="97" y="112"/>
                  </a:lnTo>
                  <a:lnTo>
                    <a:pt x="89" y="104"/>
                  </a:lnTo>
                  <a:lnTo>
                    <a:pt x="81" y="104"/>
                  </a:lnTo>
                  <a:lnTo>
                    <a:pt x="89" y="96"/>
                  </a:lnTo>
                  <a:lnTo>
                    <a:pt x="97" y="96"/>
                  </a:lnTo>
                  <a:lnTo>
                    <a:pt x="105" y="88"/>
                  </a:lnTo>
                  <a:lnTo>
                    <a:pt x="113" y="88"/>
                  </a:lnTo>
                  <a:lnTo>
                    <a:pt x="121" y="88"/>
                  </a:lnTo>
                  <a:lnTo>
                    <a:pt x="121" y="72"/>
                  </a:lnTo>
                  <a:lnTo>
                    <a:pt x="113" y="56"/>
                  </a:lnTo>
                  <a:lnTo>
                    <a:pt x="113" y="48"/>
                  </a:lnTo>
                  <a:lnTo>
                    <a:pt x="113" y="40"/>
                  </a:lnTo>
                  <a:lnTo>
                    <a:pt x="113" y="32"/>
                  </a:lnTo>
                  <a:lnTo>
                    <a:pt x="113" y="24"/>
                  </a:lnTo>
                  <a:lnTo>
                    <a:pt x="97" y="16"/>
                  </a:lnTo>
                  <a:lnTo>
                    <a:pt x="81" y="24"/>
                  </a:lnTo>
                  <a:lnTo>
                    <a:pt x="73" y="16"/>
                  </a:lnTo>
                  <a:lnTo>
                    <a:pt x="73" y="8"/>
                  </a:lnTo>
                  <a:lnTo>
                    <a:pt x="57" y="8"/>
                  </a:lnTo>
                  <a:lnTo>
                    <a:pt x="49" y="0"/>
                  </a:lnTo>
                  <a:lnTo>
                    <a:pt x="49" y="8"/>
                  </a:lnTo>
                  <a:lnTo>
                    <a:pt x="41" y="24"/>
                  </a:lnTo>
                  <a:lnTo>
                    <a:pt x="41" y="32"/>
                  </a:lnTo>
                  <a:lnTo>
                    <a:pt x="33" y="32"/>
                  </a:lnTo>
                  <a:lnTo>
                    <a:pt x="25" y="32"/>
                  </a:lnTo>
                  <a:lnTo>
                    <a:pt x="25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699"/>
            <p:cNvSpPr/>
            <p:nvPr/>
          </p:nvSpPr>
          <p:spPr bwMode="auto">
            <a:xfrm>
              <a:off x="4525394" y="2499254"/>
              <a:ext cx="65797" cy="74570"/>
            </a:xfrm>
            <a:custGeom>
              <a:avLst/>
              <a:gdLst>
                <a:gd name="T0" fmla="*/ 2147483647 w 49"/>
                <a:gd name="T1" fmla="*/ 2147483647 h 56"/>
                <a:gd name="T2" fmla="*/ 2147483647 w 49"/>
                <a:gd name="T3" fmla="*/ 2147483647 h 56"/>
                <a:gd name="T4" fmla="*/ 2147483647 w 49"/>
                <a:gd name="T5" fmla="*/ 2147483647 h 56"/>
                <a:gd name="T6" fmla="*/ 2147483647 w 49"/>
                <a:gd name="T7" fmla="*/ 2147483647 h 56"/>
                <a:gd name="T8" fmla="*/ 2147483647 w 49"/>
                <a:gd name="T9" fmla="*/ 2147483647 h 56"/>
                <a:gd name="T10" fmla="*/ 2147483647 w 49"/>
                <a:gd name="T11" fmla="*/ 2147483647 h 56"/>
                <a:gd name="T12" fmla="*/ 2147483647 w 49"/>
                <a:gd name="T13" fmla="*/ 2147483647 h 56"/>
                <a:gd name="T14" fmla="*/ 2147483647 w 49"/>
                <a:gd name="T15" fmla="*/ 2147483647 h 56"/>
                <a:gd name="T16" fmla="*/ 2147483647 w 49"/>
                <a:gd name="T17" fmla="*/ 2147483647 h 56"/>
                <a:gd name="T18" fmla="*/ 2147483647 w 49"/>
                <a:gd name="T19" fmla="*/ 0 h 56"/>
                <a:gd name="T20" fmla="*/ 2147483647 w 49"/>
                <a:gd name="T21" fmla="*/ 0 h 56"/>
                <a:gd name="T22" fmla="*/ 2147483647 w 49"/>
                <a:gd name="T23" fmla="*/ 2147483647 h 56"/>
                <a:gd name="T24" fmla="*/ 2147483647 w 49"/>
                <a:gd name="T25" fmla="*/ 2147483647 h 56"/>
                <a:gd name="T26" fmla="*/ 2147483647 w 49"/>
                <a:gd name="T27" fmla="*/ 2147483647 h 56"/>
                <a:gd name="T28" fmla="*/ 2147483647 w 49"/>
                <a:gd name="T29" fmla="*/ 2147483647 h 56"/>
                <a:gd name="T30" fmla="*/ 0 w 49"/>
                <a:gd name="T31" fmla="*/ 2147483647 h 56"/>
                <a:gd name="T32" fmla="*/ 2147483647 w 49"/>
                <a:gd name="T33" fmla="*/ 2147483647 h 56"/>
                <a:gd name="T34" fmla="*/ 2147483647 w 49"/>
                <a:gd name="T35" fmla="*/ 2147483647 h 5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9"/>
                <a:gd name="T55" fmla="*/ 0 h 56"/>
                <a:gd name="T56" fmla="*/ 49 w 49"/>
                <a:gd name="T57" fmla="*/ 56 h 5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9" h="56">
                  <a:moveTo>
                    <a:pt x="16" y="48"/>
                  </a:moveTo>
                  <a:lnTo>
                    <a:pt x="24" y="48"/>
                  </a:lnTo>
                  <a:lnTo>
                    <a:pt x="24" y="56"/>
                  </a:lnTo>
                  <a:lnTo>
                    <a:pt x="33" y="56"/>
                  </a:lnTo>
                  <a:lnTo>
                    <a:pt x="33" y="48"/>
                  </a:lnTo>
                  <a:lnTo>
                    <a:pt x="33" y="40"/>
                  </a:lnTo>
                  <a:lnTo>
                    <a:pt x="41" y="32"/>
                  </a:lnTo>
                  <a:lnTo>
                    <a:pt x="41" y="16"/>
                  </a:lnTo>
                  <a:lnTo>
                    <a:pt x="49" y="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700"/>
            <p:cNvSpPr/>
            <p:nvPr/>
          </p:nvSpPr>
          <p:spPr bwMode="auto">
            <a:xfrm>
              <a:off x="4580225" y="2681292"/>
              <a:ext cx="203971" cy="193004"/>
            </a:xfrm>
            <a:custGeom>
              <a:avLst/>
              <a:gdLst>
                <a:gd name="T0" fmla="*/ 2147483647 w 152"/>
                <a:gd name="T1" fmla="*/ 0 h 144"/>
                <a:gd name="T2" fmla="*/ 2147483647 w 152"/>
                <a:gd name="T3" fmla="*/ 0 h 144"/>
                <a:gd name="T4" fmla="*/ 2147483647 w 152"/>
                <a:gd name="T5" fmla="*/ 0 h 144"/>
                <a:gd name="T6" fmla="*/ 2147483647 w 152"/>
                <a:gd name="T7" fmla="*/ 0 h 144"/>
                <a:gd name="T8" fmla="*/ 2147483647 w 152"/>
                <a:gd name="T9" fmla="*/ 0 h 144"/>
                <a:gd name="T10" fmla="*/ 2147483647 w 152"/>
                <a:gd name="T11" fmla="*/ 2147483647 h 144"/>
                <a:gd name="T12" fmla="*/ 2147483647 w 152"/>
                <a:gd name="T13" fmla="*/ 2147483647 h 144"/>
                <a:gd name="T14" fmla="*/ 2147483647 w 152"/>
                <a:gd name="T15" fmla="*/ 2147483647 h 144"/>
                <a:gd name="T16" fmla="*/ 2147483647 w 152"/>
                <a:gd name="T17" fmla="*/ 2147483647 h 144"/>
                <a:gd name="T18" fmla="*/ 2147483647 w 152"/>
                <a:gd name="T19" fmla="*/ 2147483647 h 144"/>
                <a:gd name="T20" fmla="*/ 2147483647 w 152"/>
                <a:gd name="T21" fmla="*/ 2147483647 h 144"/>
                <a:gd name="T22" fmla="*/ 0 w 152"/>
                <a:gd name="T23" fmla="*/ 2147483647 h 144"/>
                <a:gd name="T24" fmla="*/ 2147483647 w 152"/>
                <a:gd name="T25" fmla="*/ 2147483647 h 144"/>
                <a:gd name="T26" fmla="*/ 2147483647 w 152"/>
                <a:gd name="T27" fmla="*/ 2147483647 h 144"/>
                <a:gd name="T28" fmla="*/ 2147483647 w 152"/>
                <a:gd name="T29" fmla="*/ 2147483647 h 144"/>
                <a:gd name="T30" fmla="*/ 2147483647 w 152"/>
                <a:gd name="T31" fmla="*/ 2147483647 h 144"/>
                <a:gd name="T32" fmla="*/ 2147483647 w 152"/>
                <a:gd name="T33" fmla="*/ 2147483647 h 144"/>
                <a:gd name="T34" fmla="*/ 2147483647 w 152"/>
                <a:gd name="T35" fmla="*/ 2147483647 h 144"/>
                <a:gd name="T36" fmla="*/ 2147483647 w 152"/>
                <a:gd name="T37" fmla="*/ 2147483647 h 144"/>
                <a:gd name="T38" fmla="*/ 2147483647 w 152"/>
                <a:gd name="T39" fmla="*/ 2147483647 h 144"/>
                <a:gd name="T40" fmla="*/ 2147483647 w 152"/>
                <a:gd name="T41" fmla="*/ 2147483647 h 144"/>
                <a:gd name="T42" fmla="*/ 2147483647 w 152"/>
                <a:gd name="T43" fmla="*/ 2147483647 h 144"/>
                <a:gd name="T44" fmla="*/ 2147483647 w 152"/>
                <a:gd name="T45" fmla="*/ 2147483647 h 144"/>
                <a:gd name="T46" fmla="*/ 2147483647 w 152"/>
                <a:gd name="T47" fmla="*/ 2147483647 h 144"/>
                <a:gd name="T48" fmla="*/ 2147483647 w 152"/>
                <a:gd name="T49" fmla="*/ 2147483647 h 144"/>
                <a:gd name="T50" fmla="*/ 2147483647 w 152"/>
                <a:gd name="T51" fmla="*/ 2147483647 h 144"/>
                <a:gd name="T52" fmla="*/ 2147483647 w 152"/>
                <a:gd name="T53" fmla="*/ 2147483647 h 144"/>
                <a:gd name="T54" fmla="*/ 2147483647 w 152"/>
                <a:gd name="T55" fmla="*/ 2147483647 h 144"/>
                <a:gd name="T56" fmla="*/ 2147483647 w 152"/>
                <a:gd name="T57" fmla="*/ 2147483647 h 144"/>
                <a:gd name="T58" fmla="*/ 2147483647 w 152"/>
                <a:gd name="T59" fmla="*/ 2147483647 h 144"/>
                <a:gd name="T60" fmla="*/ 2147483647 w 152"/>
                <a:gd name="T61" fmla="*/ 2147483647 h 144"/>
                <a:gd name="T62" fmla="*/ 2147483647 w 152"/>
                <a:gd name="T63" fmla="*/ 2147483647 h 144"/>
                <a:gd name="T64" fmla="*/ 2147483647 w 152"/>
                <a:gd name="T65" fmla="*/ 2147483647 h 144"/>
                <a:gd name="T66" fmla="*/ 2147483647 w 152"/>
                <a:gd name="T67" fmla="*/ 0 h 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2"/>
                <a:gd name="T103" fmla="*/ 0 h 144"/>
                <a:gd name="T104" fmla="*/ 152 w 152"/>
                <a:gd name="T105" fmla="*/ 144 h 14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2" h="144">
                  <a:moveTo>
                    <a:pt x="88" y="0"/>
                  </a:move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0" y="8"/>
                  </a:lnTo>
                  <a:lnTo>
                    <a:pt x="24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16" y="48"/>
                  </a:lnTo>
                  <a:lnTo>
                    <a:pt x="24" y="40"/>
                  </a:lnTo>
                  <a:lnTo>
                    <a:pt x="40" y="48"/>
                  </a:lnTo>
                  <a:lnTo>
                    <a:pt x="56" y="72"/>
                  </a:lnTo>
                  <a:lnTo>
                    <a:pt x="64" y="88"/>
                  </a:lnTo>
                  <a:lnTo>
                    <a:pt x="96" y="104"/>
                  </a:lnTo>
                  <a:lnTo>
                    <a:pt x="112" y="128"/>
                  </a:lnTo>
                  <a:lnTo>
                    <a:pt x="120" y="144"/>
                  </a:lnTo>
                  <a:lnTo>
                    <a:pt x="128" y="128"/>
                  </a:lnTo>
                  <a:lnTo>
                    <a:pt x="128" y="112"/>
                  </a:lnTo>
                  <a:lnTo>
                    <a:pt x="144" y="120"/>
                  </a:lnTo>
                  <a:lnTo>
                    <a:pt x="152" y="120"/>
                  </a:lnTo>
                  <a:lnTo>
                    <a:pt x="128" y="96"/>
                  </a:lnTo>
                  <a:lnTo>
                    <a:pt x="112" y="88"/>
                  </a:lnTo>
                  <a:lnTo>
                    <a:pt x="104" y="80"/>
                  </a:lnTo>
                  <a:lnTo>
                    <a:pt x="88" y="56"/>
                  </a:lnTo>
                  <a:lnTo>
                    <a:pt x="80" y="40"/>
                  </a:lnTo>
                  <a:lnTo>
                    <a:pt x="80" y="24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701"/>
            <p:cNvSpPr/>
            <p:nvPr/>
          </p:nvSpPr>
          <p:spPr bwMode="auto">
            <a:xfrm>
              <a:off x="4525394" y="2499254"/>
              <a:ext cx="65797" cy="74570"/>
            </a:xfrm>
            <a:custGeom>
              <a:avLst/>
              <a:gdLst>
                <a:gd name="T0" fmla="*/ 2147483647 w 49"/>
                <a:gd name="T1" fmla="*/ 2147483647 h 56"/>
                <a:gd name="T2" fmla="*/ 2147483647 w 49"/>
                <a:gd name="T3" fmla="*/ 2147483647 h 56"/>
                <a:gd name="T4" fmla="*/ 2147483647 w 49"/>
                <a:gd name="T5" fmla="*/ 2147483647 h 56"/>
                <a:gd name="T6" fmla="*/ 2147483647 w 49"/>
                <a:gd name="T7" fmla="*/ 2147483647 h 56"/>
                <a:gd name="T8" fmla="*/ 2147483647 w 49"/>
                <a:gd name="T9" fmla="*/ 2147483647 h 56"/>
                <a:gd name="T10" fmla="*/ 2147483647 w 49"/>
                <a:gd name="T11" fmla="*/ 2147483647 h 56"/>
                <a:gd name="T12" fmla="*/ 2147483647 w 49"/>
                <a:gd name="T13" fmla="*/ 2147483647 h 56"/>
                <a:gd name="T14" fmla="*/ 2147483647 w 49"/>
                <a:gd name="T15" fmla="*/ 2147483647 h 56"/>
                <a:gd name="T16" fmla="*/ 2147483647 w 49"/>
                <a:gd name="T17" fmla="*/ 2147483647 h 56"/>
                <a:gd name="T18" fmla="*/ 2147483647 w 49"/>
                <a:gd name="T19" fmla="*/ 0 h 56"/>
                <a:gd name="T20" fmla="*/ 2147483647 w 49"/>
                <a:gd name="T21" fmla="*/ 0 h 56"/>
                <a:gd name="T22" fmla="*/ 2147483647 w 49"/>
                <a:gd name="T23" fmla="*/ 0 h 56"/>
                <a:gd name="T24" fmla="*/ 2147483647 w 49"/>
                <a:gd name="T25" fmla="*/ 2147483647 h 56"/>
                <a:gd name="T26" fmla="*/ 2147483647 w 49"/>
                <a:gd name="T27" fmla="*/ 2147483647 h 56"/>
                <a:gd name="T28" fmla="*/ 2147483647 w 49"/>
                <a:gd name="T29" fmla="*/ 2147483647 h 56"/>
                <a:gd name="T30" fmla="*/ 2147483647 w 49"/>
                <a:gd name="T31" fmla="*/ 2147483647 h 56"/>
                <a:gd name="T32" fmla="*/ 0 w 49"/>
                <a:gd name="T33" fmla="*/ 2147483647 h 56"/>
                <a:gd name="T34" fmla="*/ 2147483647 w 49"/>
                <a:gd name="T35" fmla="*/ 2147483647 h 56"/>
                <a:gd name="T36" fmla="*/ 2147483647 w 49"/>
                <a:gd name="T37" fmla="*/ 2147483647 h 5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9"/>
                <a:gd name="T58" fmla="*/ 0 h 56"/>
                <a:gd name="T59" fmla="*/ 49 w 49"/>
                <a:gd name="T60" fmla="*/ 56 h 5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9" h="56">
                  <a:moveTo>
                    <a:pt x="16" y="48"/>
                  </a:moveTo>
                  <a:lnTo>
                    <a:pt x="24" y="48"/>
                  </a:lnTo>
                  <a:lnTo>
                    <a:pt x="24" y="56"/>
                  </a:lnTo>
                  <a:lnTo>
                    <a:pt x="33" y="56"/>
                  </a:lnTo>
                  <a:lnTo>
                    <a:pt x="33" y="48"/>
                  </a:lnTo>
                  <a:lnTo>
                    <a:pt x="33" y="40"/>
                  </a:lnTo>
                  <a:lnTo>
                    <a:pt x="41" y="32"/>
                  </a:lnTo>
                  <a:lnTo>
                    <a:pt x="41" y="16"/>
                  </a:lnTo>
                  <a:lnTo>
                    <a:pt x="49" y="8"/>
                  </a:lnTo>
                  <a:lnTo>
                    <a:pt x="49" y="0"/>
                  </a:lnTo>
                  <a:lnTo>
                    <a:pt x="41" y="0"/>
                  </a:lnTo>
                  <a:lnTo>
                    <a:pt x="24" y="8"/>
                  </a:lnTo>
                  <a:lnTo>
                    <a:pt x="24" y="16"/>
                  </a:lnTo>
                  <a:lnTo>
                    <a:pt x="16" y="8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Freeform 702"/>
            <p:cNvSpPr/>
            <p:nvPr/>
          </p:nvSpPr>
          <p:spPr bwMode="auto">
            <a:xfrm>
              <a:off x="4806128" y="2799726"/>
              <a:ext cx="106372" cy="107468"/>
            </a:xfrm>
            <a:custGeom>
              <a:avLst/>
              <a:gdLst>
                <a:gd name="T0" fmla="*/ 2147483647 w 80"/>
                <a:gd name="T1" fmla="*/ 2147483647 h 80"/>
                <a:gd name="T2" fmla="*/ 2147483647 w 80"/>
                <a:gd name="T3" fmla="*/ 0 h 80"/>
                <a:gd name="T4" fmla="*/ 2147483647 w 80"/>
                <a:gd name="T5" fmla="*/ 2147483647 h 80"/>
                <a:gd name="T6" fmla="*/ 2147483647 w 80"/>
                <a:gd name="T7" fmla="*/ 2147483647 h 80"/>
                <a:gd name="T8" fmla="*/ 2147483647 w 80"/>
                <a:gd name="T9" fmla="*/ 2147483647 h 80"/>
                <a:gd name="T10" fmla="*/ 2147483647 w 80"/>
                <a:gd name="T11" fmla="*/ 2147483647 h 80"/>
                <a:gd name="T12" fmla="*/ 2147483647 w 80"/>
                <a:gd name="T13" fmla="*/ 2147483647 h 80"/>
                <a:gd name="T14" fmla="*/ 2147483647 w 80"/>
                <a:gd name="T15" fmla="*/ 2147483647 h 80"/>
                <a:gd name="T16" fmla="*/ 0 w 80"/>
                <a:gd name="T17" fmla="*/ 2147483647 h 80"/>
                <a:gd name="T18" fmla="*/ 2147483647 w 80"/>
                <a:gd name="T19" fmla="*/ 2147483647 h 80"/>
                <a:gd name="T20" fmla="*/ 2147483647 w 80"/>
                <a:gd name="T21" fmla="*/ 2147483647 h 80"/>
                <a:gd name="T22" fmla="*/ 2147483647 w 80"/>
                <a:gd name="T23" fmla="*/ 2147483647 h 80"/>
                <a:gd name="T24" fmla="*/ 2147483647 w 80"/>
                <a:gd name="T25" fmla="*/ 2147483647 h 80"/>
                <a:gd name="T26" fmla="*/ 2147483647 w 80"/>
                <a:gd name="T27" fmla="*/ 2147483647 h 80"/>
                <a:gd name="T28" fmla="*/ 2147483647 w 80"/>
                <a:gd name="T29" fmla="*/ 2147483647 h 80"/>
                <a:gd name="T30" fmla="*/ 2147483647 w 80"/>
                <a:gd name="T31" fmla="*/ 2147483647 h 80"/>
                <a:gd name="T32" fmla="*/ 2147483647 w 80"/>
                <a:gd name="T33" fmla="*/ 2147483647 h 80"/>
                <a:gd name="T34" fmla="*/ 2147483647 w 80"/>
                <a:gd name="T35" fmla="*/ 2147483647 h 80"/>
                <a:gd name="T36" fmla="*/ 2147483647 w 80"/>
                <a:gd name="T37" fmla="*/ 2147483647 h 80"/>
                <a:gd name="T38" fmla="*/ 2147483647 w 80"/>
                <a:gd name="T39" fmla="*/ 2147483647 h 80"/>
                <a:gd name="T40" fmla="*/ 2147483647 w 80"/>
                <a:gd name="T41" fmla="*/ 2147483647 h 80"/>
                <a:gd name="T42" fmla="*/ 2147483647 w 80"/>
                <a:gd name="T43" fmla="*/ 2147483647 h 80"/>
                <a:gd name="T44" fmla="*/ 2147483647 w 80"/>
                <a:gd name="T45" fmla="*/ 2147483647 h 80"/>
                <a:gd name="T46" fmla="*/ 2147483647 w 80"/>
                <a:gd name="T47" fmla="*/ 2147483647 h 8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0"/>
                <a:gd name="T73" fmla="*/ 0 h 80"/>
                <a:gd name="T74" fmla="*/ 80 w 80"/>
                <a:gd name="T75" fmla="*/ 80 h 8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0" h="80">
                  <a:moveTo>
                    <a:pt x="80" y="8"/>
                  </a:moveTo>
                  <a:lnTo>
                    <a:pt x="80" y="0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16" y="56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72"/>
                  </a:lnTo>
                  <a:lnTo>
                    <a:pt x="40" y="64"/>
                  </a:lnTo>
                  <a:lnTo>
                    <a:pt x="56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703"/>
            <p:cNvSpPr/>
            <p:nvPr/>
          </p:nvSpPr>
          <p:spPr bwMode="auto">
            <a:xfrm>
              <a:off x="4546230" y="1833608"/>
              <a:ext cx="441936" cy="525279"/>
            </a:xfrm>
            <a:custGeom>
              <a:avLst/>
              <a:gdLst>
                <a:gd name="T0" fmla="*/ 2147483647 w 329"/>
                <a:gd name="T1" fmla="*/ 2147483647 h 392"/>
                <a:gd name="T2" fmla="*/ 2147483647 w 329"/>
                <a:gd name="T3" fmla="*/ 2147483647 h 392"/>
                <a:gd name="T4" fmla="*/ 2147483647 w 329"/>
                <a:gd name="T5" fmla="*/ 2147483647 h 392"/>
                <a:gd name="T6" fmla="*/ 2147483647 w 329"/>
                <a:gd name="T7" fmla="*/ 2147483647 h 392"/>
                <a:gd name="T8" fmla="*/ 2147483647 w 329"/>
                <a:gd name="T9" fmla="*/ 2147483647 h 392"/>
                <a:gd name="T10" fmla="*/ 2147483647 w 329"/>
                <a:gd name="T11" fmla="*/ 2147483647 h 392"/>
                <a:gd name="T12" fmla="*/ 2147483647 w 329"/>
                <a:gd name="T13" fmla="*/ 2147483647 h 392"/>
                <a:gd name="T14" fmla="*/ 2147483647 w 329"/>
                <a:gd name="T15" fmla="*/ 2147483647 h 392"/>
                <a:gd name="T16" fmla="*/ 2147483647 w 329"/>
                <a:gd name="T17" fmla="*/ 2147483647 h 392"/>
                <a:gd name="T18" fmla="*/ 2147483647 w 329"/>
                <a:gd name="T19" fmla="*/ 2147483647 h 392"/>
                <a:gd name="T20" fmla="*/ 2147483647 w 329"/>
                <a:gd name="T21" fmla="*/ 2147483647 h 392"/>
                <a:gd name="T22" fmla="*/ 2147483647 w 329"/>
                <a:gd name="T23" fmla="*/ 2147483647 h 392"/>
                <a:gd name="T24" fmla="*/ 2147483647 w 329"/>
                <a:gd name="T25" fmla="*/ 2147483647 h 392"/>
                <a:gd name="T26" fmla="*/ 2147483647 w 329"/>
                <a:gd name="T27" fmla="*/ 2147483647 h 392"/>
                <a:gd name="T28" fmla="*/ 2147483647 w 329"/>
                <a:gd name="T29" fmla="*/ 2147483647 h 392"/>
                <a:gd name="T30" fmla="*/ 2147483647 w 329"/>
                <a:gd name="T31" fmla="*/ 2147483647 h 392"/>
                <a:gd name="T32" fmla="*/ 2147483647 w 329"/>
                <a:gd name="T33" fmla="*/ 2147483647 h 392"/>
                <a:gd name="T34" fmla="*/ 2147483647 w 329"/>
                <a:gd name="T35" fmla="*/ 2147483647 h 392"/>
                <a:gd name="T36" fmla="*/ 2147483647 w 329"/>
                <a:gd name="T37" fmla="*/ 2147483647 h 392"/>
                <a:gd name="T38" fmla="*/ 2147483647 w 329"/>
                <a:gd name="T39" fmla="*/ 2147483647 h 392"/>
                <a:gd name="T40" fmla="*/ 2147483647 w 329"/>
                <a:gd name="T41" fmla="*/ 2147483647 h 392"/>
                <a:gd name="T42" fmla="*/ 2147483647 w 329"/>
                <a:gd name="T43" fmla="*/ 2147483647 h 392"/>
                <a:gd name="T44" fmla="*/ 2147483647 w 329"/>
                <a:gd name="T45" fmla="*/ 2147483647 h 392"/>
                <a:gd name="T46" fmla="*/ 2147483647 w 329"/>
                <a:gd name="T47" fmla="*/ 2147483647 h 392"/>
                <a:gd name="T48" fmla="*/ 2147483647 w 329"/>
                <a:gd name="T49" fmla="*/ 2147483647 h 392"/>
                <a:gd name="T50" fmla="*/ 2147483647 w 329"/>
                <a:gd name="T51" fmla="*/ 2147483647 h 392"/>
                <a:gd name="T52" fmla="*/ 2147483647 w 329"/>
                <a:gd name="T53" fmla="*/ 2147483647 h 392"/>
                <a:gd name="T54" fmla="*/ 2147483647 w 329"/>
                <a:gd name="T55" fmla="*/ 2147483647 h 392"/>
                <a:gd name="T56" fmla="*/ 2147483647 w 329"/>
                <a:gd name="T57" fmla="*/ 2147483647 h 392"/>
                <a:gd name="T58" fmla="*/ 2147483647 w 329"/>
                <a:gd name="T59" fmla="*/ 2147483647 h 392"/>
                <a:gd name="T60" fmla="*/ 2147483647 w 329"/>
                <a:gd name="T61" fmla="*/ 2147483647 h 392"/>
                <a:gd name="T62" fmla="*/ 2147483647 w 329"/>
                <a:gd name="T63" fmla="*/ 2147483647 h 392"/>
                <a:gd name="T64" fmla="*/ 2147483647 w 329"/>
                <a:gd name="T65" fmla="*/ 2147483647 h 392"/>
                <a:gd name="T66" fmla="*/ 2147483647 w 329"/>
                <a:gd name="T67" fmla="*/ 2147483647 h 392"/>
                <a:gd name="T68" fmla="*/ 2147483647 w 329"/>
                <a:gd name="T69" fmla="*/ 2147483647 h 392"/>
                <a:gd name="T70" fmla="*/ 2147483647 w 329"/>
                <a:gd name="T71" fmla="*/ 2147483647 h 392"/>
                <a:gd name="T72" fmla="*/ 2147483647 w 329"/>
                <a:gd name="T73" fmla="*/ 2147483647 h 392"/>
                <a:gd name="T74" fmla="*/ 2147483647 w 329"/>
                <a:gd name="T75" fmla="*/ 2147483647 h 392"/>
                <a:gd name="T76" fmla="*/ 0 w 329"/>
                <a:gd name="T77" fmla="*/ 2147483647 h 392"/>
                <a:gd name="T78" fmla="*/ 2147483647 w 329"/>
                <a:gd name="T79" fmla="*/ 2147483647 h 392"/>
                <a:gd name="T80" fmla="*/ 2147483647 w 329"/>
                <a:gd name="T81" fmla="*/ 2147483647 h 392"/>
                <a:gd name="T82" fmla="*/ 2147483647 w 329"/>
                <a:gd name="T83" fmla="*/ 2147483647 h 392"/>
                <a:gd name="T84" fmla="*/ 2147483647 w 329"/>
                <a:gd name="T85" fmla="*/ 2147483647 h 392"/>
                <a:gd name="T86" fmla="*/ 2147483647 w 329"/>
                <a:gd name="T87" fmla="*/ 2147483647 h 39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9"/>
                <a:gd name="T133" fmla="*/ 0 h 392"/>
                <a:gd name="T134" fmla="*/ 329 w 329"/>
                <a:gd name="T135" fmla="*/ 392 h 39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9" h="392">
                  <a:moveTo>
                    <a:pt x="89" y="352"/>
                  </a:moveTo>
                  <a:lnTo>
                    <a:pt x="97" y="344"/>
                  </a:lnTo>
                  <a:lnTo>
                    <a:pt x="97" y="328"/>
                  </a:lnTo>
                  <a:lnTo>
                    <a:pt x="97" y="320"/>
                  </a:lnTo>
                  <a:lnTo>
                    <a:pt x="105" y="312"/>
                  </a:lnTo>
                  <a:lnTo>
                    <a:pt x="97" y="304"/>
                  </a:lnTo>
                  <a:lnTo>
                    <a:pt x="89" y="280"/>
                  </a:lnTo>
                  <a:lnTo>
                    <a:pt x="97" y="264"/>
                  </a:lnTo>
                  <a:lnTo>
                    <a:pt x="97" y="248"/>
                  </a:lnTo>
                  <a:lnTo>
                    <a:pt x="105" y="240"/>
                  </a:lnTo>
                  <a:lnTo>
                    <a:pt x="121" y="240"/>
                  </a:lnTo>
                  <a:lnTo>
                    <a:pt x="121" y="224"/>
                  </a:lnTo>
                  <a:lnTo>
                    <a:pt x="113" y="216"/>
                  </a:lnTo>
                  <a:lnTo>
                    <a:pt x="121" y="200"/>
                  </a:lnTo>
                  <a:lnTo>
                    <a:pt x="129" y="176"/>
                  </a:lnTo>
                  <a:lnTo>
                    <a:pt x="137" y="176"/>
                  </a:lnTo>
                  <a:lnTo>
                    <a:pt x="145" y="152"/>
                  </a:lnTo>
                  <a:lnTo>
                    <a:pt x="153" y="144"/>
                  </a:lnTo>
                  <a:lnTo>
                    <a:pt x="145" y="128"/>
                  </a:lnTo>
                  <a:lnTo>
                    <a:pt x="153" y="120"/>
                  </a:lnTo>
                  <a:lnTo>
                    <a:pt x="161" y="112"/>
                  </a:lnTo>
                  <a:lnTo>
                    <a:pt x="169" y="112"/>
                  </a:lnTo>
                  <a:lnTo>
                    <a:pt x="177" y="96"/>
                  </a:lnTo>
                  <a:lnTo>
                    <a:pt x="185" y="96"/>
                  </a:lnTo>
                  <a:lnTo>
                    <a:pt x="193" y="96"/>
                  </a:lnTo>
                  <a:lnTo>
                    <a:pt x="193" y="88"/>
                  </a:lnTo>
                  <a:lnTo>
                    <a:pt x="201" y="80"/>
                  </a:lnTo>
                  <a:lnTo>
                    <a:pt x="209" y="80"/>
                  </a:lnTo>
                  <a:lnTo>
                    <a:pt x="209" y="72"/>
                  </a:lnTo>
                  <a:lnTo>
                    <a:pt x="217" y="80"/>
                  </a:lnTo>
                  <a:lnTo>
                    <a:pt x="225" y="88"/>
                  </a:lnTo>
                  <a:lnTo>
                    <a:pt x="233" y="88"/>
                  </a:lnTo>
                  <a:lnTo>
                    <a:pt x="249" y="88"/>
                  </a:lnTo>
                  <a:lnTo>
                    <a:pt x="265" y="80"/>
                  </a:lnTo>
                  <a:lnTo>
                    <a:pt x="273" y="56"/>
                  </a:lnTo>
                  <a:lnTo>
                    <a:pt x="281" y="48"/>
                  </a:lnTo>
                  <a:lnTo>
                    <a:pt x="297" y="48"/>
                  </a:lnTo>
                  <a:lnTo>
                    <a:pt x="313" y="56"/>
                  </a:lnTo>
                  <a:lnTo>
                    <a:pt x="313" y="72"/>
                  </a:lnTo>
                  <a:lnTo>
                    <a:pt x="305" y="80"/>
                  </a:lnTo>
                  <a:lnTo>
                    <a:pt x="313" y="72"/>
                  </a:lnTo>
                  <a:lnTo>
                    <a:pt x="305" y="80"/>
                  </a:lnTo>
                  <a:lnTo>
                    <a:pt x="321" y="64"/>
                  </a:lnTo>
                  <a:lnTo>
                    <a:pt x="329" y="56"/>
                  </a:lnTo>
                  <a:lnTo>
                    <a:pt x="321" y="48"/>
                  </a:lnTo>
                  <a:lnTo>
                    <a:pt x="321" y="40"/>
                  </a:lnTo>
                  <a:lnTo>
                    <a:pt x="329" y="24"/>
                  </a:lnTo>
                  <a:lnTo>
                    <a:pt x="321" y="16"/>
                  </a:lnTo>
                  <a:lnTo>
                    <a:pt x="305" y="0"/>
                  </a:lnTo>
                  <a:lnTo>
                    <a:pt x="289" y="16"/>
                  </a:lnTo>
                  <a:lnTo>
                    <a:pt x="273" y="8"/>
                  </a:lnTo>
                  <a:lnTo>
                    <a:pt x="265" y="8"/>
                  </a:lnTo>
                  <a:lnTo>
                    <a:pt x="249" y="8"/>
                  </a:lnTo>
                  <a:lnTo>
                    <a:pt x="233" y="24"/>
                  </a:lnTo>
                  <a:lnTo>
                    <a:pt x="225" y="24"/>
                  </a:lnTo>
                  <a:lnTo>
                    <a:pt x="217" y="24"/>
                  </a:lnTo>
                  <a:lnTo>
                    <a:pt x="209" y="32"/>
                  </a:lnTo>
                  <a:lnTo>
                    <a:pt x="201" y="32"/>
                  </a:lnTo>
                  <a:lnTo>
                    <a:pt x="193" y="56"/>
                  </a:lnTo>
                  <a:lnTo>
                    <a:pt x="169" y="56"/>
                  </a:lnTo>
                  <a:lnTo>
                    <a:pt x="161" y="80"/>
                  </a:lnTo>
                  <a:lnTo>
                    <a:pt x="161" y="88"/>
                  </a:lnTo>
                  <a:lnTo>
                    <a:pt x="145" y="88"/>
                  </a:lnTo>
                  <a:lnTo>
                    <a:pt x="129" y="112"/>
                  </a:lnTo>
                  <a:lnTo>
                    <a:pt x="129" y="128"/>
                  </a:lnTo>
                  <a:lnTo>
                    <a:pt x="113" y="152"/>
                  </a:lnTo>
                  <a:lnTo>
                    <a:pt x="105" y="168"/>
                  </a:lnTo>
                  <a:lnTo>
                    <a:pt x="97" y="184"/>
                  </a:lnTo>
                  <a:lnTo>
                    <a:pt x="89" y="200"/>
                  </a:lnTo>
                  <a:lnTo>
                    <a:pt x="65" y="240"/>
                  </a:lnTo>
                  <a:lnTo>
                    <a:pt x="49" y="256"/>
                  </a:lnTo>
                  <a:lnTo>
                    <a:pt x="33" y="264"/>
                  </a:lnTo>
                  <a:lnTo>
                    <a:pt x="25" y="280"/>
                  </a:lnTo>
                  <a:lnTo>
                    <a:pt x="17" y="288"/>
                  </a:lnTo>
                  <a:lnTo>
                    <a:pt x="8" y="296"/>
                  </a:lnTo>
                  <a:lnTo>
                    <a:pt x="8" y="304"/>
                  </a:lnTo>
                  <a:lnTo>
                    <a:pt x="0" y="320"/>
                  </a:lnTo>
                  <a:lnTo>
                    <a:pt x="0" y="336"/>
                  </a:lnTo>
                  <a:lnTo>
                    <a:pt x="8" y="352"/>
                  </a:lnTo>
                  <a:lnTo>
                    <a:pt x="8" y="368"/>
                  </a:lnTo>
                  <a:lnTo>
                    <a:pt x="8" y="384"/>
                  </a:lnTo>
                  <a:lnTo>
                    <a:pt x="25" y="392"/>
                  </a:lnTo>
                  <a:lnTo>
                    <a:pt x="41" y="392"/>
                  </a:lnTo>
                  <a:lnTo>
                    <a:pt x="65" y="376"/>
                  </a:lnTo>
                  <a:lnTo>
                    <a:pt x="73" y="368"/>
                  </a:lnTo>
                  <a:lnTo>
                    <a:pt x="81" y="368"/>
                  </a:lnTo>
                  <a:lnTo>
                    <a:pt x="81" y="376"/>
                  </a:lnTo>
                  <a:lnTo>
                    <a:pt x="81" y="368"/>
                  </a:lnTo>
                  <a:lnTo>
                    <a:pt x="89" y="3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3" name="Freeform 704"/>
            <p:cNvSpPr/>
            <p:nvPr/>
          </p:nvSpPr>
          <p:spPr bwMode="auto">
            <a:xfrm>
              <a:off x="4654795" y="1941076"/>
              <a:ext cx="214937" cy="504443"/>
            </a:xfrm>
            <a:custGeom>
              <a:avLst/>
              <a:gdLst>
                <a:gd name="T0" fmla="*/ 2147483647 w 160"/>
                <a:gd name="T1" fmla="*/ 2147483647 h 376"/>
                <a:gd name="T2" fmla="*/ 2147483647 w 160"/>
                <a:gd name="T3" fmla="*/ 2147483647 h 376"/>
                <a:gd name="T4" fmla="*/ 2147483647 w 160"/>
                <a:gd name="T5" fmla="*/ 2147483647 h 376"/>
                <a:gd name="T6" fmla="*/ 2147483647 w 160"/>
                <a:gd name="T7" fmla="*/ 2147483647 h 376"/>
                <a:gd name="T8" fmla="*/ 2147483647 w 160"/>
                <a:gd name="T9" fmla="*/ 0 h 376"/>
                <a:gd name="T10" fmla="*/ 2147483647 w 160"/>
                <a:gd name="T11" fmla="*/ 2147483647 h 376"/>
                <a:gd name="T12" fmla="*/ 2147483647 w 160"/>
                <a:gd name="T13" fmla="*/ 2147483647 h 376"/>
                <a:gd name="T14" fmla="*/ 2147483647 w 160"/>
                <a:gd name="T15" fmla="*/ 2147483647 h 376"/>
                <a:gd name="T16" fmla="*/ 2147483647 w 160"/>
                <a:gd name="T17" fmla="*/ 2147483647 h 376"/>
                <a:gd name="T18" fmla="*/ 2147483647 w 160"/>
                <a:gd name="T19" fmla="*/ 2147483647 h 376"/>
                <a:gd name="T20" fmla="*/ 2147483647 w 160"/>
                <a:gd name="T21" fmla="*/ 2147483647 h 376"/>
                <a:gd name="T22" fmla="*/ 2147483647 w 160"/>
                <a:gd name="T23" fmla="*/ 2147483647 h 376"/>
                <a:gd name="T24" fmla="*/ 2147483647 w 160"/>
                <a:gd name="T25" fmla="*/ 2147483647 h 376"/>
                <a:gd name="T26" fmla="*/ 2147483647 w 160"/>
                <a:gd name="T27" fmla="*/ 2147483647 h 376"/>
                <a:gd name="T28" fmla="*/ 2147483647 w 160"/>
                <a:gd name="T29" fmla="*/ 2147483647 h 376"/>
                <a:gd name="T30" fmla="*/ 2147483647 w 160"/>
                <a:gd name="T31" fmla="*/ 2147483647 h 376"/>
                <a:gd name="T32" fmla="*/ 2147483647 w 160"/>
                <a:gd name="T33" fmla="*/ 2147483647 h 376"/>
                <a:gd name="T34" fmla="*/ 2147483647 w 160"/>
                <a:gd name="T35" fmla="*/ 2147483647 h 376"/>
                <a:gd name="T36" fmla="*/ 0 w 160"/>
                <a:gd name="T37" fmla="*/ 2147483647 h 376"/>
                <a:gd name="T38" fmla="*/ 2147483647 w 160"/>
                <a:gd name="T39" fmla="*/ 2147483647 h 376"/>
                <a:gd name="T40" fmla="*/ 2147483647 w 160"/>
                <a:gd name="T41" fmla="*/ 2147483647 h 376"/>
                <a:gd name="T42" fmla="*/ 2147483647 w 160"/>
                <a:gd name="T43" fmla="*/ 2147483647 h 376"/>
                <a:gd name="T44" fmla="*/ 2147483647 w 160"/>
                <a:gd name="T45" fmla="*/ 2147483647 h 376"/>
                <a:gd name="T46" fmla="*/ 2147483647 w 160"/>
                <a:gd name="T47" fmla="*/ 2147483647 h 376"/>
                <a:gd name="T48" fmla="*/ 2147483647 w 160"/>
                <a:gd name="T49" fmla="*/ 2147483647 h 376"/>
                <a:gd name="T50" fmla="*/ 2147483647 w 160"/>
                <a:gd name="T51" fmla="*/ 2147483647 h 376"/>
                <a:gd name="T52" fmla="*/ 2147483647 w 160"/>
                <a:gd name="T53" fmla="*/ 2147483647 h 376"/>
                <a:gd name="T54" fmla="*/ 2147483647 w 160"/>
                <a:gd name="T55" fmla="*/ 2147483647 h 376"/>
                <a:gd name="T56" fmla="*/ 2147483647 w 160"/>
                <a:gd name="T57" fmla="*/ 2147483647 h 376"/>
                <a:gd name="T58" fmla="*/ 2147483647 w 160"/>
                <a:gd name="T59" fmla="*/ 2147483647 h 376"/>
                <a:gd name="T60" fmla="*/ 2147483647 w 160"/>
                <a:gd name="T61" fmla="*/ 2147483647 h 376"/>
                <a:gd name="T62" fmla="*/ 2147483647 w 160"/>
                <a:gd name="T63" fmla="*/ 2147483647 h 376"/>
                <a:gd name="T64" fmla="*/ 2147483647 w 160"/>
                <a:gd name="T65" fmla="*/ 2147483647 h 376"/>
                <a:gd name="T66" fmla="*/ 2147483647 w 160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0"/>
                <a:gd name="T103" fmla="*/ 0 h 376"/>
                <a:gd name="T104" fmla="*/ 160 w 160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0" h="376">
                  <a:moveTo>
                    <a:pt x="160" y="88"/>
                  </a:moveTo>
                  <a:lnTo>
                    <a:pt x="160" y="80"/>
                  </a:lnTo>
                  <a:lnTo>
                    <a:pt x="160" y="72"/>
                  </a:lnTo>
                  <a:lnTo>
                    <a:pt x="160" y="56"/>
                  </a:lnTo>
                  <a:lnTo>
                    <a:pt x="160" y="40"/>
                  </a:lnTo>
                  <a:lnTo>
                    <a:pt x="152" y="24"/>
                  </a:lnTo>
                  <a:lnTo>
                    <a:pt x="144" y="24"/>
                  </a:lnTo>
                  <a:lnTo>
                    <a:pt x="136" y="16"/>
                  </a:lnTo>
                  <a:lnTo>
                    <a:pt x="128" y="8"/>
                  </a:lnTo>
                  <a:lnTo>
                    <a:pt x="120" y="0"/>
                  </a:lnTo>
                  <a:lnTo>
                    <a:pt x="112" y="8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16"/>
                  </a:lnTo>
                  <a:lnTo>
                    <a:pt x="88" y="32"/>
                  </a:lnTo>
                  <a:lnTo>
                    <a:pt x="80" y="32"/>
                  </a:lnTo>
                  <a:lnTo>
                    <a:pt x="72" y="40"/>
                  </a:lnTo>
                  <a:lnTo>
                    <a:pt x="64" y="48"/>
                  </a:lnTo>
                  <a:lnTo>
                    <a:pt x="72" y="64"/>
                  </a:lnTo>
                  <a:lnTo>
                    <a:pt x="64" y="72"/>
                  </a:lnTo>
                  <a:lnTo>
                    <a:pt x="56" y="96"/>
                  </a:lnTo>
                  <a:lnTo>
                    <a:pt x="48" y="96"/>
                  </a:lnTo>
                  <a:lnTo>
                    <a:pt x="40" y="120"/>
                  </a:lnTo>
                  <a:lnTo>
                    <a:pt x="32" y="136"/>
                  </a:lnTo>
                  <a:lnTo>
                    <a:pt x="40" y="144"/>
                  </a:lnTo>
                  <a:lnTo>
                    <a:pt x="40" y="160"/>
                  </a:lnTo>
                  <a:lnTo>
                    <a:pt x="24" y="160"/>
                  </a:lnTo>
                  <a:lnTo>
                    <a:pt x="16" y="168"/>
                  </a:lnTo>
                  <a:lnTo>
                    <a:pt x="16" y="184"/>
                  </a:lnTo>
                  <a:lnTo>
                    <a:pt x="8" y="200"/>
                  </a:lnTo>
                  <a:lnTo>
                    <a:pt x="16" y="224"/>
                  </a:lnTo>
                  <a:lnTo>
                    <a:pt x="24" y="232"/>
                  </a:lnTo>
                  <a:lnTo>
                    <a:pt x="16" y="240"/>
                  </a:lnTo>
                  <a:lnTo>
                    <a:pt x="16" y="248"/>
                  </a:lnTo>
                  <a:lnTo>
                    <a:pt x="16" y="264"/>
                  </a:lnTo>
                  <a:lnTo>
                    <a:pt x="8" y="272"/>
                  </a:lnTo>
                  <a:lnTo>
                    <a:pt x="0" y="288"/>
                  </a:lnTo>
                  <a:lnTo>
                    <a:pt x="0" y="296"/>
                  </a:lnTo>
                  <a:lnTo>
                    <a:pt x="8" y="312"/>
                  </a:lnTo>
                  <a:lnTo>
                    <a:pt x="8" y="328"/>
                  </a:lnTo>
                  <a:lnTo>
                    <a:pt x="16" y="352"/>
                  </a:lnTo>
                  <a:lnTo>
                    <a:pt x="16" y="360"/>
                  </a:lnTo>
                  <a:lnTo>
                    <a:pt x="24" y="368"/>
                  </a:lnTo>
                  <a:lnTo>
                    <a:pt x="24" y="376"/>
                  </a:lnTo>
                  <a:lnTo>
                    <a:pt x="40" y="376"/>
                  </a:lnTo>
                  <a:lnTo>
                    <a:pt x="40" y="368"/>
                  </a:lnTo>
                  <a:lnTo>
                    <a:pt x="48" y="360"/>
                  </a:lnTo>
                  <a:lnTo>
                    <a:pt x="64" y="360"/>
                  </a:lnTo>
                  <a:lnTo>
                    <a:pt x="72" y="344"/>
                  </a:lnTo>
                  <a:lnTo>
                    <a:pt x="72" y="312"/>
                  </a:lnTo>
                  <a:lnTo>
                    <a:pt x="72" y="296"/>
                  </a:lnTo>
                  <a:lnTo>
                    <a:pt x="80" y="296"/>
                  </a:lnTo>
                  <a:lnTo>
                    <a:pt x="96" y="288"/>
                  </a:lnTo>
                  <a:lnTo>
                    <a:pt x="96" y="272"/>
                  </a:lnTo>
                  <a:lnTo>
                    <a:pt x="88" y="256"/>
                  </a:lnTo>
                  <a:lnTo>
                    <a:pt x="80" y="248"/>
                  </a:lnTo>
                  <a:lnTo>
                    <a:pt x="80" y="224"/>
                  </a:lnTo>
                  <a:lnTo>
                    <a:pt x="80" y="200"/>
                  </a:lnTo>
                  <a:lnTo>
                    <a:pt x="96" y="184"/>
                  </a:lnTo>
                  <a:lnTo>
                    <a:pt x="104" y="176"/>
                  </a:lnTo>
                  <a:lnTo>
                    <a:pt x="128" y="160"/>
                  </a:lnTo>
                  <a:lnTo>
                    <a:pt x="136" y="144"/>
                  </a:lnTo>
                  <a:lnTo>
                    <a:pt x="128" y="136"/>
                  </a:lnTo>
                  <a:lnTo>
                    <a:pt x="136" y="120"/>
                  </a:lnTo>
                  <a:lnTo>
                    <a:pt x="152" y="104"/>
                  </a:lnTo>
                  <a:lnTo>
                    <a:pt x="160" y="112"/>
                  </a:lnTo>
                  <a:lnTo>
                    <a:pt x="160" y="104"/>
                  </a:lnTo>
                  <a:lnTo>
                    <a:pt x="160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4" name="Freeform 705"/>
            <p:cNvSpPr/>
            <p:nvPr/>
          </p:nvSpPr>
          <p:spPr bwMode="auto">
            <a:xfrm>
              <a:off x="4837930" y="2531056"/>
              <a:ext cx="311439" cy="203971"/>
            </a:xfrm>
            <a:custGeom>
              <a:avLst/>
              <a:gdLst>
                <a:gd name="T0" fmla="*/ 2147483647 w 232"/>
                <a:gd name="T1" fmla="*/ 2147483647 h 152"/>
                <a:gd name="T2" fmla="*/ 2147483647 w 232"/>
                <a:gd name="T3" fmla="*/ 2147483647 h 152"/>
                <a:gd name="T4" fmla="*/ 2147483647 w 232"/>
                <a:gd name="T5" fmla="*/ 2147483647 h 152"/>
                <a:gd name="T6" fmla="*/ 2147483647 w 232"/>
                <a:gd name="T7" fmla="*/ 2147483647 h 152"/>
                <a:gd name="T8" fmla="*/ 2147483647 w 232"/>
                <a:gd name="T9" fmla="*/ 2147483647 h 152"/>
                <a:gd name="T10" fmla="*/ 2147483647 w 232"/>
                <a:gd name="T11" fmla="*/ 2147483647 h 152"/>
                <a:gd name="T12" fmla="*/ 2147483647 w 232"/>
                <a:gd name="T13" fmla="*/ 2147483647 h 152"/>
                <a:gd name="T14" fmla="*/ 2147483647 w 232"/>
                <a:gd name="T15" fmla="*/ 2147483647 h 152"/>
                <a:gd name="T16" fmla="*/ 2147483647 w 232"/>
                <a:gd name="T17" fmla="*/ 2147483647 h 152"/>
                <a:gd name="T18" fmla="*/ 2147483647 w 232"/>
                <a:gd name="T19" fmla="*/ 2147483647 h 152"/>
                <a:gd name="T20" fmla="*/ 2147483647 w 232"/>
                <a:gd name="T21" fmla="*/ 2147483647 h 152"/>
                <a:gd name="T22" fmla="*/ 2147483647 w 232"/>
                <a:gd name="T23" fmla="*/ 0 h 152"/>
                <a:gd name="T24" fmla="*/ 2147483647 w 232"/>
                <a:gd name="T25" fmla="*/ 0 h 152"/>
                <a:gd name="T26" fmla="*/ 2147483647 w 232"/>
                <a:gd name="T27" fmla="*/ 2147483647 h 152"/>
                <a:gd name="T28" fmla="*/ 2147483647 w 232"/>
                <a:gd name="T29" fmla="*/ 2147483647 h 152"/>
                <a:gd name="T30" fmla="*/ 2147483647 w 232"/>
                <a:gd name="T31" fmla="*/ 2147483647 h 152"/>
                <a:gd name="T32" fmla="*/ 2147483647 w 232"/>
                <a:gd name="T33" fmla="*/ 2147483647 h 152"/>
                <a:gd name="T34" fmla="*/ 2147483647 w 232"/>
                <a:gd name="T35" fmla="*/ 2147483647 h 152"/>
                <a:gd name="T36" fmla="*/ 2147483647 w 232"/>
                <a:gd name="T37" fmla="*/ 2147483647 h 152"/>
                <a:gd name="T38" fmla="*/ 2147483647 w 232"/>
                <a:gd name="T39" fmla="*/ 2147483647 h 152"/>
                <a:gd name="T40" fmla="*/ 2147483647 w 232"/>
                <a:gd name="T41" fmla="*/ 2147483647 h 152"/>
                <a:gd name="T42" fmla="*/ 2147483647 w 232"/>
                <a:gd name="T43" fmla="*/ 2147483647 h 152"/>
                <a:gd name="T44" fmla="*/ 0 w 232"/>
                <a:gd name="T45" fmla="*/ 2147483647 h 152"/>
                <a:gd name="T46" fmla="*/ 0 w 232"/>
                <a:gd name="T47" fmla="*/ 2147483647 h 152"/>
                <a:gd name="T48" fmla="*/ 2147483647 w 232"/>
                <a:gd name="T49" fmla="*/ 2147483647 h 152"/>
                <a:gd name="T50" fmla="*/ 2147483647 w 232"/>
                <a:gd name="T51" fmla="*/ 2147483647 h 152"/>
                <a:gd name="T52" fmla="*/ 2147483647 w 232"/>
                <a:gd name="T53" fmla="*/ 2147483647 h 152"/>
                <a:gd name="T54" fmla="*/ 2147483647 w 232"/>
                <a:gd name="T55" fmla="*/ 2147483647 h 152"/>
                <a:gd name="T56" fmla="*/ 2147483647 w 232"/>
                <a:gd name="T57" fmla="*/ 2147483647 h 152"/>
                <a:gd name="T58" fmla="*/ 2147483647 w 232"/>
                <a:gd name="T59" fmla="*/ 2147483647 h 152"/>
                <a:gd name="T60" fmla="*/ 2147483647 w 232"/>
                <a:gd name="T61" fmla="*/ 2147483647 h 152"/>
                <a:gd name="T62" fmla="*/ 2147483647 w 232"/>
                <a:gd name="T63" fmla="*/ 2147483647 h 152"/>
                <a:gd name="T64" fmla="*/ 2147483647 w 232"/>
                <a:gd name="T65" fmla="*/ 2147483647 h 152"/>
                <a:gd name="T66" fmla="*/ 2147483647 w 232"/>
                <a:gd name="T67" fmla="*/ 2147483647 h 152"/>
                <a:gd name="T68" fmla="*/ 2147483647 w 232"/>
                <a:gd name="T69" fmla="*/ 2147483647 h 152"/>
                <a:gd name="T70" fmla="*/ 2147483647 w 232"/>
                <a:gd name="T71" fmla="*/ 2147483647 h 152"/>
                <a:gd name="T72" fmla="*/ 2147483647 w 232"/>
                <a:gd name="T73" fmla="*/ 2147483647 h 152"/>
                <a:gd name="T74" fmla="*/ 2147483647 w 232"/>
                <a:gd name="T75" fmla="*/ 2147483647 h 152"/>
                <a:gd name="T76" fmla="*/ 2147483647 w 232"/>
                <a:gd name="T77" fmla="*/ 2147483647 h 152"/>
                <a:gd name="T78" fmla="*/ 2147483647 w 232"/>
                <a:gd name="T79" fmla="*/ 2147483647 h 152"/>
                <a:gd name="T80" fmla="*/ 2147483647 w 232"/>
                <a:gd name="T81" fmla="*/ 2147483647 h 152"/>
                <a:gd name="T82" fmla="*/ 2147483647 w 232"/>
                <a:gd name="T83" fmla="*/ 2147483647 h 152"/>
                <a:gd name="T84" fmla="*/ 2147483647 w 232"/>
                <a:gd name="T85" fmla="*/ 2147483647 h 152"/>
                <a:gd name="T86" fmla="*/ 2147483647 w 232"/>
                <a:gd name="T87" fmla="*/ 2147483647 h 152"/>
                <a:gd name="T88" fmla="*/ 2147483647 w 232"/>
                <a:gd name="T89" fmla="*/ 2147483647 h 15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32"/>
                <a:gd name="T136" fmla="*/ 0 h 152"/>
                <a:gd name="T137" fmla="*/ 232 w 232"/>
                <a:gd name="T138" fmla="*/ 152 h 15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32" h="152">
                  <a:moveTo>
                    <a:pt x="216" y="88"/>
                  </a:moveTo>
                  <a:lnTo>
                    <a:pt x="224" y="88"/>
                  </a:lnTo>
                  <a:lnTo>
                    <a:pt x="232" y="64"/>
                  </a:lnTo>
                  <a:lnTo>
                    <a:pt x="232" y="56"/>
                  </a:lnTo>
                  <a:lnTo>
                    <a:pt x="208" y="48"/>
                  </a:lnTo>
                  <a:lnTo>
                    <a:pt x="192" y="40"/>
                  </a:lnTo>
                  <a:lnTo>
                    <a:pt x="184" y="40"/>
                  </a:lnTo>
                  <a:lnTo>
                    <a:pt x="168" y="32"/>
                  </a:lnTo>
                  <a:lnTo>
                    <a:pt x="160" y="16"/>
                  </a:lnTo>
                  <a:lnTo>
                    <a:pt x="136" y="8"/>
                  </a:lnTo>
                  <a:lnTo>
                    <a:pt x="128" y="8"/>
                  </a:lnTo>
                  <a:lnTo>
                    <a:pt x="128" y="0"/>
                  </a:lnTo>
                  <a:lnTo>
                    <a:pt x="120" y="0"/>
                  </a:lnTo>
                  <a:lnTo>
                    <a:pt x="112" y="24"/>
                  </a:lnTo>
                  <a:lnTo>
                    <a:pt x="96" y="24"/>
                  </a:lnTo>
                  <a:lnTo>
                    <a:pt x="72" y="24"/>
                  </a:lnTo>
                  <a:lnTo>
                    <a:pt x="48" y="16"/>
                  </a:lnTo>
                  <a:lnTo>
                    <a:pt x="32" y="16"/>
                  </a:lnTo>
                  <a:lnTo>
                    <a:pt x="24" y="16"/>
                  </a:lnTo>
                  <a:lnTo>
                    <a:pt x="24" y="32"/>
                  </a:lnTo>
                  <a:lnTo>
                    <a:pt x="16" y="40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8" y="80"/>
                  </a:lnTo>
                  <a:lnTo>
                    <a:pt x="16" y="88"/>
                  </a:lnTo>
                  <a:lnTo>
                    <a:pt x="48" y="80"/>
                  </a:lnTo>
                  <a:lnTo>
                    <a:pt x="72" y="80"/>
                  </a:lnTo>
                  <a:lnTo>
                    <a:pt x="96" y="96"/>
                  </a:lnTo>
                  <a:lnTo>
                    <a:pt x="104" y="112"/>
                  </a:lnTo>
                  <a:lnTo>
                    <a:pt x="88" y="120"/>
                  </a:lnTo>
                  <a:lnTo>
                    <a:pt x="88" y="136"/>
                  </a:lnTo>
                  <a:lnTo>
                    <a:pt x="96" y="136"/>
                  </a:lnTo>
                  <a:lnTo>
                    <a:pt x="104" y="128"/>
                  </a:lnTo>
                  <a:lnTo>
                    <a:pt x="120" y="120"/>
                  </a:lnTo>
                  <a:lnTo>
                    <a:pt x="136" y="120"/>
                  </a:lnTo>
                  <a:lnTo>
                    <a:pt x="144" y="128"/>
                  </a:lnTo>
                  <a:lnTo>
                    <a:pt x="136" y="136"/>
                  </a:lnTo>
                  <a:lnTo>
                    <a:pt x="152" y="152"/>
                  </a:lnTo>
                  <a:lnTo>
                    <a:pt x="184" y="136"/>
                  </a:lnTo>
                  <a:lnTo>
                    <a:pt x="168" y="128"/>
                  </a:lnTo>
                  <a:lnTo>
                    <a:pt x="176" y="112"/>
                  </a:lnTo>
                  <a:lnTo>
                    <a:pt x="200" y="112"/>
                  </a:lnTo>
                  <a:lnTo>
                    <a:pt x="208" y="104"/>
                  </a:lnTo>
                  <a:lnTo>
                    <a:pt x="216" y="8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5" name="Freeform 706"/>
            <p:cNvSpPr/>
            <p:nvPr/>
          </p:nvSpPr>
          <p:spPr bwMode="auto">
            <a:xfrm>
              <a:off x="5019968" y="2531056"/>
              <a:ext cx="32898" cy="20835"/>
            </a:xfrm>
            <a:custGeom>
              <a:avLst/>
              <a:gdLst>
                <a:gd name="T0" fmla="*/ 2147483647 w 24"/>
                <a:gd name="T1" fmla="*/ 2147483647 h 16"/>
                <a:gd name="T2" fmla="*/ 2147483647 w 24"/>
                <a:gd name="T3" fmla="*/ 0 h 16"/>
                <a:gd name="T4" fmla="*/ 0 w 24"/>
                <a:gd name="T5" fmla="*/ 2147483647 h 16"/>
                <a:gd name="T6" fmla="*/ 2147483647 w 24"/>
                <a:gd name="T7" fmla="*/ 2147483647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16"/>
                <a:gd name="T14" fmla="*/ 24 w 24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16">
                  <a:moveTo>
                    <a:pt x="24" y="16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2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6" name="Freeform 707"/>
            <p:cNvSpPr/>
            <p:nvPr/>
          </p:nvSpPr>
          <p:spPr bwMode="auto">
            <a:xfrm>
              <a:off x="4806128" y="2799726"/>
              <a:ext cx="106372" cy="107468"/>
            </a:xfrm>
            <a:custGeom>
              <a:avLst/>
              <a:gdLst>
                <a:gd name="T0" fmla="*/ 2147483647 w 80"/>
                <a:gd name="T1" fmla="*/ 2147483647 h 80"/>
                <a:gd name="T2" fmla="*/ 2147483647 w 80"/>
                <a:gd name="T3" fmla="*/ 0 h 80"/>
                <a:gd name="T4" fmla="*/ 2147483647 w 80"/>
                <a:gd name="T5" fmla="*/ 2147483647 h 80"/>
                <a:gd name="T6" fmla="*/ 2147483647 w 80"/>
                <a:gd name="T7" fmla="*/ 2147483647 h 80"/>
                <a:gd name="T8" fmla="*/ 2147483647 w 80"/>
                <a:gd name="T9" fmla="*/ 2147483647 h 80"/>
                <a:gd name="T10" fmla="*/ 2147483647 w 80"/>
                <a:gd name="T11" fmla="*/ 2147483647 h 80"/>
                <a:gd name="T12" fmla="*/ 2147483647 w 80"/>
                <a:gd name="T13" fmla="*/ 2147483647 h 80"/>
                <a:gd name="T14" fmla="*/ 2147483647 w 80"/>
                <a:gd name="T15" fmla="*/ 2147483647 h 80"/>
                <a:gd name="T16" fmla="*/ 2147483647 w 80"/>
                <a:gd name="T17" fmla="*/ 2147483647 h 80"/>
                <a:gd name="T18" fmla="*/ 2147483647 w 80"/>
                <a:gd name="T19" fmla="*/ 2147483647 h 80"/>
                <a:gd name="T20" fmla="*/ 0 w 80"/>
                <a:gd name="T21" fmla="*/ 2147483647 h 80"/>
                <a:gd name="T22" fmla="*/ 2147483647 w 80"/>
                <a:gd name="T23" fmla="*/ 2147483647 h 80"/>
                <a:gd name="T24" fmla="*/ 2147483647 w 80"/>
                <a:gd name="T25" fmla="*/ 2147483647 h 80"/>
                <a:gd name="T26" fmla="*/ 2147483647 w 80"/>
                <a:gd name="T27" fmla="*/ 2147483647 h 80"/>
                <a:gd name="T28" fmla="*/ 2147483647 w 80"/>
                <a:gd name="T29" fmla="*/ 2147483647 h 80"/>
                <a:gd name="T30" fmla="*/ 2147483647 w 80"/>
                <a:gd name="T31" fmla="*/ 2147483647 h 80"/>
                <a:gd name="T32" fmla="*/ 2147483647 w 80"/>
                <a:gd name="T33" fmla="*/ 2147483647 h 80"/>
                <a:gd name="T34" fmla="*/ 2147483647 w 80"/>
                <a:gd name="T35" fmla="*/ 2147483647 h 80"/>
                <a:gd name="T36" fmla="*/ 2147483647 w 80"/>
                <a:gd name="T37" fmla="*/ 2147483647 h 80"/>
                <a:gd name="T38" fmla="*/ 2147483647 w 80"/>
                <a:gd name="T39" fmla="*/ 2147483647 h 80"/>
                <a:gd name="T40" fmla="*/ 2147483647 w 80"/>
                <a:gd name="T41" fmla="*/ 2147483647 h 80"/>
                <a:gd name="T42" fmla="*/ 2147483647 w 80"/>
                <a:gd name="T43" fmla="*/ 2147483647 h 80"/>
                <a:gd name="T44" fmla="*/ 2147483647 w 80"/>
                <a:gd name="T45" fmla="*/ 2147483647 h 80"/>
                <a:gd name="T46" fmla="*/ 2147483647 w 80"/>
                <a:gd name="T47" fmla="*/ 2147483647 h 80"/>
                <a:gd name="T48" fmla="*/ 2147483647 w 80"/>
                <a:gd name="T49" fmla="*/ 2147483647 h 80"/>
                <a:gd name="T50" fmla="*/ 2147483647 w 80"/>
                <a:gd name="T51" fmla="*/ 2147483647 h 80"/>
                <a:gd name="T52" fmla="*/ 2147483647 w 80"/>
                <a:gd name="T53" fmla="*/ 2147483647 h 8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0"/>
                <a:gd name="T82" fmla="*/ 0 h 80"/>
                <a:gd name="T83" fmla="*/ 80 w 80"/>
                <a:gd name="T84" fmla="*/ 80 h 8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0" h="80">
                  <a:moveTo>
                    <a:pt x="80" y="8"/>
                  </a:moveTo>
                  <a:lnTo>
                    <a:pt x="80" y="0"/>
                  </a:lnTo>
                  <a:lnTo>
                    <a:pt x="80" y="8"/>
                  </a:lnTo>
                  <a:lnTo>
                    <a:pt x="64" y="8"/>
                  </a:lnTo>
                  <a:lnTo>
                    <a:pt x="40" y="8"/>
                  </a:lnTo>
                  <a:lnTo>
                    <a:pt x="32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48"/>
                  </a:lnTo>
                  <a:lnTo>
                    <a:pt x="16" y="56"/>
                  </a:lnTo>
                  <a:lnTo>
                    <a:pt x="16" y="72"/>
                  </a:lnTo>
                  <a:lnTo>
                    <a:pt x="32" y="80"/>
                  </a:lnTo>
                  <a:lnTo>
                    <a:pt x="40" y="72"/>
                  </a:lnTo>
                  <a:lnTo>
                    <a:pt x="40" y="64"/>
                  </a:lnTo>
                  <a:lnTo>
                    <a:pt x="56" y="56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32" y="24"/>
                  </a:lnTo>
                  <a:lnTo>
                    <a:pt x="56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8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7" name="Freeform 708"/>
            <p:cNvSpPr/>
            <p:nvPr/>
          </p:nvSpPr>
          <p:spPr bwMode="auto">
            <a:xfrm>
              <a:off x="5019968" y="2531056"/>
              <a:ext cx="32898" cy="20835"/>
            </a:xfrm>
            <a:custGeom>
              <a:avLst/>
              <a:gdLst>
                <a:gd name="T0" fmla="*/ 2147483647 w 24"/>
                <a:gd name="T1" fmla="*/ 2147483647 h 16"/>
                <a:gd name="T2" fmla="*/ 2147483647 w 24"/>
                <a:gd name="T3" fmla="*/ 0 h 16"/>
                <a:gd name="T4" fmla="*/ 0 w 24"/>
                <a:gd name="T5" fmla="*/ 2147483647 h 16"/>
                <a:gd name="T6" fmla="*/ 2147483647 w 24"/>
                <a:gd name="T7" fmla="*/ 2147483647 h 16"/>
                <a:gd name="T8" fmla="*/ 2147483647 w 24"/>
                <a:gd name="T9" fmla="*/ 2147483647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6"/>
                <a:gd name="T17" fmla="*/ 24 w 24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6">
                  <a:moveTo>
                    <a:pt x="24" y="16"/>
                  </a:moveTo>
                  <a:lnTo>
                    <a:pt x="8" y="0"/>
                  </a:lnTo>
                  <a:lnTo>
                    <a:pt x="0" y="8"/>
                  </a:lnTo>
                  <a:lnTo>
                    <a:pt x="24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8" name="Freeform 709"/>
            <p:cNvSpPr/>
            <p:nvPr/>
          </p:nvSpPr>
          <p:spPr bwMode="auto">
            <a:xfrm>
              <a:off x="4806128" y="2638524"/>
              <a:ext cx="171072" cy="117338"/>
            </a:xfrm>
            <a:custGeom>
              <a:avLst/>
              <a:gdLst>
                <a:gd name="T0" fmla="*/ 2147483647 w 128"/>
                <a:gd name="T1" fmla="*/ 2147483647 h 88"/>
                <a:gd name="T2" fmla="*/ 2147483647 w 128"/>
                <a:gd name="T3" fmla="*/ 2147483647 h 88"/>
                <a:gd name="T4" fmla="*/ 2147483647 w 128"/>
                <a:gd name="T5" fmla="*/ 2147483647 h 88"/>
                <a:gd name="T6" fmla="*/ 2147483647 w 128"/>
                <a:gd name="T7" fmla="*/ 0 h 88"/>
                <a:gd name="T8" fmla="*/ 2147483647 w 128"/>
                <a:gd name="T9" fmla="*/ 0 h 88"/>
                <a:gd name="T10" fmla="*/ 2147483647 w 128"/>
                <a:gd name="T11" fmla="*/ 2147483647 h 88"/>
                <a:gd name="T12" fmla="*/ 2147483647 w 128"/>
                <a:gd name="T13" fmla="*/ 0 h 88"/>
                <a:gd name="T14" fmla="*/ 2147483647 w 128"/>
                <a:gd name="T15" fmla="*/ 2147483647 h 88"/>
                <a:gd name="T16" fmla="*/ 2147483647 w 128"/>
                <a:gd name="T17" fmla="*/ 2147483647 h 88"/>
                <a:gd name="T18" fmla="*/ 0 w 128"/>
                <a:gd name="T19" fmla="*/ 2147483647 h 88"/>
                <a:gd name="T20" fmla="*/ 2147483647 w 128"/>
                <a:gd name="T21" fmla="*/ 2147483647 h 88"/>
                <a:gd name="T22" fmla="*/ 2147483647 w 128"/>
                <a:gd name="T23" fmla="*/ 2147483647 h 88"/>
                <a:gd name="T24" fmla="*/ 2147483647 w 128"/>
                <a:gd name="T25" fmla="*/ 2147483647 h 88"/>
                <a:gd name="T26" fmla="*/ 2147483647 w 128"/>
                <a:gd name="T27" fmla="*/ 2147483647 h 88"/>
                <a:gd name="T28" fmla="*/ 2147483647 w 128"/>
                <a:gd name="T29" fmla="*/ 2147483647 h 88"/>
                <a:gd name="T30" fmla="*/ 2147483647 w 128"/>
                <a:gd name="T31" fmla="*/ 2147483647 h 88"/>
                <a:gd name="T32" fmla="*/ 2147483647 w 128"/>
                <a:gd name="T33" fmla="*/ 2147483647 h 88"/>
                <a:gd name="T34" fmla="*/ 2147483647 w 128"/>
                <a:gd name="T35" fmla="*/ 2147483647 h 88"/>
                <a:gd name="T36" fmla="*/ 2147483647 w 128"/>
                <a:gd name="T37" fmla="*/ 2147483647 h 8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8"/>
                <a:gd name="T58" fmla="*/ 0 h 88"/>
                <a:gd name="T59" fmla="*/ 128 w 128"/>
                <a:gd name="T60" fmla="*/ 88 h 8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8" h="88">
                  <a:moveTo>
                    <a:pt x="112" y="40"/>
                  </a:moveTo>
                  <a:lnTo>
                    <a:pt x="128" y="32"/>
                  </a:lnTo>
                  <a:lnTo>
                    <a:pt x="120" y="16"/>
                  </a:lnTo>
                  <a:lnTo>
                    <a:pt x="96" y="0"/>
                  </a:lnTo>
                  <a:lnTo>
                    <a:pt x="72" y="0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24" y="24"/>
                  </a:lnTo>
                  <a:lnTo>
                    <a:pt x="16" y="40"/>
                  </a:lnTo>
                  <a:lnTo>
                    <a:pt x="0" y="40"/>
                  </a:lnTo>
                  <a:lnTo>
                    <a:pt x="32" y="80"/>
                  </a:lnTo>
                  <a:lnTo>
                    <a:pt x="40" y="80"/>
                  </a:lnTo>
                  <a:lnTo>
                    <a:pt x="64" y="80"/>
                  </a:lnTo>
                  <a:lnTo>
                    <a:pt x="88" y="80"/>
                  </a:lnTo>
                  <a:lnTo>
                    <a:pt x="112" y="88"/>
                  </a:lnTo>
                  <a:lnTo>
                    <a:pt x="112" y="64"/>
                  </a:lnTo>
                  <a:lnTo>
                    <a:pt x="120" y="56"/>
                  </a:lnTo>
                  <a:lnTo>
                    <a:pt x="112" y="56"/>
                  </a:lnTo>
                  <a:lnTo>
                    <a:pt x="112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9" name="Freeform 710"/>
            <p:cNvSpPr/>
            <p:nvPr/>
          </p:nvSpPr>
          <p:spPr bwMode="auto">
            <a:xfrm>
              <a:off x="4806128" y="2692258"/>
              <a:ext cx="42768" cy="53735"/>
            </a:xfrm>
            <a:custGeom>
              <a:avLst/>
              <a:gdLst>
                <a:gd name="T0" fmla="*/ 2147483647 w 32"/>
                <a:gd name="T1" fmla="*/ 2147483647 h 40"/>
                <a:gd name="T2" fmla="*/ 2147483647 w 32"/>
                <a:gd name="T3" fmla="*/ 2147483647 h 40"/>
                <a:gd name="T4" fmla="*/ 0 w 32"/>
                <a:gd name="T5" fmla="*/ 0 h 40"/>
                <a:gd name="T6" fmla="*/ 2147483647 w 32"/>
                <a:gd name="T7" fmla="*/ 2147483647 h 40"/>
                <a:gd name="T8" fmla="*/ 2147483647 w 32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0"/>
                <a:gd name="T17" fmla="*/ 32 w 3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0">
                  <a:moveTo>
                    <a:pt x="32" y="32"/>
                  </a:moveTo>
                  <a:lnTo>
                    <a:pt x="32" y="4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11"/>
            <p:cNvSpPr/>
            <p:nvPr/>
          </p:nvSpPr>
          <p:spPr bwMode="auto">
            <a:xfrm>
              <a:off x="4665761" y="2573824"/>
              <a:ext cx="118435" cy="64701"/>
            </a:xfrm>
            <a:custGeom>
              <a:avLst/>
              <a:gdLst>
                <a:gd name="T0" fmla="*/ 2147483647 w 88"/>
                <a:gd name="T1" fmla="*/ 2147483647 h 48"/>
                <a:gd name="T2" fmla="*/ 2147483647 w 88"/>
                <a:gd name="T3" fmla="*/ 2147483647 h 48"/>
                <a:gd name="T4" fmla="*/ 2147483647 w 88"/>
                <a:gd name="T5" fmla="*/ 2147483647 h 48"/>
                <a:gd name="T6" fmla="*/ 2147483647 w 88"/>
                <a:gd name="T7" fmla="*/ 2147483647 h 48"/>
                <a:gd name="T8" fmla="*/ 2147483647 w 88"/>
                <a:gd name="T9" fmla="*/ 2147483647 h 48"/>
                <a:gd name="T10" fmla="*/ 2147483647 w 88"/>
                <a:gd name="T11" fmla="*/ 2147483647 h 48"/>
                <a:gd name="T12" fmla="*/ 2147483647 w 88"/>
                <a:gd name="T13" fmla="*/ 2147483647 h 48"/>
                <a:gd name="T14" fmla="*/ 2147483647 w 88"/>
                <a:gd name="T15" fmla="*/ 2147483647 h 48"/>
                <a:gd name="T16" fmla="*/ 2147483647 w 88"/>
                <a:gd name="T17" fmla="*/ 2147483647 h 48"/>
                <a:gd name="T18" fmla="*/ 2147483647 w 88"/>
                <a:gd name="T19" fmla="*/ 0 h 48"/>
                <a:gd name="T20" fmla="*/ 2147483647 w 88"/>
                <a:gd name="T21" fmla="*/ 0 h 48"/>
                <a:gd name="T22" fmla="*/ 2147483647 w 88"/>
                <a:gd name="T23" fmla="*/ 0 h 48"/>
                <a:gd name="T24" fmla="*/ 2147483647 w 88"/>
                <a:gd name="T25" fmla="*/ 2147483647 h 48"/>
                <a:gd name="T26" fmla="*/ 2147483647 w 88"/>
                <a:gd name="T27" fmla="*/ 2147483647 h 48"/>
                <a:gd name="T28" fmla="*/ 0 w 88"/>
                <a:gd name="T29" fmla="*/ 2147483647 h 48"/>
                <a:gd name="T30" fmla="*/ 2147483647 w 88"/>
                <a:gd name="T31" fmla="*/ 2147483647 h 48"/>
                <a:gd name="T32" fmla="*/ 2147483647 w 88"/>
                <a:gd name="T33" fmla="*/ 2147483647 h 48"/>
                <a:gd name="T34" fmla="*/ 2147483647 w 88"/>
                <a:gd name="T35" fmla="*/ 2147483647 h 48"/>
                <a:gd name="T36" fmla="*/ 2147483647 w 88"/>
                <a:gd name="T37" fmla="*/ 2147483647 h 4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8"/>
                <a:gd name="T58" fmla="*/ 0 h 48"/>
                <a:gd name="T59" fmla="*/ 88 w 88"/>
                <a:gd name="T60" fmla="*/ 48 h 4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8" h="48">
                  <a:moveTo>
                    <a:pt x="40" y="40"/>
                  </a:moveTo>
                  <a:lnTo>
                    <a:pt x="56" y="40"/>
                  </a:lnTo>
                  <a:lnTo>
                    <a:pt x="64" y="40"/>
                  </a:lnTo>
                  <a:lnTo>
                    <a:pt x="64" y="48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88" y="24"/>
                  </a:lnTo>
                  <a:lnTo>
                    <a:pt x="72" y="16"/>
                  </a:lnTo>
                  <a:lnTo>
                    <a:pt x="56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0" y="4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1" name="Freeform 712"/>
            <p:cNvSpPr/>
            <p:nvPr/>
          </p:nvSpPr>
          <p:spPr bwMode="auto">
            <a:xfrm>
              <a:off x="4741428" y="2638524"/>
              <a:ext cx="107468" cy="64700"/>
            </a:xfrm>
            <a:custGeom>
              <a:avLst/>
              <a:gdLst>
                <a:gd name="T0" fmla="*/ 2147483647 w 80"/>
                <a:gd name="T1" fmla="*/ 0 h 48"/>
                <a:gd name="T2" fmla="*/ 2147483647 w 80"/>
                <a:gd name="T3" fmla="*/ 0 h 48"/>
                <a:gd name="T4" fmla="*/ 2147483647 w 80"/>
                <a:gd name="T5" fmla="*/ 2147483647 h 48"/>
                <a:gd name="T6" fmla="*/ 2147483647 w 80"/>
                <a:gd name="T7" fmla="*/ 2147483647 h 48"/>
                <a:gd name="T8" fmla="*/ 2147483647 w 80"/>
                <a:gd name="T9" fmla="*/ 2147483647 h 48"/>
                <a:gd name="T10" fmla="*/ 2147483647 w 80"/>
                <a:gd name="T11" fmla="*/ 2147483647 h 48"/>
                <a:gd name="T12" fmla="*/ 2147483647 w 80"/>
                <a:gd name="T13" fmla="*/ 2147483647 h 48"/>
                <a:gd name="T14" fmla="*/ 0 w 80"/>
                <a:gd name="T15" fmla="*/ 2147483647 h 48"/>
                <a:gd name="T16" fmla="*/ 0 w 80"/>
                <a:gd name="T17" fmla="*/ 2147483647 h 48"/>
                <a:gd name="T18" fmla="*/ 2147483647 w 80"/>
                <a:gd name="T19" fmla="*/ 2147483647 h 48"/>
                <a:gd name="T20" fmla="*/ 2147483647 w 80"/>
                <a:gd name="T21" fmla="*/ 2147483647 h 48"/>
                <a:gd name="T22" fmla="*/ 2147483647 w 80"/>
                <a:gd name="T23" fmla="*/ 2147483647 h 48"/>
                <a:gd name="T24" fmla="*/ 2147483647 w 80"/>
                <a:gd name="T25" fmla="*/ 2147483647 h 48"/>
                <a:gd name="T26" fmla="*/ 2147483647 w 80"/>
                <a:gd name="T27" fmla="*/ 2147483647 h 48"/>
                <a:gd name="T28" fmla="*/ 2147483647 w 80"/>
                <a:gd name="T29" fmla="*/ 0 h 48"/>
                <a:gd name="T30" fmla="*/ 2147483647 w 80"/>
                <a:gd name="T31" fmla="*/ 0 h 48"/>
                <a:gd name="T32" fmla="*/ 2147483647 w 80"/>
                <a:gd name="T33" fmla="*/ 0 h 4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0"/>
                <a:gd name="T52" fmla="*/ 0 h 48"/>
                <a:gd name="T53" fmla="*/ 80 w 80"/>
                <a:gd name="T54" fmla="*/ 48 h 4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0" h="48">
                  <a:moveTo>
                    <a:pt x="56" y="0"/>
                  </a:moveTo>
                  <a:lnTo>
                    <a:pt x="48" y="0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16" y="40"/>
                  </a:lnTo>
                  <a:lnTo>
                    <a:pt x="32" y="48"/>
                  </a:lnTo>
                  <a:lnTo>
                    <a:pt x="48" y="40"/>
                  </a:lnTo>
                  <a:lnTo>
                    <a:pt x="64" y="40"/>
                  </a:lnTo>
                  <a:lnTo>
                    <a:pt x="72" y="24"/>
                  </a:lnTo>
                  <a:lnTo>
                    <a:pt x="80" y="0"/>
                  </a:lnTo>
                  <a:lnTo>
                    <a:pt x="72" y="0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2" name="Freeform 713"/>
            <p:cNvSpPr/>
            <p:nvPr/>
          </p:nvSpPr>
          <p:spPr bwMode="auto">
            <a:xfrm>
              <a:off x="4752394" y="2605626"/>
              <a:ext cx="96502" cy="43865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2147483647 h 32"/>
                <a:gd name="T6" fmla="*/ 2147483647 w 72"/>
                <a:gd name="T7" fmla="*/ 2147483647 h 32"/>
                <a:gd name="T8" fmla="*/ 0 w 72"/>
                <a:gd name="T9" fmla="*/ 2147483647 h 32"/>
                <a:gd name="T10" fmla="*/ 0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2147483647 w 72"/>
                <a:gd name="T27" fmla="*/ 2147483647 h 32"/>
                <a:gd name="T28" fmla="*/ 2147483647 w 72"/>
                <a:gd name="T29" fmla="*/ 2147483647 h 32"/>
                <a:gd name="T30" fmla="*/ 2147483647 w 72"/>
                <a:gd name="T31" fmla="*/ 2147483647 h 32"/>
                <a:gd name="T32" fmla="*/ 2147483647 w 72"/>
                <a:gd name="T33" fmla="*/ 2147483647 h 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32"/>
                <a:gd name="T53" fmla="*/ 72 w 72"/>
                <a:gd name="T54" fmla="*/ 32 h 3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32">
                  <a:moveTo>
                    <a:pt x="40" y="8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64" y="24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3" name="Freeform 714"/>
            <p:cNvSpPr/>
            <p:nvPr/>
          </p:nvSpPr>
          <p:spPr bwMode="auto">
            <a:xfrm>
              <a:off x="4806128" y="2692258"/>
              <a:ext cx="42768" cy="53735"/>
            </a:xfrm>
            <a:custGeom>
              <a:avLst/>
              <a:gdLst>
                <a:gd name="T0" fmla="*/ 2147483647 w 32"/>
                <a:gd name="T1" fmla="*/ 2147483647 h 40"/>
                <a:gd name="T2" fmla="*/ 2147483647 w 32"/>
                <a:gd name="T3" fmla="*/ 2147483647 h 40"/>
                <a:gd name="T4" fmla="*/ 0 w 32"/>
                <a:gd name="T5" fmla="*/ 0 h 40"/>
                <a:gd name="T6" fmla="*/ 2147483647 w 32"/>
                <a:gd name="T7" fmla="*/ 2147483647 h 40"/>
                <a:gd name="T8" fmla="*/ 2147483647 w 32"/>
                <a:gd name="T9" fmla="*/ 214748364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0"/>
                <a:gd name="T17" fmla="*/ 32 w 32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0">
                  <a:moveTo>
                    <a:pt x="32" y="32"/>
                  </a:moveTo>
                  <a:lnTo>
                    <a:pt x="32" y="40"/>
                  </a:lnTo>
                  <a:lnTo>
                    <a:pt x="0" y="0"/>
                  </a:lnTo>
                  <a:lnTo>
                    <a:pt x="8" y="16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4" name="Freeform 715"/>
            <p:cNvSpPr/>
            <p:nvPr/>
          </p:nvSpPr>
          <p:spPr bwMode="auto">
            <a:xfrm>
              <a:off x="4752394" y="2605626"/>
              <a:ext cx="96502" cy="43865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0 h 32"/>
                <a:gd name="T6" fmla="*/ 2147483647 w 72"/>
                <a:gd name="T7" fmla="*/ 2147483647 h 32"/>
                <a:gd name="T8" fmla="*/ 2147483647 w 72"/>
                <a:gd name="T9" fmla="*/ 2147483647 h 32"/>
                <a:gd name="T10" fmla="*/ 0 w 72"/>
                <a:gd name="T11" fmla="*/ 2147483647 h 32"/>
                <a:gd name="T12" fmla="*/ 0 w 72"/>
                <a:gd name="T13" fmla="*/ 2147483647 h 32"/>
                <a:gd name="T14" fmla="*/ 0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2147483647 w 72"/>
                <a:gd name="T27" fmla="*/ 2147483647 h 32"/>
                <a:gd name="T28" fmla="*/ 2147483647 w 72"/>
                <a:gd name="T29" fmla="*/ 2147483647 h 32"/>
                <a:gd name="T30" fmla="*/ 2147483647 w 72"/>
                <a:gd name="T31" fmla="*/ 2147483647 h 32"/>
                <a:gd name="T32" fmla="*/ 2147483647 w 72"/>
                <a:gd name="T33" fmla="*/ 2147483647 h 32"/>
                <a:gd name="T34" fmla="*/ 2147483647 w 72"/>
                <a:gd name="T35" fmla="*/ 2147483647 h 32"/>
                <a:gd name="T36" fmla="*/ 2147483647 w 72"/>
                <a:gd name="T37" fmla="*/ 2147483647 h 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2"/>
                <a:gd name="T58" fmla="*/ 0 h 32"/>
                <a:gd name="T59" fmla="*/ 72 w 72"/>
                <a:gd name="T60" fmla="*/ 32 h 3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2" h="32">
                  <a:moveTo>
                    <a:pt x="40" y="8"/>
                  </a:moveTo>
                  <a:lnTo>
                    <a:pt x="24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64" y="24"/>
                  </a:lnTo>
                  <a:lnTo>
                    <a:pt x="72" y="24"/>
                  </a:lnTo>
                  <a:lnTo>
                    <a:pt x="64" y="16"/>
                  </a:lnTo>
                  <a:lnTo>
                    <a:pt x="64" y="8"/>
                  </a:lnTo>
                  <a:lnTo>
                    <a:pt x="56" y="8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5" name="Freeform 716"/>
            <p:cNvSpPr/>
            <p:nvPr/>
          </p:nvSpPr>
          <p:spPr bwMode="auto">
            <a:xfrm>
              <a:off x="4848896" y="2745993"/>
              <a:ext cx="117338" cy="96502"/>
            </a:xfrm>
            <a:custGeom>
              <a:avLst/>
              <a:gdLst>
                <a:gd name="T0" fmla="*/ 2147483647 w 88"/>
                <a:gd name="T1" fmla="*/ 0 h 72"/>
                <a:gd name="T2" fmla="*/ 2147483647 w 88"/>
                <a:gd name="T3" fmla="*/ 0 h 72"/>
                <a:gd name="T4" fmla="*/ 0 w 88"/>
                <a:gd name="T5" fmla="*/ 0 h 72"/>
                <a:gd name="T6" fmla="*/ 0 w 88"/>
                <a:gd name="T7" fmla="*/ 2147483647 h 72"/>
                <a:gd name="T8" fmla="*/ 2147483647 w 88"/>
                <a:gd name="T9" fmla="*/ 2147483647 h 72"/>
                <a:gd name="T10" fmla="*/ 0 w 88"/>
                <a:gd name="T11" fmla="*/ 2147483647 h 72"/>
                <a:gd name="T12" fmla="*/ 2147483647 w 88"/>
                <a:gd name="T13" fmla="*/ 2147483647 h 72"/>
                <a:gd name="T14" fmla="*/ 2147483647 w 88"/>
                <a:gd name="T15" fmla="*/ 2147483647 h 72"/>
                <a:gd name="T16" fmla="*/ 2147483647 w 88"/>
                <a:gd name="T17" fmla="*/ 2147483647 h 72"/>
                <a:gd name="T18" fmla="*/ 2147483647 w 88"/>
                <a:gd name="T19" fmla="*/ 2147483647 h 72"/>
                <a:gd name="T20" fmla="*/ 2147483647 w 88"/>
                <a:gd name="T21" fmla="*/ 2147483647 h 72"/>
                <a:gd name="T22" fmla="*/ 2147483647 w 88"/>
                <a:gd name="T23" fmla="*/ 2147483647 h 72"/>
                <a:gd name="T24" fmla="*/ 2147483647 w 88"/>
                <a:gd name="T25" fmla="*/ 2147483647 h 72"/>
                <a:gd name="T26" fmla="*/ 2147483647 w 88"/>
                <a:gd name="T27" fmla="*/ 2147483647 h 72"/>
                <a:gd name="T28" fmla="*/ 2147483647 w 88"/>
                <a:gd name="T29" fmla="*/ 2147483647 h 72"/>
                <a:gd name="T30" fmla="*/ 2147483647 w 88"/>
                <a:gd name="T31" fmla="*/ 2147483647 h 72"/>
                <a:gd name="T32" fmla="*/ 2147483647 w 88"/>
                <a:gd name="T33" fmla="*/ 2147483647 h 72"/>
                <a:gd name="T34" fmla="*/ 2147483647 w 88"/>
                <a:gd name="T35" fmla="*/ 2147483647 h 72"/>
                <a:gd name="T36" fmla="*/ 2147483647 w 88"/>
                <a:gd name="T37" fmla="*/ 2147483647 h 72"/>
                <a:gd name="T38" fmla="*/ 2147483647 w 88"/>
                <a:gd name="T39" fmla="*/ 2147483647 h 72"/>
                <a:gd name="T40" fmla="*/ 2147483647 w 88"/>
                <a:gd name="T41" fmla="*/ 2147483647 h 72"/>
                <a:gd name="T42" fmla="*/ 2147483647 w 88"/>
                <a:gd name="T43" fmla="*/ 0 h 72"/>
                <a:gd name="T44" fmla="*/ 2147483647 w 88"/>
                <a:gd name="T45" fmla="*/ 0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8"/>
                <a:gd name="T70" fmla="*/ 0 h 72"/>
                <a:gd name="T71" fmla="*/ 88 w 88"/>
                <a:gd name="T72" fmla="*/ 72 h 7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8" h="72">
                  <a:moveTo>
                    <a:pt x="32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80" y="64"/>
                  </a:lnTo>
                  <a:lnTo>
                    <a:pt x="88" y="48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6" name="Freeform 717"/>
            <p:cNvSpPr/>
            <p:nvPr/>
          </p:nvSpPr>
          <p:spPr bwMode="auto">
            <a:xfrm>
              <a:off x="4773229" y="2692258"/>
              <a:ext cx="85536" cy="150237"/>
            </a:xfrm>
            <a:custGeom>
              <a:avLst/>
              <a:gdLst>
                <a:gd name="T0" fmla="*/ 2147483647 w 64"/>
                <a:gd name="T1" fmla="*/ 2147483647 h 112"/>
                <a:gd name="T2" fmla="*/ 2147483647 w 64"/>
                <a:gd name="T3" fmla="*/ 2147483647 h 112"/>
                <a:gd name="T4" fmla="*/ 2147483647 w 64"/>
                <a:gd name="T5" fmla="*/ 2147483647 h 112"/>
                <a:gd name="T6" fmla="*/ 2147483647 w 64"/>
                <a:gd name="T7" fmla="*/ 2147483647 h 112"/>
                <a:gd name="T8" fmla="*/ 2147483647 w 64"/>
                <a:gd name="T9" fmla="*/ 2147483647 h 112"/>
                <a:gd name="T10" fmla="*/ 2147483647 w 64"/>
                <a:gd name="T11" fmla="*/ 2147483647 h 112"/>
                <a:gd name="T12" fmla="*/ 2147483647 w 64"/>
                <a:gd name="T13" fmla="*/ 2147483647 h 112"/>
                <a:gd name="T14" fmla="*/ 2147483647 w 64"/>
                <a:gd name="T15" fmla="*/ 2147483647 h 112"/>
                <a:gd name="T16" fmla="*/ 2147483647 w 64"/>
                <a:gd name="T17" fmla="*/ 2147483647 h 112"/>
                <a:gd name="T18" fmla="*/ 2147483647 w 64"/>
                <a:gd name="T19" fmla="*/ 2147483647 h 112"/>
                <a:gd name="T20" fmla="*/ 2147483647 w 64"/>
                <a:gd name="T21" fmla="*/ 0 h 112"/>
                <a:gd name="T22" fmla="*/ 2147483647 w 64"/>
                <a:gd name="T23" fmla="*/ 2147483647 h 112"/>
                <a:gd name="T24" fmla="*/ 2147483647 w 64"/>
                <a:gd name="T25" fmla="*/ 2147483647 h 112"/>
                <a:gd name="T26" fmla="*/ 2147483647 w 64"/>
                <a:gd name="T27" fmla="*/ 2147483647 h 112"/>
                <a:gd name="T28" fmla="*/ 2147483647 w 64"/>
                <a:gd name="T29" fmla="*/ 2147483647 h 112"/>
                <a:gd name="T30" fmla="*/ 2147483647 w 64"/>
                <a:gd name="T31" fmla="*/ 2147483647 h 112"/>
                <a:gd name="T32" fmla="*/ 0 w 64"/>
                <a:gd name="T33" fmla="*/ 2147483647 h 112"/>
                <a:gd name="T34" fmla="*/ 2147483647 w 64"/>
                <a:gd name="T35" fmla="*/ 2147483647 h 112"/>
                <a:gd name="T36" fmla="*/ 2147483647 w 64"/>
                <a:gd name="T37" fmla="*/ 2147483647 h 112"/>
                <a:gd name="T38" fmla="*/ 2147483647 w 64"/>
                <a:gd name="T39" fmla="*/ 2147483647 h 112"/>
                <a:gd name="T40" fmla="*/ 2147483647 w 64"/>
                <a:gd name="T41" fmla="*/ 2147483647 h 112"/>
                <a:gd name="T42" fmla="*/ 2147483647 w 64"/>
                <a:gd name="T43" fmla="*/ 2147483647 h 11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4"/>
                <a:gd name="T67" fmla="*/ 0 h 112"/>
                <a:gd name="T68" fmla="*/ 64 w 64"/>
                <a:gd name="T69" fmla="*/ 112 h 11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4" h="112">
                  <a:moveTo>
                    <a:pt x="40" y="96"/>
                  </a:moveTo>
                  <a:lnTo>
                    <a:pt x="56" y="88"/>
                  </a:lnTo>
                  <a:lnTo>
                    <a:pt x="64" y="88"/>
                  </a:lnTo>
                  <a:lnTo>
                    <a:pt x="64" y="80"/>
                  </a:lnTo>
                  <a:lnTo>
                    <a:pt x="56" y="72"/>
                  </a:lnTo>
                  <a:lnTo>
                    <a:pt x="64" y="56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56" y="32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8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8" y="56"/>
                  </a:lnTo>
                  <a:lnTo>
                    <a:pt x="0" y="72"/>
                  </a:lnTo>
                  <a:lnTo>
                    <a:pt x="16" y="88"/>
                  </a:lnTo>
                  <a:lnTo>
                    <a:pt x="16" y="96"/>
                  </a:lnTo>
                  <a:lnTo>
                    <a:pt x="24" y="112"/>
                  </a:lnTo>
                  <a:lnTo>
                    <a:pt x="32" y="104"/>
                  </a:lnTo>
                  <a:lnTo>
                    <a:pt x="40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7" name="Freeform 718"/>
            <p:cNvSpPr/>
            <p:nvPr/>
          </p:nvSpPr>
          <p:spPr bwMode="auto">
            <a:xfrm>
              <a:off x="4698659" y="2670326"/>
              <a:ext cx="96502" cy="118435"/>
            </a:xfrm>
            <a:custGeom>
              <a:avLst/>
              <a:gdLst>
                <a:gd name="T0" fmla="*/ 2147483647 w 72"/>
                <a:gd name="T1" fmla="*/ 2147483647 h 88"/>
                <a:gd name="T2" fmla="*/ 2147483647 w 72"/>
                <a:gd name="T3" fmla="*/ 2147483647 h 88"/>
                <a:gd name="T4" fmla="*/ 2147483647 w 72"/>
                <a:gd name="T5" fmla="*/ 2147483647 h 88"/>
                <a:gd name="T6" fmla="*/ 2147483647 w 72"/>
                <a:gd name="T7" fmla="*/ 2147483647 h 88"/>
                <a:gd name="T8" fmla="*/ 2147483647 w 72"/>
                <a:gd name="T9" fmla="*/ 2147483647 h 88"/>
                <a:gd name="T10" fmla="*/ 2147483647 w 72"/>
                <a:gd name="T11" fmla="*/ 2147483647 h 88"/>
                <a:gd name="T12" fmla="*/ 2147483647 w 72"/>
                <a:gd name="T13" fmla="*/ 0 h 88"/>
                <a:gd name="T14" fmla="*/ 2147483647 w 72"/>
                <a:gd name="T15" fmla="*/ 2147483647 h 88"/>
                <a:gd name="T16" fmla="*/ 0 w 72"/>
                <a:gd name="T17" fmla="*/ 2147483647 h 88"/>
                <a:gd name="T18" fmla="*/ 0 w 72"/>
                <a:gd name="T19" fmla="*/ 2147483647 h 88"/>
                <a:gd name="T20" fmla="*/ 0 w 72"/>
                <a:gd name="T21" fmla="*/ 2147483647 h 88"/>
                <a:gd name="T22" fmla="*/ 2147483647 w 72"/>
                <a:gd name="T23" fmla="*/ 2147483647 h 88"/>
                <a:gd name="T24" fmla="*/ 2147483647 w 72"/>
                <a:gd name="T25" fmla="*/ 2147483647 h 88"/>
                <a:gd name="T26" fmla="*/ 2147483647 w 72"/>
                <a:gd name="T27" fmla="*/ 2147483647 h 88"/>
                <a:gd name="T28" fmla="*/ 2147483647 w 72"/>
                <a:gd name="T29" fmla="*/ 2147483647 h 88"/>
                <a:gd name="T30" fmla="*/ 2147483647 w 72"/>
                <a:gd name="T31" fmla="*/ 2147483647 h 88"/>
                <a:gd name="T32" fmla="*/ 2147483647 w 72"/>
                <a:gd name="T33" fmla="*/ 214748364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88"/>
                <a:gd name="T53" fmla="*/ 72 w 72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88">
                  <a:moveTo>
                    <a:pt x="72" y="56"/>
                  </a:moveTo>
                  <a:lnTo>
                    <a:pt x="72" y="40"/>
                  </a:lnTo>
                  <a:lnTo>
                    <a:pt x="72" y="32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32" y="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0" y="8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24" y="48"/>
                  </a:lnTo>
                  <a:lnTo>
                    <a:pt x="32" y="72"/>
                  </a:lnTo>
                  <a:lnTo>
                    <a:pt x="56" y="88"/>
                  </a:lnTo>
                  <a:lnTo>
                    <a:pt x="64" y="72"/>
                  </a:lnTo>
                  <a:lnTo>
                    <a:pt x="72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8" name="Freeform 719"/>
            <p:cNvSpPr/>
            <p:nvPr/>
          </p:nvSpPr>
          <p:spPr bwMode="auto">
            <a:xfrm>
              <a:off x="4806128" y="2445520"/>
              <a:ext cx="52638" cy="31802"/>
            </a:xfrm>
            <a:custGeom>
              <a:avLst/>
              <a:gdLst>
                <a:gd name="T0" fmla="*/ 2147483647 w 40"/>
                <a:gd name="T1" fmla="*/ 2147483647 h 24"/>
                <a:gd name="T2" fmla="*/ 2147483647 w 40"/>
                <a:gd name="T3" fmla="*/ 2147483647 h 24"/>
                <a:gd name="T4" fmla="*/ 2147483647 w 40"/>
                <a:gd name="T5" fmla="*/ 2147483647 h 24"/>
                <a:gd name="T6" fmla="*/ 2147483647 w 40"/>
                <a:gd name="T7" fmla="*/ 2147483647 h 24"/>
                <a:gd name="T8" fmla="*/ 2147483647 w 40"/>
                <a:gd name="T9" fmla="*/ 0 h 24"/>
                <a:gd name="T10" fmla="*/ 2147483647 w 40"/>
                <a:gd name="T11" fmla="*/ 0 h 24"/>
                <a:gd name="T12" fmla="*/ 0 w 40"/>
                <a:gd name="T13" fmla="*/ 2147483647 h 24"/>
                <a:gd name="T14" fmla="*/ 0 w 40"/>
                <a:gd name="T15" fmla="*/ 2147483647 h 24"/>
                <a:gd name="T16" fmla="*/ 2147483647 w 40"/>
                <a:gd name="T17" fmla="*/ 2147483647 h 24"/>
                <a:gd name="T18" fmla="*/ 2147483647 w 40"/>
                <a:gd name="T19" fmla="*/ 2147483647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24"/>
                <a:gd name="T32" fmla="*/ 40 w 40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24">
                  <a:moveTo>
                    <a:pt x="32" y="24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9" name="Freeform 720"/>
            <p:cNvSpPr/>
            <p:nvPr/>
          </p:nvSpPr>
          <p:spPr bwMode="auto">
            <a:xfrm>
              <a:off x="4848896" y="2745993"/>
              <a:ext cx="117338" cy="96502"/>
            </a:xfrm>
            <a:custGeom>
              <a:avLst/>
              <a:gdLst>
                <a:gd name="T0" fmla="*/ 2147483647 w 88"/>
                <a:gd name="T1" fmla="*/ 0 h 72"/>
                <a:gd name="T2" fmla="*/ 2147483647 w 88"/>
                <a:gd name="T3" fmla="*/ 0 h 72"/>
                <a:gd name="T4" fmla="*/ 0 w 88"/>
                <a:gd name="T5" fmla="*/ 0 h 72"/>
                <a:gd name="T6" fmla="*/ 0 w 88"/>
                <a:gd name="T7" fmla="*/ 2147483647 h 72"/>
                <a:gd name="T8" fmla="*/ 2147483647 w 88"/>
                <a:gd name="T9" fmla="*/ 2147483647 h 72"/>
                <a:gd name="T10" fmla="*/ 0 w 88"/>
                <a:gd name="T11" fmla="*/ 2147483647 h 72"/>
                <a:gd name="T12" fmla="*/ 2147483647 w 88"/>
                <a:gd name="T13" fmla="*/ 2147483647 h 72"/>
                <a:gd name="T14" fmla="*/ 2147483647 w 88"/>
                <a:gd name="T15" fmla="*/ 2147483647 h 72"/>
                <a:gd name="T16" fmla="*/ 2147483647 w 88"/>
                <a:gd name="T17" fmla="*/ 2147483647 h 72"/>
                <a:gd name="T18" fmla="*/ 2147483647 w 88"/>
                <a:gd name="T19" fmla="*/ 2147483647 h 72"/>
                <a:gd name="T20" fmla="*/ 2147483647 w 88"/>
                <a:gd name="T21" fmla="*/ 2147483647 h 72"/>
                <a:gd name="T22" fmla="*/ 2147483647 w 88"/>
                <a:gd name="T23" fmla="*/ 2147483647 h 72"/>
                <a:gd name="T24" fmla="*/ 2147483647 w 88"/>
                <a:gd name="T25" fmla="*/ 2147483647 h 72"/>
                <a:gd name="T26" fmla="*/ 2147483647 w 88"/>
                <a:gd name="T27" fmla="*/ 2147483647 h 72"/>
                <a:gd name="T28" fmla="*/ 2147483647 w 88"/>
                <a:gd name="T29" fmla="*/ 2147483647 h 72"/>
                <a:gd name="T30" fmla="*/ 2147483647 w 88"/>
                <a:gd name="T31" fmla="*/ 2147483647 h 72"/>
                <a:gd name="T32" fmla="*/ 2147483647 w 88"/>
                <a:gd name="T33" fmla="*/ 2147483647 h 72"/>
                <a:gd name="T34" fmla="*/ 2147483647 w 88"/>
                <a:gd name="T35" fmla="*/ 2147483647 h 72"/>
                <a:gd name="T36" fmla="*/ 2147483647 w 88"/>
                <a:gd name="T37" fmla="*/ 2147483647 h 72"/>
                <a:gd name="T38" fmla="*/ 2147483647 w 88"/>
                <a:gd name="T39" fmla="*/ 2147483647 h 72"/>
                <a:gd name="T40" fmla="*/ 2147483647 w 88"/>
                <a:gd name="T41" fmla="*/ 2147483647 h 72"/>
                <a:gd name="T42" fmla="*/ 2147483647 w 88"/>
                <a:gd name="T43" fmla="*/ 2147483647 h 72"/>
                <a:gd name="T44" fmla="*/ 2147483647 w 88"/>
                <a:gd name="T45" fmla="*/ 2147483647 h 72"/>
                <a:gd name="T46" fmla="*/ 2147483647 w 88"/>
                <a:gd name="T47" fmla="*/ 2147483647 h 72"/>
                <a:gd name="T48" fmla="*/ 2147483647 w 88"/>
                <a:gd name="T49" fmla="*/ 0 h 72"/>
                <a:gd name="T50" fmla="*/ 2147483647 w 88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88"/>
                <a:gd name="T79" fmla="*/ 0 h 72"/>
                <a:gd name="T80" fmla="*/ 88 w 88"/>
                <a:gd name="T81" fmla="*/ 72 h 7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88" h="72">
                  <a:moveTo>
                    <a:pt x="32" y="0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0" y="32"/>
                  </a:lnTo>
                  <a:lnTo>
                    <a:pt x="8" y="40"/>
                  </a:lnTo>
                  <a:lnTo>
                    <a:pt x="8" y="48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56"/>
                  </a:lnTo>
                  <a:lnTo>
                    <a:pt x="48" y="72"/>
                  </a:lnTo>
                  <a:lnTo>
                    <a:pt x="64" y="64"/>
                  </a:lnTo>
                  <a:lnTo>
                    <a:pt x="80" y="64"/>
                  </a:lnTo>
                  <a:lnTo>
                    <a:pt x="88" y="48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0" name="Freeform 721"/>
            <p:cNvSpPr/>
            <p:nvPr/>
          </p:nvSpPr>
          <p:spPr bwMode="auto">
            <a:xfrm>
              <a:off x="4806128" y="2445520"/>
              <a:ext cx="52638" cy="31802"/>
            </a:xfrm>
            <a:custGeom>
              <a:avLst/>
              <a:gdLst>
                <a:gd name="T0" fmla="*/ 2147483647 w 40"/>
                <a:gd name="T1" fmla="*/ 2147483647 h 24"/>
                <a:gd name="T2" fmla="*/ 2147483647 w 40"/>
                <a:gd name="T3" fmla="*/ 2147483647 h 24"/>
                <a:gd name="T4" fmla="*/ 2147483647 w 40"/>
                <a:gd name="T5" fmla="*/ 2147483647 h 24"/>
                <a:gd name="T6" fmla="*/ 2147483647 w 40"/>
                <a:gd name="T7" fmla="*/ 2147483647 h 24"/>
                <a:gd name="T8" fmla="*/ 2147483647 w 40"/>
                <a:gd name="T9" fmla="*/ 0 h 24"/>
                <a:gd name="T10" fmla="*/ 2147483647 w 40"/>
                <a:gd name="T11" fmla="*/ 0 h 24"/>
                <a:gd name="T12" fmla="*/ 0 w 40"/>
                <a:gd name="T13" fmla="*/ 2147483647 h 24"/>
                <a:gd name="T14" fmla="*/ 0 w 40"/>
                <a:gd name="T15" fmla="*/ 2147483647 h 24"/>
                <a:gd name="T16" fmla="*/ 2147483647 w 40"/>
                <a:gd name="T17" fmla="*/ 2147483647 h 24"/>
                <a:gd name="T18" fmla="*/ 2147483647 w 40"/>
                <a:gd name="T19" fmla="*/ 2147483647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0"/>
                <a:gd name="T31" fmla="*/ 0 h 24"/>
                <a:gd name="T32" fmla="*/ 40 w 40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0" h="24">
                  <a:moveTo>
                    <a:pt x="32" y="24"/>
                  </a:moveTo>
                  <a:lnTo>
                    <a:pt x="40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32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1" name="Freeform 722"/>
            <p:cNvSpPr/>
            <p:nvPr/>
          </p:nvSpPr>
          <p:spPr bwMode="auto">
            <a:xfrm>
              <a:off x="4708529" y="2466355"/>
              <a:ext cx="161202" cy="150237"/>
            </a:xfrm>
            <a:custGeom>
              <a:avLst/>
              <a:gdLst>
                <a:gd name="T0" fmla="*/ 0 w 120"/>
                <a:gd name="T1" fmla="*/ 2147483647 h 112"/>
                <a:gd name="T2" fmla="*/ 0 w 120"/>
                <a:gd name="T3" fmla="*/ 2147483647 h 112"/>
                <a:gd name="T4" fmla="*/ 0 w 120"/>
                <a:gd name="T5" fmla="*/ 2147483647 h 112"/>
                <a:gd name="T6" fmla="*/ 2147483647 w 120"/>
                <a:gd name="T7" fmla="*/ 2147483647 h 112"/>
                <a:gd name="T8" fmla="*/ 2147483647 w 120"/>
                <a:gd name="T9" fmla="*/ 2147483647 h 112"/>
                <a:gd name="T10" fmla="*/ 2147483647 w 120"/>
                <a:gd name="T11" fmla="*/ 2147483647 h 112"/>
                <a:gd name="T12" fmla="*/ 2147483647 w 120"/>
                <a:gd name="T13" fmla="*/ 2147483647 h 112"/>
                <a:gd name="T14" fmla="*/ 2147483647 w 120"/>
                <a:gd name="T15" fmla="*/ 2147483647 h 112"/>
                <a:gd name="T16" fmla="*/ 2147483647 w 120"/>
                <a:gd name="T17" fmla="*/ 2147483647 h 112"/>
                <a:gd name="T18" fmla="*/ 2147483647 w 120"/>
                <a:gd name="T19" fmla="*/ 2147483647 h 112"/>
                <a:gd name="T20" fmla="*/ 2147483647 w 120"/>
                <a:gd name="T21" fmla="*/ 2147483647 h 112"/>
                <a:gd name="T22" fmla="*/ 2147483647 w 120"/>
                <a:gd name="T23" fmla="*/ 2147483647 h 112"/>
                <a:gd name="T24" fmla="*/ 2147483647 w 120"/>
                <a:gd name="T25" fmla="*/ 2147483647 h 112"/>
                <a:gd name="T26" fmla="*/ 2147483647 w 120"/>
                <a:gd name="T27" fmla="*/ 2147483647 h 112"/>
                <a:gd name="T28" fmla="*/ 2147483647 w 120"/>
                <a:gd name="T29" fmla="*/ 2147483647 h 112"/>
                <a:gd name="T30" fmla="*/ 2147483647 w 120"/>
                <a:gd name="T31" fmla="*/ 2147483647 h 112"/>
                <a:gd name="T32" fmla="*/ 2147483647 w 120"/>
                <a:gd name="T33" fmla="*/ 2147483647 h 112"/>
                <a:gd name="T34" fmla="*/ 2147483647 w 120"/>
                <a:gd name="T35" fmla="*/ 2147483647 h 112"/>
                <a:gd name="T36" fmla="*/ 2147483647 w 120"/>
                <a:gd name="T37" fmla="*/ 2147483647 h 112"/>
                <a:gd name="T38" fmla="*/ 2147483647 w 120"/>
                <a:gd name="T39" fmla="*/ 2147483647 h 112"/>
                <a:gd name="T40" fmla="*/ 2147483647 w 120"/>
                <a:gd name="T41" fmla="*/ 2147483647 h 112"/>
                <a:gd name="T42" fmla="*/ 2147483647 w 120"/>
                <a:gd name="T43" fmla="*/ 2147483647 h 112"/>
                <a:gd name="T44" fmla="*/ 2147483647 w 120"/>
                <a:gd name="T45" fmla="*/ 0 h 112"/>
                <a:gd name="T46" fmla="*/ 2147483647 w 120"/>
                <a:gd name="T47" fmla="*/ 0 h 112"/>
                <a:gd name="T48" fmla="*/ 2147483647 w 120"/>
                <a:gd name="T49" fmla="*/ 0 h 112"/>
                <a:gd name="T50" fmla="*/ 2147483647 w 120"/>
                <a:gd name="T51" fmla="*/ 2147483647 h 112"/>
                <a:gd name="T52" fmla="*/ 0 w 120"/>
                <a:gd name="T53" fmla="*/ 2147483647 h 112"/>
                <a:gd name="T54" fmla="*/ 0 w 120"/>
                <a:gd name="T55" fmla="*/ 2147483647 h 112"/>
                <a:gd name="T56" fmla="*/ 0 w 120"/>
                <a:gd name="T57" fmla="*/ 2147483647 h 1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20"/>
                <a:gd name="T88" fmla="*/ 0 h 112"/>
                <a:gd name="T89" fmla="*/ 120 w 120"/>
                <a:gd name="T90" fmla="*/ 112 h 11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20" h="112">
                  <a:moveTo>
                    <a:pt x="0" y="32"/>
                  </a:moveTo>
                  <a:lnTo>
                    <a:pt x="0" y="40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8" y="80"/>
                  </a:lnTo>
                  <a:lnTo>
                    <a:pt x="24" y="88"/>
                  </a:lnTo>
                  <a:lnTo>
                    <a:pt x="40" y="96"/>
                  </a:lnTo>
                  <a:lnTo>
                    <a:pt x="56" y="104"/>
                  </a:lnTo>
                  <a:lnTo>
                    <a:pt x="72" y="112"/>
                  </a:lnTo>
                  <a:lnTo>
                    <a:pt x="88" y="112"/>
                  </a:lnTo>
                  <a:lnTo>
                    <a:pt x="96" y="112"/>
                  </a:lnTo>
                  <a:lnTo>
                    <a:pt x="104" y="112"/>
                  </a:lnTo>
                  <a:lnTo>
                    <a:pt x="112" y="88"/>
                  </a:lnTo>
                  <a:lnTo>
                    <a:pt x="120" y="80"/>
                  </a:lnTo>
                  <a:lnTo>
                    <a:pt x="120" y="64"/>
                  </a:lnTo>
                  <a:lnTo>
                    <a:pt x="120" y="56"/>
                  </a:lnTo>
                  <a:lnTo>
                    <a:pt x="112" y="48"/>
                  </a:lnTo>
                  <a:lnTo>
                    <a:pt x="120" y="40"/>
                  </a:lnTo>
                  <a:lnTo>
                    <a:pt x="120" y="24"/>
                  </a:lnTo>
                  <a:lnTo>
                    <a:pt x="112" y="8"/>
                  </a:lnTo>
                  <a:lnTo>
                    <a:pt x="104" y="8"/>
                  </a:lnTo>
                  <a:lnTo>
                    <a:pt x="80" y="8"/>
                  </a:lnTo>
                  <a:lnTo>
                    <a:pt x="72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2" name="Freeform 723"/>
            <p:cNvSpPr/>
            <p:nvPr/>
          </p:nvSpPr>
          <p:spPr bwMode="auto">
            <a:xfrm>
              <a:off x="4569258" y="2659360"/>
              <a:ext cx="75667" cy="43865"/>
            </a:xfrm>
            <a:custGeom>
              <a:avLst/>
              <a:gdLst>
                <a:gd name="T0" fmla="*/ 2147483647 w 56"/>
                <a:gd name="T1" fmla="*/ 2147483647 h 32"/>
                <a:gd name="T2" fmla="*/ 2147483647 w 56"/>
                <a:gd name="T3" fmla="*/ 0 h 32"/>
                <a:gd name="T4" fmla="*/ 2147483647 w 56"/>
                <a:gd name="T5" fmla="*/ 0 h 32"/>
                <a:gd name="T6" fmla="*/ 2147483647 w 56"/>
                <a:gd name="T7" fmla="*/ 0 h 32"/>
                <a:gd name="T8" fmla="*/ 2147483647 w 56"/>
                <a:gd name="T9" fmla="*/ 0 h 32"/>
                <a:gd name="T10" fmla="*/ 0 w 56"/>
                <a:gd name="T11" fmla="*/ 2147483647 h 32"/>
                <a:gd name="T12" fmla="*/ 0 w 56"/>
                <a:gd name="T13" fmla="*/ 2147483647 h 32"/>
                <a:gd name="T14" fmla="*/ 2147483647 w 56"/>
                <a:gd name="T15" fmla="*/ 2147483647 h 32"/>
                <a:gd name="T16" fmla="*/ 2147483647 w 56"/>
                <a:gd name="T17" fmla="*/ 2147483647 h 32"/>
                <a:gd name="T18" fmla="*/ 2147483647 w 56"/>
                <a:gd name="T19" fmla="*/ 2147483647 h 32"/>
                <a:gd name="T20" fmla="*/ 2147483647 w 56"/>
                <a:gd name="T21" fmla="*/ 2147483647 h 32"/>
                <a:gd name="T22" fmla="*/ 2147483647 w 56"/>
                <a:gd name="T23" fmla="*/ 2147483647 h 32"/>
                <a:gd name="T24" fmla="*/ 2147483647 w 56"/>
                <a:gd name="T25" fmla="*/ 2147483647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6"/>
                <a:gd name="T40" fmla="*/ 0 h 32"/>
                <a:gd name="T41" fmla="*/ 56 w 56"/>
                <a:gd name="T42" fmla="*/ 32 h 3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6" h="32">
                  <a:moveTo>
                    <a:pt x="48" y="8"/>
                  </a:move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4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Freeform 724"/>
            <p:cNvSpPr/>
            <p:nvPr/>
          </p:nvSpPr>
          <p:spPr bwMode="auto">
            <a:xfrm>
              <a:off x="4602157" y="2380819"/>
              <a:ext cx="52638" cy="85536"/>
            </a:xfrm>
            <a:custGeom>
              <a:avLst/>
              <a:gdLst>
                <a:gd name="T0" fmla="*/ 2147483647 w 40"/>
                <a:gd name="T1" fmla="*/ 2147483647 h 64"/>
                <a:gd name="T2" fmla="*/ 2147483647 w 40"/>
                <a:gd name="T3" fmla="*/ 2147483647 h 64"/>
                <a:gd name="T4" fmla="*/ 2147483647 w 40"/>
                <a:gd name="T5" fmla="*/ 2147483647 h 64"/>
                <a:gd name="T6" fmla="*/ 2147483647 w 40"/>
                <a:gd name="T7" fmla="*/ 2147483647 h 64"/>
                <a:gd name="T8" fmla="*/ 2147483647 w 40"/>
                <a:gd name="T9" fmla="*/ 2147483647 h 64"/>
                <a:gd name="T10" fmla="*/ 2147483647 w 40"/>
                <a:gd name="T11" fmla="*/ 2147483647 h 64"/>
                <a:gd name="T12" fmla="*/ 2147483647 w 40"/>
                <a:gd name="T13" fmla="*/ 2147483647 h 64"/>
                <a:gd name="T14" fmla="*/ 2147483647 w 40"/>
                <a:gd name="T15" fmla="*/ 0 h 64"/>
                <a:gd name="T16" fmla="*/ 2147483647 w 40"/>
                <a:gd name="T17" fmla="*/ 2147483647 h 64"/>
                <a:gd name="T18" fmla="*/ 2147483647 w 40"/>
                <a:gd name="T19" fmla="*/ 2147483647 h 64"/>
                <a:gd name="T20" fmla="*/ 0 w 40"/>
                <a:gd name="T21" fmla="*/ 2147483647 h 64"/>
                <a:gd name="T22" fmla="*/ 0 w 40"/>
                <a:gd name="T23" fmla="*/ 2147483647 h 64"/>
                <a:gd name="T24" fmla="*/ 2147483647 w 40"/>
                <a:gd name="T25" fmla="*/ 2147483647 h 64"/>
                <a:gd name="T26" fmla="*/ 2147483647 w 40"/>
                <a:gd name="T27" fmla="*/ 2147483647 h 64"/>
                <a:gd name="T28" fmla="*/ 2147483647 w 40"/>
                <a:gd name="T29" fmla="*/ 2147483647 h 64"/>
                <a:gd name="T30" fmla="*/ 2147483647 w 40"/>
                <a:gd name="T31" fmla="*/ 2147483647 h 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"/>
                <a:gd name="T49" fmla="*/ 0 h 64"/>
                <a:gd name="T50" fmla="*/ 40 w 40"/>
                <a:gd name="T51" fmla="*/ 64 h 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" h="64">
                  <a:moveTo>
                    <a:pt x="24" y="64"/>
                  </a:moveTo>
                  <a:lnTo>
                    <a:pt x="24" y="48"/>
                  </a:lnTo>
                  <a:lnTo>
                    <a:pt x="24" y="32"/>
                  </a:lnTo>
                  <a:lnTo>
                    <a:pt x="32" y="32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8" y="48"/>
                  </a:lnTo>
                  <a:lnTo>
                    <a:pt x="16" y="64"/>
                  </a:lnTo>
                  <a:lnTo>
                    <a:pt x="16" y="56"/>
                  </a:lnTo>
                  <a:lnTo>
                    <a:pt x="24" y="6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4" name="Freeform 725"/>
            <p:cNvSpPr/>
            <p:nvPr/>
          </p:nvSpPr>
          <p:spPr bwMode="auto">
            <a:xfrm>
              <a:off x="4514428" y="2551891"/>
              <a:ext cx="54831" cy="53735"/>
            </a:xfrm>
            <a:custGeom>
              <a:avLst/>
              <a:gdLst>
                <a:gd name="T0" fmla="*/ 2147483647 w 41"/>
                <a:gd name="T1" fmla="*/ 2147483647 h 40"/>
                <a:gd name="T2" fmla="*/ 2147483647 w 41"/>
                <a:gd name="T3" fmla="*/ 2147483647 h 40"/>
                <a:gd name="T4" fmla="*/ 2147483647 w 41"/>
                <a:gd name="T5" fmla="*/ 2147483647 h 40"/>
                <a:gd name="T6" fmla="*/ 2147483647 w 41"/>
                <a:gd name="T7" fmla="*/ 2147483647 h 40"/>
                <a:gd name="T8" fmla="*/ 2147483647 w 41"/>
                <a:gd name="T9" fmla="*/ 2147483647 h 40"/>
                <a:gd name="T10" fmla="*/ 2147483647 w 41"/>
                <a:gd name="T11" fmla="*/ 2147483647 h 40"/>
                <a:gd name="T12" fmla="*/ 2147483647 w 41"/>
                <a:gd name="T13" fmla="*/ 2147483647 h 40"/>
                <a:gd name="T14" fmla="*/ 2147483647 w 41"/>
                <a:gd name="T15" fmla="*/ 2147483647 h 40"/>
                <a:gd name="T16" fmla="*/ 2147483647 w 41"/>
                <a:gd name="T17" fmla="*/ 2147483647 h 40"/>
                <a:gd name="T18" fmla="*/ 2147483647 w 41"/>
                <a:gd name="T19" fmla="*/ 2147483647 h 40"/>
                <a:gd name="T20" fmla="*/ 2147483647 w 41"/>
                <a:gd name="T21" fmla="*/ 2147483647 h 40"/>
                <a:gd name="T22" fmla="*/ 2147483647 w 41"/>
                <a:gd name="T23" fmla="*/ 0 h 40"/>
                <a:gd name="T24" fmla="*/ 0 w 41"/>
                <a:gd name="T25" fmla="*/ 2147483647 h 40"/>
                <a:gd name="T26" fmla="*/ 0 w 41"/>
                <a:gd name="T27" fmla="*/ 2147483647 h 40"/>
                <a:gd name="T28" fmla="*/ 2147483647 w 41"/>
                <a:gd name="T29" fmla="*/ 2147483647 h 4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1"/>
                <a:gd name="T46" fmla="*/ 0 h 40"/>
                <a:gd name="T47" fmla="*/ 41 w 41"/>
                <a:gd name="T48" fmla="*/ 40 h 4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1" h="40">
                  <a:moveTo>
                    <a:pt x="8" y="24"/>
                  </a:move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41" y="32"/>
                  </a:lnTo>
                  <a:lnTo>
                    <a:pt x="41" y="24"/>
                  </a:lnTo>
                  <a:lnTo>
                    <a:pt x="41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Freeform 726"/>
            <p:cNvSpPr/>
            <p:nvPr/>
          </p:nvSpPr>
          <p:spPr bwMode="auto">
            <a:xfrm>
              <a:off x="4569258" y="2659360"/>
              <a:ext cx="75667" cy="43865"/>
            </a:xfrm>
            <a:custGeom>
              <a:avLst/>
              <a:gdLst>
                <a:gd name="T0" fmla="*/ 2147483647 w 56"/>
                <a:gd name="T1" fmla="*/ 2147483647 h 32"/>
                <a:gd name="T2" fmla="*/ 2147483647 w 56"/>
                <a:gd name="T3" fmla="*/ 0 h 32"/>
                <a:gd name="T4" fmla="*/ 2147483647 w 56"/>
                <a:gd name="T5" fmla="*/ 0 h 32"/>
                <a:gd name="T6" fmla="*/ 2147483647 w 56"/>
                <a:gd name="T7" fmla="*/ 0 h 32"/>
                <a:gd name="T8" fmla="*/ 2147483647 w 56"/>
                <a:gd name="T9" fmla="*/ 0 h 32"/>
                <a:gd name="T10" fmla="*/ 2147483647 w 56"/>
                <a:gd name="T11" fmla="*/ 0 h 32"/>
                <a:gd name="T12" fmla="*/ 2147483647 w 56"/>
                <a:gd name="T13" fmla="*/ 0 h 32"/>
                <a:gd name="T14" fmla="*/ 0 w 56"/>
                <a:gd name="T15" fmla="*/ 2147483647 h 32"/>
                <a:gd name="T16" fmla="*/ 0 w 56"/>
                <a:gd name="T17" fmla="*/ 2147483647 h 32"/>
                <a:gd name="T18" fmla="*/ 2147483647 w 56"/>
                <a:gd name="T19" fmla="*/ 2147483647 h 32"/>
                <a:gd name="T20" fmla="*/ 2147483647 w 56"/>
                <a:gd name="T21" fmla="*/ 2147483647 h 32"/>
                <a:gd name="T22" fmla="*/ 2147483647 w 56"/>
                <a:gd name="T23" fmla="*/ 2147483647 h 32"/>
                <a:gd name="T24" fmla="*/ 2147483647 w 56"/>
                <a:gd name="T25" fmla="*/ 2147483647 h 32"/>
                <a:gd name="T26" fmla="*/ 2147483647 w 56"/>
                <a:gd name="T27" fmla="*/ 2147483647 h 32"/>
                <a:gd name="T28" fmla="*/ 2147483647 w 56"/>
                <a:gd name="T29" fmla="*/ 2147483647 h 32"/>
                <a:gd name="T30" fmla="*/ 2147483647 w 56"/>
                <a:gd name="T31" fmla="*/ 2147483647 h 32"/>
                <a:gd name="T32" fmla="*/ 2147483647 w 56"/>
                <a:gd name="T33" fmla="*/ 2147483647 h 32"/>
                <a:gd name="T34" fmla="*/ 2147483647 w 56"/>
                <a:gd name="T35" fmla="*/ 2147483647 h 32"/>
                <a:gd name="T36" fmla="*/ 2147483647 w 56"/>
                <a:gd name="T37" fmla="*/ 2147483647 h 32"/>
                <a:gd name="T38" fmla="*/ 2147483647 w 56"/>
                <a:gd name="T39" fmla="*/ 2147483647 h 3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6"/>
                <a:gd name="T61" fmla="*/ 0 h 32"/>
                <a:gd name="T62" fmla="*/ 56 w 56"/>
                <a:gd name="T63" fmla="*/ 32 h 3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6" h="32">
                  <a:moveTo>
                    <a:pt x="48" y="8"/>
                  </a:move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24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4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6" name="Freeform 727"/>
            <p:cNvSpPr/>
            <p:nvPr/>
          </p:nvSpPr>
          <p:spPr bwMode="auto">
            <a:xfrm>
              <a:off x="4514428" y="2551891"/>
              <a:ext cx="54831" cy="53735"/>
            </a:xfrm>
            <a:custGeom>
              <a:avLst/>
              <a:gdLst>
                <a:gd name="T0" fmla="*/ 2147483647 w 41"/>
                <a:gd name="T1" fmla="*/ 2147483647 h 40"/>
                <a:gd name="T2" fmla="*/ 2147483647 w 41"/>
                <a:gd name="T3" fmla="*/ 2147483647 h 40"/>
                <a:gd name="T4" fmla="*/ 2147483647 w 41"/>
                <a:gd name="T5" fmla="*/ 2147483647 h 40"/>
                <a:gd name="T6" fmla="*/ 2147483647 w 41"/>
                <a:gd name="T7" fmla="*/ 2147483647 h 40"/>
                <a:gd name="T8" fmla="*/ 2147483647 w 41"/>
                <a:gd name="T9" fmla="*/ 2147483647 h 40"/>
                <a:gd name="T10" fmla="*/ 2147483647 w 41"/>
                <a:gd name="T11" fmla="*/ 2147483647 h 40"/>
                <a:gd name="T12" fmla="*/ 2147483647 w 41"/>
                <a:gd name="T13" fmla="*/ 2147483647 h 40"/>
                <a:gd name="T14" fmla="*/ 2147483647 w 41"/>
                <a:gd name="T15" fmla="*/ 2147483647 h 40"/>
                <a:gd name="T16" fmla="*/ 2147483647 w 41"/>
                <a:gd name="T17" fmla="*/ 2147483647 h 40"/>
                <a:gd name="T18" fmla="*/ 2147483647 w 41"/>
                <a:gd name="T19" fmla="*/ 2147483647 h 40"/>
                <a:gd name="T20" fmla="*/ 2147483647 w 41"/>
                <a:gd name="T21" fmla="*/ 2147483647 h 40"/>
                <a:gd name="T22" fmla="*/ 2147483647 w 41"/>
                <a:gd name="T23" fmla="*/ 2147483647 h 40"/>
                <a:gd name="T24" fmla="*/ 2147483647 w 41"/>
                <a:gd name="T25" fmla="*/ 2147483647 h 40"/>
                <a:gd name="T26" fmla="*/ 2147483647 w 41"/>
                <a:gd name="T27" fmla="*/ 0 h 40"/>
                <a:gd name="T28" fmla="*/ 0 w 41"/>
                <a:gd name="T29" fmla="*/ 2147483647 h 40"/>
                <a:gd name="T30" fmla="*/ 0 w 41"/>
                <a:gd name="T31" fmla="*/ 2147483647 h 40"/>
                <a:gd name="T32" fmla="*/ 0 w 41"/>
                <a:gd name="T33" fmla="*/ 2147483647 h 40"/>
                <a:gd name="T34" fmla="*/ 2147483647 w 41"/>
                <a:gd name="T35" fmla="*/ 2147483647 h 4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1"/>
                <a:gd name="T55" fmla="*/ 0 h 40"/>
                <a:gd name="T56" fmla="*/ 41 w 41"/>
                <a:gd name="T57" fmla="*/ 40 h 4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1" h="40">
                  <a:moveTo>
                    <a:pt x="8" y="24"/>
                  </a:moveTo>
                  <a:lnTo>
                    <a:pt x="16" y="32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41" y="32"/>
                  </a:lnTo>
                  <a:lnTo>
                    <a:pt x="41" y="24"/>
                  </a:lnTo>
                  <a:lnTo>
                    <a:pt x="41" y="16"/>
                  </a:lnTo>
                  <a:lnTo>
                    <a:pt x="32" y="16"/>
                  </a:lnTo>
                  <a:lnTo>
                    <a:pt x="32" y="8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8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Freeform 728"/>
            <p:cNvSpPr/>
            <p:nvPr/>
          </p:nvSpPr>
          <p:spPr bwMode="auto">
            <a:xfrm>
              <a:off x="4471660" y="3163803"/>
              <a:ext cx="269768" cy="203971"/>
            </a:xfrm>
            <a:custGeom>
              <a:avLst/>
              <a:gdLst>
                <a:gd name="T0" fmla="*/ 2147483647 w 201"/>
                <a:gd name="T1" fmla="*/ 2147483647 h 152"/>
                <a:gd name="T2" fmla="*/ 2147483647 w 201"/>
                <a:gd name="T3" fmla="*/ 2147483647 h 152"/>
                <a:gd name="T4" fmla="*/ 2147483647 w 201"/>
                <a:gd name="T5" fmla="*/ 2147483647 h 152"/>
                <a:gd name="T6" fmla="*/ 2147483647 w 201"/>
                <a:gd name="T7" fmla="*/ 2147483647 h 152"/>
                <a:gd name="T8" fmla="*/ 2147483647 w 201"/>
                <a:gd name="T9" fmla="*/ 2147483647 h 152"/>
                <a:gd name="T10" fmla="*/ 2147483647 w 201"/>
                <a:gd name="T11" fmla="*/ 2147483647 h 152"/>
                <a:gd name="T12" fmla="*/ 2147483647 w 201"/>
                <a:gd name="T13" fmla="*/ 2147483647 h 152"/>
                <a:gd name="T14" fmla="*/ 2147483647 w 201"/>
                <a:gd name="T15" fmla="*/ 2147483647 h 152"/>
                <a:gd name="T16" fmla="*/ 2147483647 w 201"/>
                <a:gd name="T17" fmla="*/ 2147483647 h 152"/>
                <a:gd name="T18" fmla="*/ 2147483647 w 201"/>
                <a:gd name="T19" fmla="*/ 2147483647 h 152"/>
                <a:gd name="T20" fmla="*/ 2147483647 w 201"/>
                <a:gd name="T21" fmla="*/ 2147483647 h 152"/>
                <a:gd name="T22" fmla="*/ 2147483647 w 201"/>
                <a:gd name="T23" fmla="*/ 2147483647 h 152"/>
                <a:gd name="T24" fmla="*/ 2147483647 w 201"/>
                <a:gd name="T25" fmla="*/ 2147483647 h 152"/>
                <a:gd name="T26" fmla="*/ 2147483647 w 201"/>
                <a:gd name="T27" fmla="*/ 0 h 152"/>
                <a:gd name="T28" fmla="*/ 2147483647 w 201"/>
                <a:gd name="T29" fmla="*/ 2147483647 h 152"/>
                <a:gd name="T30" fmla="*/ 2147483647 w 201"/>
                <a:gd name="T31" fmla="*/ 2147483647 h 152"/>
                <a:gd name="T32" fmla="*/ 2147483647 w 201"/>
                <a:gd name="T33" fmla="*/ 2147483647 h 152"/>
                <a:gd name="T34" fmla="*/ 2147483647 w 201"/>
                <a:gd name="T35" fmla="*/ 2147483647 h 152"/>
                <a:gd name="T36" fmla="*/ 2147483647 w 201"/>
                <a:gd name="T37" fmla="*/ 2147483647 h 152"/>
                <a:gd name="T38" fmla="*/ 0 w 201"/>
                <a:gd name="T39" fmla="*/ 2147483647 h 152"/>
                <a:gd name="T40" fmla="*/ 2147483647 w 201"/>
                <a:gd name="T41" fmla="*/ 2147483647 h 152"/>
                <a:gd name="T42" fmla="*/ 2147483647 w 201"/>
                <a:gd name="T43" fmla="*/ 2147483647 h 152"/>
                <a:gd name="T44" fmla="*/ 2147483647 w 201"/>
                <a:gd name="T45" fmla="*/ 2147483647 h 152"/>
                <a:gd name="T46" fmla="*/ 2147483647 w 201"/>
                <a:gd name="T47" fmla="*/ 2147483647 h 1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01"/>
                <a:gd name="T73" fmla="*/ 0 h 152"/>
                <a:gd name="T74" fmla="*/ 201 w 201"/>
                <a:gd name="T75" fmla="*/ 152 h 152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01" h="152">
                  <a:moveTo>
                    <a:pt x="40" y="152"/>
                  </a:move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Freeform 729"/>
            <p:cNvSpPr/>
            <p:nvPr/>
          </p:nvSpPr>
          <p:spPr bwMode="auto">
            <a:xfrm>
              <a:off x="4256723" y="3142968"/>
              <a:ext cx="279637" cy="257704"/>
            </a:xfrm>
            <a:custGeom>
              <a:avLst/>
              <a:gdLst>
                <a:gd name="T0" fmla="*/ 2147483647 w 208"/>
                <a:gd name="T1" fmla="*/ 2147483647 h 192"/>
                <a:gd name="T2" fmla="*/ 2147483647 w 208"/>
                <a:gd name="T3" fmla="*/ 2147483647 h 192"/>
                <a:gd name="T4" fmla="*/ 2147483647 w 208"/>
                <a:gd name="T5" fmla="*/ 2147483647 h 192"/>
                <a:gd name="T6" fmla="*/ 2147483647 w 208"/>
                <a:gd name="T7" fmla="*/ 2147483647 h 192"/>
                <a:gd name="T8" fmla="*/ 2147483647 w 208"/>
                <a:gd name="T9" fmla="*/ 2147483647 h 192"/>
                <a:gd name="T10" fmla="*/ 2147483647 w 208"/>
                <a:gd name="T11" fmla="*/ 2147483647 h 192"/>
                <a:gd name="T12" fmla="*/ 2147483647 w 208"/>
                <a:gd name="T13" fmla="*/ 2147483647 h 192"/>
                <a:gd name="T14" fmla="*/ 2147483647 w 208"/>
                <a:gd name="T15" fmla="*/ 2147483647 h 192"/>
                <a:gd name="T16" fmla="*/ 2147483647 w 208"/>
                <a:gd name="T17" fmla="*/ 2147483647 h 192"/>
                <a:gd name="T18" fmla="*/ 2147483647 w 208"/>
                <a:gd name="T19" fmla="*/ 2147483647 h 192"/>
                <a:gd name="T20" fmla="*/ 2147483647 w 208"/>
                <a:gd name="T21" fmla="*/ 2147483647 h 192"/>
                <a:gd name="T22" fmla="*/ 2147483647 w 208"/>
                <a:gd name="T23" fmla="*/ 0 h 192"/>
                <a:gd name="T24" fmla="*/ 2147483647 w 208"/>
                <a:gd name="T25" fmla="*/ 0 h 192"/>
                <a:gd name="T26" fmla="*/ 2147483647 w 208"/>
                <a:gd name="T27" fmla="*/ 2147483647 h 192"/>
                <a:gd name="T28" fmla="*/ 2147483647 w 208"/>
                <a:gd name="T29" fmla="*/ 2147483647 h 192"/>
                <a:gd name="T30" fmla="*/ 2147483647 w 208"/>
                <a:gd name="T31" fmla="*/ 2147483647 h 192"/>
                <a:gd name="T32" fmla="*/ 2147483647 w 208"/>
                <a:gd name="T33" fmla="*/ 2147483647 h 192"/>
                <a:gd name="T34" fmla="*/ 2147483647 w 208"/>
                <a:gd name="T35" fmla="*/ 2147483647 h 192"/>
                <a:gd name="T36" fmla="*/ 0 w 208"/>
                <a:gd name="T37" fmla="*/ 2147483647 h 192"/>
                <a:gd name="T38" fmla="*/ 2147483647 w 208"/>
                <a:gd name="T39" fmla="*/ 2147483647 h 192"/>
                <a:gd name="T40" fmla="*/ 2147483647 w 208"/>
                <a:gd name="T41" fmla="*/ 2147483647 h 192"/>
                <a:gd name="T42" fmla="*/ 2147483647 w 208"/>
                <a:gd name="T43" fmla="*/ 2147483647 h 192"/>
                <a:gd name="T44" fmla="*/ 2147483647 w 208"/>
                <a:gd name="T45" fmla="*/ 2147483647 h 192"/>
                <a:gd name="T46" fmla="*/ 2147483647 w 208"/>
                <a:gd name="T47" fmla="*/ 2147483647 h 192"/>
                <a:gd name="T48" fmla="*/ 2147483647 w 208"/>
                <a:gd name="T49" fmla="*/ 2147483647 h 192"/>
                <a:gd name="T50" fmla="*/ 2147483647 w 208"/>
                <a:gd name="T51" fmla="*/ 2147483647 h 192"/>
                <a:gd name="T52" fmla="*/ 2147483647 w 208"/>
                <a:gd name="T53" fmla="*/ 2147483647 h 192"/>
                <a:gd name="T54" fmla="*/ 2147483647 w 208"/>
                <a:gd name="T55" fmla="*/ 2147483647 h 192"/>
                <a:gd name="T56" fmla="*/ 2147483647 w 208"/>
                <a:gd name="T57" fmla="*/ 2147483647 h 192"/>
                <a:gd name="T58" fmla="*/ 2147483647 w 208"/>
                <a:gd name="T59" fmla="*/ 2147483647 h 192"/>
                <a:gd name="T60" fmla="*/ 2147483647 w 208"/>
                <a:gd name="T61" fmla="*/ 2147483647 h 192"/>
                <a:gd name="T62" fmla="*/ 2147483647 w 208"/>
                <a:gd name="T63" fmla="*/ 2147483647 h 192"/>
                <a:gd name="T64" fmla="*/ 2147483647 w 208"/>
                <a:gd name="T65" fmla="*/ 2147483647 h 19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08"/>
                <a:gd name="T100" fmla="*/ 0 h 192"/>
                <a:gd name="T101" fmla="*/ 208 w 208"/>
                <a:gd name="T102" fmla="*/ 192 h 19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08" h="192">
                  <a:moveTo>
                    <a:pt x="96" y="176"/>
                  </a:moveTo>
                  <a:lnTo>
                    <a:pt x="112" y="160"/>
                  </a:lnTo>
                  <a:lnTo>
                    <a:pt x="128" y="144"/>
                  </a:lnTo>
                  <a:lnTo>
                    <a:pt x="152" y="128"/>
                  </a:lnTo>
                  <a:lnTo>
                    <a:pt x="160" y="128"/>
                  </a:lnTo>
                  <a:lnTo>
                    <a:pt x="176" y="128"/>
                  </a:lnTo>
                  <a:lnTo>
                    <a:pt x="200" y="128"/>
                  </a:lnTo>
                  <a:lnTo>
                    <a:pt x="208" y="112"/>
                  </a:lnTo>
                  <a:lnTo>
                    <a:pt x="208" y="80"/>
                  </a:lnTo>
                  <a:lnTo>
                    <a:pt x="200" y="80"/>
                  </a:lnTo>
                  <a:lnTo>
                    <a:pt x="192" y="72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88" y="112"/>
                  </a:lnTo>
                  <a:lnTo>
                    <a:pt x="96" y="120"/>
                  </a:lnTo>
                  <a:lnTo>
                    <a:pt x="80" y="128"/>
                  </a:lnTo>
                  <a:lnTo>
                    <a:pt x="24" y="128"/>
                  </a:lnTo>
                  <a:lnTo>
                    <a:pt x="16" y="120"/>
                  </a:lnTo>
                  <a:lnTo>
                    <a:pt x="0" y="136"/>
                  </a:lnTo>
                  <a:lnTo>
                    <a:pt x="8" y="152"/>
                  </a:lnTo>
                  <a:lnTo>
                    <a:pt x="16" y="168"/>
                  </a:lnTo>
                  <a:lnTo>
                    <a:pt x="8" y="168"/>
                  </a:lnTo>
                  <a:lnTo>
                    <a:pt x="24" y="168"/>
                  </a:lnTo>
                  <a:lnTo>
                    <a:pt x="40" y="168"/>
                  </a:lnTo>
                  <a:lnTo>
                    <a:pt x="48" y="176"/>
                  </a:lnTo>
                  <a:lnTo>
                    <a:pt x="56" y="192"/>
                  </a:lnTo>
                  <a:lnTo>
                    <a:pt x="64" y="192"/>
                  </a:lnTo>
                  <a:lnTo>
                    <a:pt x="72" y="192"/>
                  </a:lnTo>
                  <a:lnTo>
                    <a:pt x="80" y="192"/>
                  </a:lnTo>
                  <a:lnTo>
                    <a:pt x="88" y="192"/>
                  </a:lnTo>
                  <a:lnTo>
                    <a:pt x="96" y="192"/>
                  </a:lnTo>
                  <a:lnTo>
                    <a:pt x="96" y="184"/>
                  </a:lnTo>
                  <a:lnTo>
                    <a:pt x="96" y="17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Freeform 730"/>
            <p:cNvSpPr/>
            <p:nvPr/>
          </p:nvSpPr>
          <p:spPr bwMode="auto">
            <a:xfrm>
              <a:off x="5170204" y="3378740"/>
              <a:ext cx="161203" cy="225903"/>
            </a:xfrm>
            <a:custGeom>
              <a:avLst/>
              <a:gdLst>
                <a:gd name="T0" fmla="*/ 2147483647 w 120"/>
                <a:gd name="T1" fmla="*/ 2147483647 h 168"/>
                <a:gd name="T2" fmla="*/ 2147483647 w 120"/>
                <a:gd name="T3" fmla="*/ 2147483647 h 168"/>
                <a:gd name="T4" fmla="*/ 2147483647 w 120"/>
                <a:gd name="T5" fmla="*/ 2147483647 h 168"/>
                <a:gd name="T6" fmla="*/ 2147483647 w 120"/>
                <a:gd name="T7" fmla="*/ 2147483647 h 168"/>
                <a:gd name="T8" fmla="*/ 2147483647 w 120"/>
                <a:gd name="T9" fmla="*/ 2147483647 h 168"/>
                <a:gd name="T10" fmla="*/ 2147483647 w 120"/>
                <a:gd name="T11" fmla="*/ 2147483647 h 168"/>
                <a:gd name="T12" fmla="*/ 2147483647 w 120"/>
                <a:gd name="T13" fmla="*/ 2147483647 h 168"/>
                <a:gd name="T14" fmla="*/ 2147483647 w 120"/>
                <a:gd name="T15" fmla="*/ 2147483647 h 168"/>
                <a:gd name="T16" fmla="*/ 2147483647 w 120"/>
                <a:gd name="T17" fmla="*/ 2147483647 h 168"/>
                <a:gd name="T18" fmla="*/ 2147483647 w 120"/>
                <a:gd name="T19" fmla="*/ 2147483647 h 168"/>
                <a:gd name="T20" fmla="*/ 2147483647 w 120"/>
                <a:gd name="T21" fmla="*/ 2147483647 h 168"/>
                <a:gd name="T22" fmla="*/ 2147483647 w 120"/>
                <a:gd name="T23" fmla="*/ 2147483647 h 168"/>
                <a:gd name="T24" fmla="*/ 0 w 120"/>
                <a:gd name="T25" fmla="*/ 2147483647 h 168"/>
                <a:gd name="T26" fmla="*/ 0 w 120"/>
                <a:gd name="T27" fmla="*/ 2147483647 h 168"/>
                <a:gd name="T28" fmla="*/ 2147483647 w 120"/>
                <a:gd name="T29" fmla="*/ 2147483647 h 168"/>
                <a:gd name="T30" fmla="*/ 2147483647 w 120"/>
                <a:gd name="T31" fmla="*/ 2147483647 h 168"/>
                <a:gd name="T32" fmla="*/ 2147483647 w 120"/>
                <a:gd name="T33" fmla="*/ 2147483647 h 168"/>
                <a:gd name="T34" fmla="*/ 2147483647 w 120"/>
                <a:gd name="T35" fmla="*/ 2147483647 h 168"/>
                <a:gd name="T36" fmla="*/ 2147483647 w 120"/>
                <a:gd name="T37" fmla="*/ 2147483647 h 168"/>
                <a:gd name="T38" fmla="*/ 2147483647 w 120"/>
                <a:gd name="T39" fmla="*/ 0 h 168"/>
                <a:gd name="T40" fmla="*/ 2147483647 w 120"/>
                <a:gd name="T41" fmla="*/ 2147483647 h 16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20"/>
                <a:gd name="T64" fmla="*/ 0 h 168"/>
                <a:gd name="T65" fmla="*/ 120 w 120"/>
                <a:gd name="T66" fmla="*/ 168 h 16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20" h="168">
                  <a:moveTo>
                    <a:pt x="48" y="16"/>
                  </a:moveTo>
                  <a:lnTo>
                    <a:pt x="32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56" y="40"/>
                  </a:lnTo>
                  <a:lnTo>
                    <a:pt x="80" y="48"/>
                  </a:lnTo>
                  <a:lnTo>
                    <a:pt x="48" y="80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16" y="104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0" y="112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24" y="136"/>
                  </a:lnTo>
                  <a:lnTo>
                    <a:pt x="56" y="120"/>
                  </a:lnTo>
                  <a:lnTo>
                    <a:pt x="88" y="88"/>
                  </a:lnTo>
                  <a:lnTo>
                    <a:pt x="112" y="32"/>
                  </a:lnTo>
                  <a:lnTo>
                    <a:pt x="120" y="0"/>
                  </a:lnTo>
                  <a:lnTo>
                    <a:pt x="48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Freeform 731"/>
            <p:cNvSpPr/>
            <p:nvPr/>
          </p:nvSpPr>
          <p:spPr bwMode="auto">
            <a:xfrm>
              <a:off x="4471660" y="3163803"/>
              <a:ext cx="269768" cy="203971"/>
            </a:xfrm>
            <a:custGeom>
              <a:avLst/>
              <a:gdLst>
                <a:gd name="T0" fmla="*/ 2147483647 w 201"/>
                <a:gd name="T1" fmla="*/ 2147483647 h 152"/>
                <a:gd name="T2" fmla="*/ 2147483647 w 201"/>
                <a:gd name="T3" fmla="*/ 2147483647 h 152"/>
                <a:gd name="T4" fmla="*/ 2147483647 w 201"/>
                <a:gd name="T5" fmla="*/ 2147483647 h 152"/>
                <a:gd name="T6" fmla="*/ 2147483647 w 201"/>
                <a:gd name="T7" fmla="*/ 2147483647 h 152"/>
                <a:gd name="T8" fmla="*/ 2147483647 w 201"/>
                <a:gd name="T9" fmla="*/ 2147483647 h 152"/>
                <a:gd name="T10" fmla="*/ 2147483647 w 201"/>
                <a:gd name="T11" fmla="*/ 2147483647 h 152"/>
                <a:gd name="T12" fmla="*/ 2147483647 w 201"/>
                <a:gd name="T13" fmla="*/ 2147483647 h 152"/>
                <a:gd name="T14" fmla="*/ 2147483647 w 201"/>
                <a:gd name="T15" fmla="*/ 2147483647 h 152"/>
                <a:gd name="T16" fmla="*/ 2147483647 w 201"/>
                <a:gd name="T17" fmla="*/ 2147483647 h 152"/>
                <a:gd name="T18" fmla="*/ 2147483647 w 201"/>
                <a:gd name="T19" fmla="*/ 2147483647 h 152"/>
                <a:gd name="T20" fmla="*/ 2147483647 w 201"/>
                <a:gd name="T21" fmla="*/ 2147483647 h 152"/>
                <a:gd name="T22" fmla="*/ 2147483647 w 201"/>
                <a:gd name="T23" fmla="*/ 2147483647 h 152"/>
                <a:gd name="T24" fmla="*/ 2147483647 w 201"/>
                <a:gd name="T25" fmla="*/ 2147483647 h 152"/>
                <a:gd name="T26" fmla="*/ 2147483647 w 201"/>
                <a:gd name="T27" fmla="*/ 2147483647 h 152"/>
                <a:gd name="T28" fmla="*/ 2147483647 w 201"/>
                <a:gd name="T29" fmla="*/ 2147483647 h 152"/>
                <a:gd name="T30" fmla="*/ 2147483647 w 201"/>
                <a:gd name="T31" fmla="*/ 0 h 152"/>
                <a:gd name="T32" fmla="*/ 2147483647 w 201"/>
                <a:gd name="T33" fmla="*/ 2147483647 h 152"/>
                <a:gd name="T34" fmla="*/ 2147483647 w 201"/>
                <a:gd name="T35" fmla="*/ 2147483647 h 152"/>
                <a:gd name="T36" fmla="*/ 2147483647 w 201"/>
                <a:gd name="T37" fmla="*/ 2147483647 h 152"/>
                <a:gd name="T38" fmla="*/ 2147483647 w 201"/>
                <a:gd name="T39" fmla="*/ 2147483647 h 152"/>
                <a:gd name="T40" fmla="*/ 2147483647 w 201"/>
                <a:gd name="T41" fmla="*/ 2147483647 h 152"/>
                <a:gd name="T42" fmla="*/ 2147483647 w 201"/>
                <a:gd name="T43" fmla="*/ 2147483647 h 152"/>
                <a:gd name="T44" fmla="*/ 0 w 201"/>
                <a:gd name="T45" fmla="*/ 2147483647 h 152"/>
                <a:gd name="T46" fmla="*/ 2147483647 w 201"/>
                <a:gd name="T47" fmla="*/ 2147483647 h 152"/>
                <a:gd name="T48" fmla="*/ 2147483647 w 201"/>
                <a:gd name="T49" fmla="*/ 2147483647 h 152"/>
                <a:gd name="T50" fmla="*/ 2147483647 w 201"/>
                <a:gd name="T51" fmla="*/ 2147483647 h 152"/>
                <a:gd name="T52" fmla="*/ 2147483647 w 201"/>
                <a:gd name="T53" fmla="*/ 2147483647 h 152"/>
                <a:gd name="T54" fmla="*/ 2147483647 w 201"/>
                <a:gd name="T55" fmla="*/ 2147483647 h 152"/>
                <a:gd name="T56" fmla="*/ 2147483647 w 201"/>
                <a:gd name="T57" fmla="*/ 2147483647 h 152"/>
                <a:gd name="T58" fmla="*/ 2147483647 w 201"/>
                <a:gd name="T59" fmla="*/ 2147483647 h 152"/>
                <a:gd name="T60" fmla="*/ 2147483647 w 201"/>
                <a:gd name="T61" fmla="*/ 2147483647 h 152"/>
                <a:gd name="T62" fmla="*/ 2147483647 w 201"/>
                <a:gd name="T63" fmla="*/ 2147483647 h 152"/>
                <a:gd name="T64" fmla="*/ 2147483647 w 201"/>
                <a:gd name="T65" fmla="*/ 2147483647 h 152"/>
                <a:gd name="T66" fmla="*/ 2147483647 w 201"/>
                <a:gd name="T67" fmla="*/ 2147483647 h 152"/>
                <a:gd name="T68" fmla="*/ 2147483647 w 201"/>
                <a:gd name="T69" fmla="*/ 2147483647 h 152"/>
                <a:gd name="T70" fmla="*/ 2147483647 w 201"/>
                <a:gd name="T71" fmla="*/ 2147483647 h 152"/>
                <a:gd name="T72" fmla="*/ 2147483647 w 201"/>
                <a:gd name="T73" fmla="*/ 2147483647 h 152"/>
                <a:gd name="T74" fmla="*/ 2147483647 w 201"/>
                <a:gd name="T75" fmla="*/ 2147483647 h 152"/>
                <a:gd name="T76" fmla="*/ 2147483647 w 201"/>
                <a:gd name="T77" fmla="*/ 2147483647 h 152"/>
                <a:gd name="T78" fmla="*/ 2147483647 w 201"/>
                <a:gd name="T79" fmla="*/ 2147483647 h 152"/>
                <a:gd name="T80" fmla="*/ 2147483647 w 201"/>
                <a:gd name="T81" fmla="*/ 2147483647 h 152"/>
                <a:gd name="T82" fmla="*/ 2147483647 w 201"/>
                <a:gd name="T83" fmla="*/ 2147483647 h 152"/>
                <a:gd name="T84" fmla="*/ 2147483647 w 201"/>
                <a:gd name="T85" fmla="*/ 0 h 152"/>
                <a:gd name="T86" fmla="*/ 2147483647 w 201"/>
                <a:gd name="T87" fmla="*/ 2147483647 h 152"/>
                <a:gd name="T88" fmla="*/ 2147483647 w 201"/>
                <a:gd name="T89" fmla="*/ 2147483647 h 152"/>
                <a:gd name="T90" fmla="*/ 2147483647 w 201"/>
                <a:gd name="T91" fmla="*/ 2147483647 h 152"/>
                <a:gd name="T92" fmla="*/ 2147483647 w 201"/>
                <a:gd name="T93" fmla="*/ 2147483647 h 152"/>
                <a:gd name="T94" fmla="*/ 2147483647 w 201"/>
                <a:gd name="T95" fmla="*/ 2147483647 h 152"/>
                <a:gd name="T96" fmla="*/ 2147483647 w 201"/>
                <a:gd name="T97" fmla="*/ 2147483647 h 152"/>
                <a:gd name="T98" fmla="*/ 0 w 201"/>
                <a:gd name="T99" fmla="*/ 2147483647 h 152"/>
                <a:gd name="T100" fmla="*/ 2147483647 w 201"/>
                <a:gd name="T101" fmla="*/ 2147483647 h 152"/>
                <a:gd name="T102" fmla="*/ 2147483647 w 201"/>
                <a:gd name="T103" fmla="*/ 2147483647 h 152"/>
                <a:gd name="T104" fmla="*/ 2147483647 w 201"/>
                <a:gd name="T105" fmla="*/ 2147483647 h 152"/>
                <a:gd name="T106" fmla="*/ 2147483647 w 201"/>
                <a:gd name="T107" fmla="*/ 2147483647 h 152"/>
                <a:gd name="T108" fmla="*/ 2147483647 w 201"/>
                <a:gd name="T109" fmla="*/ 2147483647 h 1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01"/>
                <a:gd name="T166" fmla="*/ 0 h 152"/>
                <a:gd name="T167" fmla="*/ 201 w 201"/>
                <a:gd name="T168" fmla="*/ 152 h 15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01" h="152">
                  <a:moveTo>
                    <a:pt x="40" y="152"/>
                  </a:move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lnTo>
                    <a:pt x="48" y="136"/>
                  </a:lnTo>
                  <a:lnTo>
                    <a:pt x="64" y="136"/>
                  </a:lnTo>
                  <a:lnTo>
                    <a:pt x="89" y="144"/>
                  </a:lnTo>
                  <a:lnTo>
                    <a:pt x="105" y="136"/>
                  </a:lnTo>
                  <a:lnTo>
                    <a:pt x="129" y="136"/>
                  </a:lnTo>
                  <a:lnTo>
                    <a:pt x="153" y="136"/>
                  </a:lnTo>
                  <a:lnTo>
                    <a:pt x="169" y="120"/>
                  </a:lnTo>
                  <a:lnTo>
                    <a:pt x="193" y="96"/>
                  </a:lnTo>
                  <a:lnTo>
                    <a:pt x="201" y="48"/>
                  </a:lnTo>
                  <a:lnTo>
                    <a:pt x="193" y="40"/>
                  </a:lnTo>
                  <a:lnTo>
                    <a:pt x="185" y="16"/>
                  </a:lnTo>
                  <a:lnTo>
                    <a:pt x="177" y="8"/>
                  </a:lnTo>
                  <a:lnTo>
                    <a:pt x="145" y="0"/>
                  </a:lnTo>
                  <a:lnTo>
                    <a:pt x="73" y="48"/>
                  </a:lnTo>
                  <a:lnTo>
                    <a:pt x="48" y="64"/>
                  </a:lnTo>
                  <a:lnTo>
                    <a:pt x="48" y="96"/>
                  </a:lnTo>
                  <a:lnTo>
                    <a:pt x="40" y="112"/>
                  </a:lnTo>
                  <a:lnTo>
                    <a:pt x="16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5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Freeform 732"/>
            <p:cNvSpPr/>
            <p:nvPr/>
          </p:nvSpPr>
          <p:spPr bwMode="auto">
            <a:xfrm>
              <a:off x="5170204" y="3378740"/>
              <a:ext cx="161203" cy="225903"/>
            </a:xfrm>
            <a:custGeom>
              <a:avLst/>
              <a:gdLst>
                <a:gd name="T0" fmla="*/ 2147483647 w 120"/>
                <a:gd name="T1" fmla="*/ 2147483647 h 168"/>
                <a:gd name="T2" fmla="*/ 2147483647 w 120"/>
                <a:gd name="T3" fmla="*/ 2147483647 h 168"/>
                <a:gd name="T4" fmla="*/ 2147483647 w 120"/>
                <a:gd name="T5" fmla="*/ 2147483647 h 168"/>
                <a:gd name="T6" fmla="*/ 2147483647 w 120"/>
                <a:gd name="T7" fmla="*/ 2147483647 h 168"/>
                <a:gd name="T8" fmla="*/ 2147483647 w 120"/>
                <a:gd name="T9" fmla="*/ 2147483647 h 168"/>
                <a:gd name="T10" fmla="*/ 2147483647 w 120"/>
                <a:gd name="T11" fmla="*/ 2147483647 h 168"/>
                <a:gd name="T12" fmla="*/ 2147483647 w 120"/>
                <a:gd name="T13" fmla="*/ 2147483647 h 168"/>
                <a:gd name="T14" fmla="*/ 2147483647 w 120"/>
                <a:gd name="T15" fmla="*/ 2147483647 h 168"/>
                <a:gd name="T16" fmla="*/ 2147483647 w 120"/>
                <a:gd name="T17" fmla="*/ 2147483647 h 168"/>
                <a:gd name="T18" fmla="*/ 2147483647 w 120"/>
                <a:gd name="T19" fmla="*/ 2147483647 h 168"/>
                <a:gd name="T20" fmla="*/ 2147483647 w 120"/>
                <a:gd name="T21" fmla="*/ 2147483647 h 168"/>
                <a:gd name="T22" fmla="*/ 2147483647 w 120"/>
                <a:gd name="T23" fmla="*/ 2147483647 h 168"/>
                <a:gd name="T24" fmla="*/ 2147483647 w 120"/>
                <a:gd name="T25" fmla="*/ 2147483647 h 168"/>
                <a:gd name="T26" fmla="*/ 0 w 120"/>
                <a:gd name="T27" fmla="*/ 2147483647 h 168"/>
                <a:gd name="T28" fmla="*/ 0 w 120"/>
                <a:gd name="T29" fmla="*/ 2147483647 h 168"/>
                <a:gd name="T30" fmla="*/ 2147483647 w 120"/>
                <a:gd name="T31" fmla="*/ 2147483647 h 168"/>
                <a:gd name="T32" fmla="*/ 2147483647 w 120"/>
                <a:gd name="T33" fmla="*/ 2147483647 h 168"/>
                <a:gd name="T34" fmla="*/ 2147483647 w 120"/>
                <a:gd name="T35" fmla="*/ 2147483647 h 168"/>
                <a:gd name="T36" fmla="*/ 2147483647 w 120"/>
                <a:gd name="T37" fmla="*/ 2147483647 h 168"/>
                <a:gd name="T38" fmla="*/ 2147483647 w 120"/>
                <a:gd name="T39" fmla="*/ 2147483647 h 168"/>
                <a:gd name="T40" fmla="*/ 2147483647 w 120"/>
                <a:gd name="T41" fmla="*/ 0 h 168"/>
                <a:gd name="T42" fmla="*/ 2147483647 w 120"/>
                <a:gd name="T43" fmla="*/ 2147483647 h 16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68"/>
                <a:gd name="T68" fmla="*/ 120 w 120"/>
                <a:gd name="T69" fmla="*/ 168 h 16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68">
                  <a:moveTo>
                    <a:pt x="48" y="16"/>
                  </a:moveTo>
                  <a:lnTo>
                    <a:pt x="32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56" y="40"/>
                  </a:lnTo>
                  <a:lnTo>
                    <a:pt x="80" y="48"/>
                  </a:lnTo>
                  <a:lnTo>
                    <a:pt x="48" y="80"/>
                  </a:lnTo>
                  <a:lnTo>
                    <a:pt x="24" y="88"/>
                  </a:lnTo>
                  <a:lnTo>
                    <a:pt x="8" y="96"/>
                  </a:lnTo>
                  <a:lnTo>
                    <a:pt x="16" y="104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0" y="112"/>
                  </a:lnTo>
                  <a:lnTo>
                    <a:pt x="0" y="152"/>
                  </a:lnTo>
                  <a:lnTo>
                    <a:pt x="8" y="168"/>
                  </a:lnTo>
                  <a:lnTo>
                    <a:pt x="24" y="136"/>
                  </a:lnTo>
                  <a:lnTo>
                    <a:pt x="56" y="120"/>
                  </a:lnTo>
                  <a:lnTo>
                    <a:pt x="88" y="88"/>
                  </a:lnTo>
                  <a:lnTo>
                    <a:pt x="112" y="32"/>
                  </a:lnTo>
                  <a:lnTo>
                    <a:pt x="120" y="0"/>
                  </a:lnTo>
                  <a:lnTo>
                    <a:pt x="48" y="1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Freeform 733"/>
            <p:cNvSpPr/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2147483647 h 64"/>
                <a:gd name="T4" fmla="*/ 0 w 16"/>
                <a:gd name="T5" fmla="*/ 2147483647 h 64"/>
                <a:gd name="T6" fmla="*/ 0 w 16"/>
                <a:gd name="T7" fmla="*/ 2147483647 h 64"/>
                <a:gd name="T8" fmla="*/ 2147483647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Freeform 734"/>
            <p:cNvSpPr/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0 h 64"/>
                <a:gd name="T4" fmla="*/ 2147483647 w 16"/>
                <a:gd name="T5" fmla="*/ 2147483647 h 64"/>
                <a:gd name="T6" fmla="*/ 0 w 16"/>
                <a:gd name="T7" fmla="*/ 2147483647 h 64"/>
                <a:gd name="T8" fmla="*/ 0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214748364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8" y="0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Freeform 735"/>
            <p:cNvSpPr/>
            <p:nvPr/>
          </p:nvSpPr>
          <p:spPr bwMode="auto">
            <a:xfrm>
              <a:off x="4708529" y="3367774"/>
              <a:ext cx="21932" cy="86633"/>
            </a:xfrm>
            <a:custGeom>
              <a:avLst/>
              <a:gdLst>
                <a:gd name="T0" fmla="*/ 2147483647 w 16"/>
                <a:gd name="T1" fmla="*/ 0 h 64"/>
                <a:gd name="T2" fmla="*/ 2147483647 w 16"/>
                <a:gd name="T3" fmla="*/ 0 h 64"/>
                <a:gd name="T4" fmla="*/ 2147483647 w 16"/>
                <a:gd name="T5" fmla="*/ 2147483647 h 64"/>
                <a:gd name="T6" fmla="*/ 0 w 16"/>
                <a:gd name="T7" fmla="*/ 2147483647 h 64"/>
                <a:gd name="T8" fmla="*/ 0 w 16"/>
                <a:gd name="T9" fmla="*/ 2147483647 h 64"/>
                <a:gd name="T10" fmla="*/ 2147483647 w 16"/>
                <a:gd name="T11" fmla="*/ 2147483647 h 64"/>
                <a:gd name="T12" fmla="*/ 2147483647 w 16"/>
                <a:gd name="T13" fmla="*/ 2147483647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64"/>
                <a:gd name="T23" fmla="*/ 16 w 16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64">
                  <a:moveTo>
                    <a:pt x="8" y="0"/>
                  </a:moveTo>
                  <a:lnTo>
                    <a:pt x="8" y="0"/>
                  </a:lnTo>
                  <a:lnTo>
                    <a:pt x="16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16" y="6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Freeform 736"/>
            <p:cNvSpPr/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0 h 208"/>
                <a:gd name="T24" fmla="*/ 2147483647 w 128"/>
                <a:gd name="T25" fmla="*/ 2147483647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0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2147483647 w 128"/>
                <a:gd name="T41" fmla="*/ 2147483647 h 208"/>
                <a:gd name="T42" fmla="*/ 2147483647 w 128"/>
                <a:gd name="T43" fmla="*/ 2147483647 h 208"/>
                <a:gd name="T44" fmla="*/ 2147483647 w 128"/>
                <a:gd name="T45" fmla="*/ 2147483647 h 20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8"/>
                <a:gd name="T70" fmla="*/ 0 h 208"/>
                <a:gd name="T71" fmla="*/ 128 w 128"/>
                <a:gd name="T72" fmla="*/ 208 h 20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  <a:lnTo>
                    <a:pt x="24" y="20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Freeform 737"/>
            <p:cNvSpPr/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2147483647 h 208"/>
                <a:gd name="T24" fmla="*/ 2147483647 w 128"/>
                <a:gd name="T25" fmla="*/ 0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2147483647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0 w 128"/>
                <a:gd name="T41" fmla="*/ 2147483647 h 208"/>
                <a:gd name="T42" fmla="*/ 0 w 128"/>
                <a:gd name="T43" fmla="*/ 2147483647 h 208"/>
                <a:gd name="T44" fmla="*/ 2147483647 w 128"/>
                <a:gd name="T45" fmla="*/ 2147483647 h 208"/>
                <a:gd name="T46" fmla="*/ 2147483647 w 128"/>
                <a:gd name="T47" fmla="*/ 2147483647 h 208"/>
                <a:gd name="T48" fmla="*/ 2147483647 w 128"/>
                <a:gd name="T49" fmla="*/ 2147483647 h 20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208"/>
                <a:gd name="T77" fmla="*/ 128 w 128"/>
                <a:gd name="T78" fmla="*/ 208 h 20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7" name="Freeform 738"/>
            <p:cNvSpPr/>
            <p:nvPr/>
          </p:nvSpPr>
          <p:spPr bwMode="auto">
            <a:xfrm>
              <a:off x="4698659" y="3174769"/>
              <a:ext cx="171072" cy="279637"/>
            </a:xfrm>
            <a:custGeom>
              <a:avLst/>
              <a:gdLst>
                <a:gd name="T0" fmla="*/ 2147483647 w 128"/>
                <a:gd name="T1" fmla="*/ 2147483647 h 208"/>
                <a:gd name="T2" fmla="*/ 2147483647 w 128"/>
                <a:gd name="T3" fmla="*/ 2147483647 h 208"/>
                <a:gd name="T4" fmla="*/ 2147483647 w 128"/>
                <a:gd name="T5" fmla="*/ 2147483647 h 208"/>
                <a:gd name="T6" fmla="*/ 2147483647 w 128"/>
                <a:gd name="T7" fmla="*/ 2147483647 h 208"/>
                <a:gd name="T8" fmla="*/ 2147483647 w 128"/>
                <a:gd name="T9" fmla="*/ 2147483647 h 208"/>
                <a:gd name="T10" fmla="*/ 2147483647 w 128"/>
                <a:gd name="T11" fmla="*/ 2147483647 h 208"/>
                <a:gd name="T12" fmla="*/ 2147483647 w 128"/>
                <a:gd name="T13" fmla="*/ 2147483647 h 208"/>
                <a:gd name="T14" fmla="*/ 2147483647 w 128"/>
                <a:gd name="T15" fmla="*/ 2147483647 h 208"/>
                <a:gd name="T16" fmla="*/ 2147483647 w 128"/>
                <a:gd name="T17" fmla="*/ 2147483647 h 208"/>
                <a:gd name="T18" fmla="*/ 2147483647 w 128"/>
                <a:gd name="T19" fmla="*/ 2147483647 h 208"/>
                <a:gd name="T20" fmla="*/ 2147483647 w 128"/>
                <a:gd name="T21" fmla="*/ 2147483647 h 208"/>
                <a:gd name="T22" fmla="*/ 2147483647 w 128"/>
                <a:gd name="T23" fmla="*/ 2147483647 h 208"/>
                <a:gd name="T24" fmla="*/ 2147483647 w 128"/>
                <a:gd name="T25" fmla="*/ 0 h 208"/>
                <a:gd name="T26" fmla="*/ 2147483647 w 128"/>
                <a:gd name="T27" fmla="*/ 2147483647 h 208"/>
                <a:gd name="T28" fmla="*/ 2147483647 w 128"/>
                <a:gd name="T29" fmla="*/ 2147483647 h 208"/>
                <a:gd name="T30" fmla="*/ 2147483647 w 128"/>
                <a:gd name="T31" fmla="*/ 2147483647 h 208"/>
                <a:gd name="T32" fmla="*/ 2147483647 w 128"/>
                <a:gd name="T33" fmla="*/ 2147483647 h 208"/>
                <a:gd name="T34" fmla="*/ 2147483647 w 128"/>
                <a:gd name="T35" fmla="*/ 2147483647 h 208"/>
                <a:gd name="T36" fmla="*/ 0 w 128"/>
                <a:gd name="T37" fmla="*/ 2147483647 h 208"/>
                <a:gd name="T38" fmla="*/ 2147483647 w 128"/>
                <a:gd name="T39" fmla="*/ 2147483647 h 208"/>
                <a:gd name="T40" fmla="*/ 0 w 128"/>
                <a:gd name="T41" fmla="*/ 2147483647 h 208"/>
                <a:gd name="T42" fmla="*/ 0 w 128"/>
                <a:gd name="T43" fmla="*/ 2147483647 h 208"/>
                <a:gd name="T44" fmla="*/ 2147483647 w 128"/>
                <a:gd name="T45" fmla="*/ 2147483647 h 208"/>
                <a:gd name="T46" fmla="*/ 2147483647 w 128"/>
                <a:gd name="T47" fmla="*/ 2147483647 h 208"/>
                <a:gd name="T48" fmla="*/ 2147483647 w 128"/>
                <a:gd name="T49" fmla="*/ 2147483647 h 20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208"/>
                <a:gd name="T77" fmla="*/ 128 w 128"/>
                <a:gd name="T78" fmla="*/ 208 h 20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208">
                  <a:moveTo>
                    <a:pt x="24" y="208"/>
                  </a:moveTo>
                  <a:lnTo>
                    <a:pt x="40" y="200"/>
                  </a:lnTo>
                  <a:lnTo>
                    <a:pt x="64" y="192"/>
                  </a:lnTo>
                  <a:lnTo>
                    <a:pt x="64" y="184"/>
                  </a:lnTo>
                  <a:lnTo>
                    <a:pt x="88" y="184"/>
                  </a:lnTo>
                  <a:lnTo>
                    <a:pt x="120" y="160"/>
                  </a:lnTo>
                  <a:lnTo>
                    <a:pt x="104" y="136"/>
                  </a:lnTo>
                  <a:lnTo>
                    <a:pt x="112" y="128"/>
                  </a:lnTo>
                  <a:lnTo>
                    <a:pt x="112" y="104"/>
                  </a:lnTo>
                  <a:lnTo>
                    <a:pt x="128" y="96"/>
                  </a:lnTo>
                  <a:lnTo>
                    <a:pt x="128" y="48"/>
                  </a:lnTo>
                  <a:lnTo>
                    <a:pt x="32" y="0"/>
                  </a:lnTo>
                  <a:lnTo>
                    <a:pt x="16" y="8"/>
                  </a:lnTo>
                  <a:lnTo>
                    <a:pt x="24" y="32"/>
                  </a:lnTo>
                  <a:lnTo>
                    <a:pt x="32" y="40"/>
                  </a:lnTo>
                  <a:lnTo>
                    <a:pt x="24" y="88"/>
                  </a:lnTo>
                  <a:lnTo>
                    <a:pt x="0" y="112"/>
                  </a:lnTo>
                  <a:lnTo>
                    <a:pt x="8" y="112"/>
                  </a:lnTo>
                  <a:lnTo>
                    <a:pt x="0" y="112"/>
                  </a:lnTo>
                  <a:lnTo>
                    <a:pt x="8" y="128"/>
                  </a:lnTo>
                  <a:lnTo>
                    <a:pt x="16" y="128"/>
                  </a:lnTo>
                  <a:lnTo>
                    <a:pt x="16" y="144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8" name="Freeform 739"/>
            <p:cNvSpPr/>
            <p:nvPr/>
          </p:nvSpPr>
          <p:spPr bwMode="auto">
            <a:xfrm>
              <a:off x="4752394" y="3958850"/>
              <a:ext cx="267574" cy="246738"/>
            </a:xfrm>
            <a:custGeom>
              <a:avLst/>
              <a:gdLst>
                <a:gd name="T0" fmla="*/ 2147483647 w 200"/>
                <a:gd name="T1" fmla="*/ 2147483647 h 184"/>
                <a:gd name="T2" fmla="*/ 2147483647 w 200"/>
                <a:gd name="T3" fmla="*/ 2147483647 h 184"/>
                <a:gd name="T4" fmla="*/ 2147483647 w 200"/>
                <a:gd name="T5" fmla="*/ 0 h 184"/>
                <a:gd name="T6" fmla="*/ 2147483647 w 200"/>
                <a:gd name="T7" fmla="*/ 2147483647 h 184"/>
                <a:gd name="T8" fmla="*/ 2147483647 w 200"/>
                <a:gd name="T9" fmla="*/ 2147483647 h 184"/>
                <a:gd name="T10" fmla="*/ 2147483647 w 200"/>
                <a:gd name="T11" fmla="*/ 2147483647 h 184"/>
                <a:gd name="T12" fmla="*/ 2147483647 w 200"/>
                <a:gd name="T13" fmla="*/ 2147483647 h 184"/>
                <a:gd name="T14" fmla="*/ 2147483647 w 200"/>
                <a:gd name="T15" fmla="*/ 2147483647 h 184"/>
                <a:gd name="T16" fmla="*/ 2147483647 w 200"/>
                <a:gd name="T17" fmla="*/ 2147483647 h 184"/>
                <a:gd name="T18" fmla="*/ 2147483647 w 200"/>
                <a:gd name="T19" fmla="*/ 2147483647 h 184"/>
                <a:gd name="T20" fmla="*/ 2147483647 w 200"/>
                <a:gd name="T21" fmla="*/ 2147483647 h 184"/>
                <a:gd name="T22" fmla="*/ 2147483647 w 200"/>
                <a:gd name="T23" fmla="*/ 2147483647 h 184"/>
                <a:gd name="T24" fmla="*/ 2147483647 w 200"/>
                <a:gd name="T25" fmla="*/ 2147483647 h 184"/>
                <a:gd name="T26" fmla="*/ 2147483647 w 200"/>
                <a:gd name="T27" fmla="*/ 2147483647 h 184"/>
                <a:gd name="T28" fmla="*/ 0 w 200"/>
                <a:gd name="T29" fmla="*/ 2147483647 h 184"/>
                <a:gd name="T30" fmla="*/ 0 w 200"/>
                <a:gd name="T31" fmla="*/ 2147483647 h 184"/>
                <a:gd name="T32" fmla="*/ 2147483647 w 200"/>
                <a:gd name="T33" fmla="*/ 2147483647 h 184"/>
                <a:gd name="T34" fmla="*/ 2147483647 w 200"/>
                <a:gd name="T35" fmla="*/ 2147483647 h 184"/>
                <a:gd name="T36" fmla="*/ 2147483647 w 200"/>
                <a:gd name="T37" fmla="*/ 2147483647 h 184"/>
                <a:gd name="T38" fmla="*/ 2147483647 w 200"/>
                <a:gd name="T39" fmla="*/ 2147483647 h 184"/>
                <a:gd name="T40" fmla="*/ 2147483647 w 200"/>
                <a:gd name="T41" fmla="*/ 2147483647 h 184"/>
                <a:gd name="T42" fmla="*/ 2147483647 w 200"/>
                <a:gd name="T43" fmla="*/ 2147483647 h 184"/>
                <a:gd name="T44" fmla="*/ 2147483647 w 200"/>
                <a:gd name="T45" fmla="*/ 2147483647 h 184"/>
                <a:gd name="T46" fmla="*/ 2147483647 w 200"/>
                <a:gd name="T47" fmla="*/ 2147483647 h 184"/>
                <a:gd name="T48" fmla="*/ 2147483647 w 200"/>
                <a:gd name="T49" fmla="*/ 2147483647 h 184"/>
                <a:gd name="T50" fmla="*/ 2147483647 w 200"/>
                <a:gd name="T51" fmla="*/ 2147483647 h 184"/>
                <a:gd name="T52" fmla="*/ 2147483647 w 200"/>
                <a:gd name="T53" fmla="*/ 2147483647 h 1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00"/>
                <a:gd name="T82" fmla="*/ 0 h 184"/>
                <a:gd name="T83" fmla="*/ 200 w 200"/>
                <a:gd name="T84" fmla="*/ 184 h 18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00" h="184">
                  <a:moveTo>
                    <a:pt x="192" y="8"/>
                  </a:moveTo>
                  <a:lnTo>
                    <a:pt x="184" y="8"/>
                  </a:lnTo>
                  <a:lnTo>
                    <a:pt x="160" y="0"/>
                  </a:lnTo>
                  <a:lnTo>
                    <a:pt x="136" y="24"/>
                  </a:lnTo>
                  <a:lnTo>
                    <a:pt x="104" y="48"/>
                  </a:lnTo>
                  <a:lnTo>
                    <a:pt x="88" y="48"/>
                  </a:lnTo>
                  <a:lnTo>
                    <a:pt x="64" y="64"/>
                  </a:lnTo>
                  <a:lnTo>
                    <a:pt x="56" y="64"/>
                  </a:lnTo>
                  <a:lnTo>
                    <a:pt x="48" y="56"/>
                  </a:lnTo>
                  <a:lnTo>
                    <a:pt x="40" y="40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32" y="96"/>
                  </a:lnTo>
                  <a:lnTo>
                    <a:pt x="24" y="96"/>
                  </a:lnTo>
                  <a:lnTo>
                    <a:pt x="0" y="88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44"/>
                  </a:lnTo>
                  <a:lnTo>
                    <a:pt x="16" y="160"/>
                  </a:lnTo>
                  <a:lnTo>
                    <a:pt x="32" y="184"/>
                  </a:lnTo>
                  <a:lnTo>
                    <a:pt x="64" y="176"/>
                  </a:lnTo>
                  <a:lnTo>
                    <a:pt x="96" y="168"/>
                  </a:lnTo>
                  <a:lnTo>
                    <a:pt x="128" y="168"/>
                  </a:lnTo>
                  <a:lnTo>
                    <a:pt x="184" y="104"/>
                  </a:lnTo>
                  <a:lnTo>
                    <a:pt x="200" y="64"/>
                  </a:lnTo>
                  <a:lnTo>
                    <a:pt x="192" y="64"/>
                  </a:lnTo>
                  <a:lnTo>
                    <a:pt x="192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9" name="Freeform 740"/>
            <p:cNvSpPr/>
            <p:nvPr/>
          </p:nvSpPr>
          <p:spPr bwMode="auto">
            <a:xfrm>
              <a:off x="4806128" y="3883183"/>
              <a:ext cx="160106" cy="161203"/>
            </a:xfrm>
            <a:custGeom>
              <a:avLst/>
              <a:gdLst>
                <a:gd name="T0" fmla="*/ 2147483647 w 120"/>
                <a:gd name="T1" fmla="*/ 2147483647 h 120"/>
                <a:gd name="T2" fmla="*/ 2147483647 w 120"/>
                <a:gd name="T3" fmla="*/ 2147483647 h 120"/>
                <a:gd name="T4" fmla="*/ 2147483647 w 120"/>
                <a:gd name="T5" fmla="*/ 2147483647 h 120"/>
                <a:gd name="T6" fmla="*/ 2147483647 w 120"/>
                <a:gd name="T7" fmla="*/ 0 h 120"/>
                <a:gd name="T8" fmla="*/ 2147483647 w 120"/>
                <a:gd name="T9" fmla="*/ 0 h 120"/>
                <a:gd name="T10" fmla="*/ 2147483647 w 120"/>
                <a:gd name="T11" fmla="*/ 2147483647 h 120"/>
                <a:gd name="T12" fmla="*/ 2147483647 w 120"/>
                <a:gd name="T13" fmla="*/ 0 h 120"/>
                <a:gd name="T14" fmla="*/ 2147483647 w 120"/>
                <a:gd name="T15" fmla="*/ 0 h 120"/>
                <a:gd name="T16" fmla="*/ 2147483647 w 120"/>
                <a:gd name="T17" fmla="*/ 0 h 120"/>
                <a:gd name="T18" fmla="*/ 2147483647 w 120"/>
                <a:gd name="T19" fmla="*/ 2147483647 h 120"/>
                <a:gd name="T20" fmla="*/ 2147483647 w 120"/>
                <a:gd name="T21" fmla="*/ 2147483647 h 120"/>
                <a:gd name="T22" fmla="*/ 0 w 120"/>
                <a:gd name="T23" fmla="*/ 2147483647 h 120"/>
                <a:gd name="T24" fmla="*/ 0 w 120"/>
                <a:gd name="T25" fmla="*/ 2147483647 h 120"/>
                <a:gd name="T26" fmla="*/ 2147483647 w 120"/>
                <a:gd name="T27" fmla="*/ 2147483647 h 120"/>
                <a:gd name="T28" fmla="*/ 2147483647 w 120"/>
                <a:gd name="T29" fmla="*/ 2147483647 h 120"/>
                <a:gd name="T30" fmla="*/ 2147483647 w 120"/>
                <a:gd name="T31" fmla="*/ 2147483647 h 120"/>
                <a:gd name="T32" fmla="*/ 2147483647 w 120"/>
                <a:gd name="T33" fmla="*/ 2147483647 h 120"/>
                <a:gd name="T34" fmla="*/ 2147483647 w 120"/>
                <a:gd name="T35" fmla="*/ 2147483647 h 120"/>
                <a:gd name="T36" fmla="*/ 2147483647 w 120"/>
                <a:gd name="T37" fmla="*/ 2147483647 h 120"/>
                <a:gd name="T38" fmla="*/ 2147483647 w 120"/>
                <a:gd name="T39" fmla="*/ 2147483647 h 120"/>
                <a:gd name="T40" fmla="*/ 2147483647 w 120"/>
                <a:gd name="T41" fmla="*/ 2147483647 h 120"/>
                <a:gd name="T42" fmla="*/ 2147483647 w 120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20"/>
                <a:gd name="T68" fmla="*/ 120 w 120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20">
                  <a:moveTo>
                    <a:pt x="96" y="32"/>
                  </a:moveTo>
                  <a:lnTo>
                    <a:pt x="88" y="32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64" y="104"/>
                  </a:lnTo>
                  <a:lnTo>
                    <a:pt x="96" y="80"/>
                  </a:lnTo>
                  <a:lnTo>
                    <a:pt x="120" y="56"/>
                  </a:lnTo>
                  <a:lnTo>
                    <a:pt x="104" y="48"/>
                  </a:lnTo>
                  <a:lnTo>
                    <a:pt x="9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0" name="Freeform 741"/>
            <p:cNvSpPr/>
            <p:nvPr/>
          </p:nvSpPr>
          <p:spPr bwMode="auto">
            <a:xfrm>
              <a:off x="4977200" y="3754880"/>
              <a:ext cx="183135" cy="289507"/>
            </a:xfrm>
            <a:custGeom>
              <a:avLst/>
              <a:gdLst>
                <a:gd name="T0" fmla="*/ 2147483647 w 136"/>
                <a:gd name="T1" fmla="*/ 2147483647 h 216"/>
                <a:gd name="T2" fmla="*/ 2147483647 w 136"/>
                <a:gd name="T3" fmla="*/ 2147483647 h 216"/>
                <a:gd name="T4" fmla="*/ 2147483647 w 136"/>
                <a:gd name="T5" fmla="*/ 2147483647 h 216"/>
                <a:gd name="T6" fmla="*/ 2147483647 w 136"/>
                <a:gd name="T7" fmla="*/ 2147483647 h 216"/>
                <a:gd name="T8" fmla="*/ 2147483647 w 136"/>
                <a:gd name="T9" fmla="*/ 2147483647 h 216"/>
                <a:gd name="T10" fmla="*/ 2147483647 w 136"/>
                <a:gd name="T11" fmla="*/ 2147483647 h 216"/>
                <a:gd name="T12" fmla="*/ 2147483647 w 136"/>
                <a:gd name="T13" fmla="*/ 2147483647 h 216"/>
                <a:gd name="T14" fmla="*/ 2147483647 w 136"/>
                <a:gd name="T15" fmla="*/ 2147483647 h 216"/>
                <a:gd name="T16" fmla="*/ 2147483647 w 136"/>
                <a:gd name="T17" fmla="*/ 2147483647 h 216"/>
                <a:gd name="T18" fmla="*/ 0 w 136"/>
                <a:gd name="T19" fmla="*/ 2147483647 h 216"/>
                <a:gd name="T20" fmla="*/ 2147483647 w 136"/>
                <a:gd name="T21" fmla="*/ 2147483647 h 216"/>
                <a:gd name="T22" fmla="*/ 0 w 136"/>
                <a:gd name="T23" fmla="*/ 2147483647 h 216"/>
                <a:gd name="T24" fmla="*/ 2147483647 w 136"/>
                <a:gd name="T25" fmla="*/ 2147483647 h 216"/>
                <a:gd name="T26" fmla="*/ 2147483647 w 136"/>
                <a:gd name="T27" fmla="*/ 2147483647 h 216"/>
                <a:gd name="T28" fmla="*/ 2147483647 w 136"/>
                <a:gd name="T29" fmla="*/ 2147483647 h 216"/>
                <a:gd name="T30" fmla="*/ 2147483647 w 136"/>
                <a:gd name="T31" fmla="*/ 2147483647 h 216"/>
                <a:gd name="T32" fmla="*/ 2147483647 w 136"/>
                <a:gd name="T33" fmla="*/ 2147483647 h 216"/>
                <a:gd name="T34" fmla="*/ 2147483647 w 136"/>
                <a:gd name="T35" fmla="*/ 2147483647 h 216"/>
                <a:gd name="T36" fmla="*/ 2147483647 w 136"/>
                <a:gd name="T37" fmla="*/ 2147483647 h 216"/>
                <a:gd name="T38" fmla="*/ 2147483647 w 136"/>
                <a:gd name="T39" fmla="*/ 2147483647 h 216"/>
                <a:gd name="T40" fmla="*/ 2147483647 w 136"/>
                <a:gd name="T41" fmla="*/ 2147483647 h 216"/>
                <a:gd name="T42" fmla="*/ 2147483647 w 136"/>
                <a:gd name="T43" fmla="*/ 2147483647 h 216"/>
                <a:gd name="T44" fmla="*/ 2147483647 w 136"/>
                <a:gd name="T45" fmla="*/ 2147483647 h 216"/>
                <a:gd name="T46" fmla="*/ 2147483647 w 136"/>
                <a:gd name="T47" fmla="*/ 2147483647 h 216"/>
                <a:gd name="T48" fmla="*/ 2147483647 w 136"/>
                <a:gd name="T49" fmla="*/ 2147483647 h 216"/>
                <a:gd name="T50" fmla="*/ 2147483647 w 136"/>
                <a:gd name="T51" fmla="*/ 2147483647 h 216"/>
                <a:gd name="T52" fmla="*/ 2147483647 w 136"/>
                <a:gd name="T53" fmla="*/ 2147483647 h 216"/>
                <a:gd name="T54" fmla="*/ 2147483647 w 136"/>
                <a:gd name="T55" fmla="*/ 2147483647 h 216"/>
                <a:gd name="T56" fmla="*/ 2147483647 w 136"/>
                <a:gd name="T57" fmla="*/ 2147483647 h 216"/>
                <a:gd name="T58" fmla="*/ 2147483647 w 136"/>
                <a:gd name="T59" fmla="*/ 0 h 216"/>
                <a:gd name="T60" fmla="*/ 2147483647 w 136"/>
                <a:gd name="T61" fmla="*/ 2147483647 h 216"/>
                <a:gd name="T62" fmla="*/ 2147483647 w 136"/>
                <a:gd name="T63" fmla="*/ 2147483647 h 21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36"/>
                <a:gd name="T97" fmla="*/ 0 h 216"/>
                <a:gd name="T98" fmla="*/ 136 w 136"/>
                <a:gd name="T99" fmla="*/ 216 h 21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36" h="216">
                  <a:moveTo>
                    <a:pt x="88" y="8"/>
                  </a:moveTo>
                  <a:lnTo>
                    <a:pt x="64" y="16"/>
                  </a:lnTo>
                  <a:lnTo>
                    <a:pt x="64" y="32"/>
                  </a:lnTo>
                  <a:lnTo>
                    <a:pt x="72" y="56"/>
                  </a:lnTo>
                  <a:lnTo>
                    <a:pt x="72" y="64"/>
                  </a:lnTo>
                  <a:lnTo>
                    <a:pt x="64" y="72"/>
                  </a:lnTo>
                  <a:lnTo>
                    <a:pt x="56" y="64"/>
                  </a:lnTo>
                  <a:lnTo>
                    <a:pt x="48" y="56"/>
                  </a:lnTo>
                  <a:lnTo>
                    <a:pt x="32" y="48"/>
                  </a:lnTo>
                  <a:lnTo>
                    <a:pt x="0" y="64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32" y="80"/>
                  </a:lnTo>
                  <a:lnTo>
                    <a:pt x="32" y="96"/>
                  </a:lnTo>
                  <a:lnTo>
                    <a:pt x="32" y="112"/>
                  </a:lnTo>
                  <a:lnTo>
                    <a:pt x="24" y="144"/>
                  </a:lnTo>
                  <a:lnTo>
                    <a:pt x="16" y="160"/>
                  </a:lnTo>
                  <a:lnTo>
                    <a:pt x="24" y="160"/>
                  </a:lnTo>
                  <a:lnTo>
                    <a:pt x="24" y="216"/>
                  </a:lnTo>
                  <a:lnTo>
                    <a:pt x="32" y="216"/>
                  </a:lnTo>
                  <a:lnTo>
                    <a:pt x="32" y="208"/>
                  </a:lnTo>
                  <a:lnTo>
                    <a:pt x="64" y="184"/>
                  </a:lnTo>
                  <a:lnTo>
                    <a:pt x="72" y="160"/>
                  </a:lnTo>
                  <a:lnTo>
                    <a:pt x="64" y="128"/>
                  </a:lnTo>
                  <a:lnTo>
                    <a:pt x="80" y="104"/>
                  </a:lnTo>
                  <a:lnTo>
                    <a:pt x="120" y="80"/>
                  </a:lnTo>
                  <a:lnTo>
                    <a:pt x="128" y="64"/>
                  </a:lnTo>
                  <a:lnTo>
                    <a:pt x="136" y="48"/>
                  </a:lnTo>
                  <a:lnTo>
                    <a:pt x="128" y="16"/>
                  </a:lnTo>
                  <a:lnTo>
                    <a:pt x="128" y="0"/>
                  </a:lnTo>
                  <a:lnTo>
                    <a:pt x="120" y="8"/>
                  </a:lnTo>
                  <a:lnTo>
                    <a:pt x="8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1" name="Freeform 742"/>
            <p:cNvSpPr/>
            <p:nvPr/>
          </p:nvSpPr>
          <p:spPr bwMode="auto">
            <a:xfrm>
              <a:off x="4977200" y="3593677"/>
              <a:ext cx="172169" cy="182038"/>
            </a:xfrm>
            <a:custGeom>
              <a:avLst/>
              <a:gdLst>
                <a:gd name="T0" fmla="*/ 2147483647 w 128"/>
                <a:gd name="T1" fmla="*/ 2147483647 h 136"/>
                <a:gd name="T2" fmla="*/ 2147483647 w 128"/>
                <a:gd name="T3" fmla="*/ 0 h 136"/>
                <a:gd name="T4" fmla="*/ 2147483647 w 128"/>
                <a:gd name="T5" fmla="*/ 0 h 136"/>
                <a:gd name="T6" fmla="*/ 2147483647 w 128"/>
                <a:gd name="T7" fmla="*/ 2147483647 h 136"/>
                <a:gd name="T8" fmla="*/ 2147483647 w 128"/>
                <a:gd name="T9" fmla="*/ 2147483647 h 136"/>
                <a:gd name="T10" fmla="*/ 2147483647 w 128"/>
                <a:gd name="T11" fmla="*/ 2147483647 h 136"/>
                <a:gd name="T12" fmla="*/ 2147483647 w 128"/>
                <a:gd name="T13" fmla="*/ 0 h 136"/>
                <a:gd name="T14" fmla="*/ 0 w 128"/>
                <a:gd name="T15" fmla="*/ 0 h 136"/>
                <a:gd name="T16" fmla="*/ 2147483647 w 128"/>
                <a:gd name="T17" fmla="*/ 2147483647 h 136"/>
                <a:gd name="T18" fmla="*/ 0 w 128"/>
                <a:gd name="T19" fmla="*/ 2147483647 h 136"/>
                <a:gd name="T20" fmla="*/ 2147483647 w 128"/>
                <a:gd name="T21" fmla="*/ 2147483647 h 136"/>
                <a:gd name="T22" fmla="*/ 2147483647 w 128"/>
                <a:gd name="T23" fmla="*/ 2147483647 h 136"/>
                <a:gd name="T24" fmla="*/ 2147483647 w 128"/>
                <a:gd name="T25" fmla="*/ 2147483647 h 136"/>
                <a:gd name="T26" fmla="*/ 2147483647 w 128"/>
                <a:gd name="T27" fmla="*/ 2147483647 h 136"/>
                <a:gd name="T28" fmla="*/ 2147483647 w 128"/>
                <a:gd name="T29" fmla="*/ 2147483647 h 136"/>
                <a:gd name="T30" fmla="*/ 2147483647 w 128"/>
                <a:gd name="T31" fmla="*/ 2147483647 h 136"/>
                <a:gd name="T32" fmla="*/ 2147483647 w 128"/>
                <a:gd name="T33" fmla="*/ 2147483647 h 136"/>
                <a:gd name="T34" fmla="*/ 2147483647 w 128"/>
                <a:gd name="T35" fmla="*/ 2147483647 h 136"/>
                <a:gd name="T36" fmla="*/ 2147483647 w 128"/>
                <a:gd name="T37" fmla="*/ 2147483647 h 136"/>
                <a:gd name="T38" fmla="*/ 2147483647 w 128"/>
                <a:gd name="T39" fmla="*/ 2147483647 h 136"/>
                <a:gd name="T40" fmla="*/ 2147483647 w 128"/>
                <a:gd name="T41" fmla="*/ 2147483647 h 136"/>
                <a:gd name="T42" fmla="*/ 2147483647 w 128"/>
                <a:gd name="T43" fmla="*/ 2147483647 h 136"/>
                <a:gd name="T44" fmla="*/ 2147483647 w 128"/>
                <a:gd name="T45" fmla="*/ 2147483647 h 136"/>
                <a:gd name="T46" fmla="*/ 2147483647 w 128"/>
                <a:gd name="T47" fmla="*/ 2147483647 h 136"/>
                <a:gd name="T48" fmla="*/ 2147483647 w 128"/>
                <a:gd name="T49" fmla="*/ 2147483647 h 1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8"/>
                <a:gd name="T76" fmla="*/ 0 h 136"/>
                <a:gd name="T77" fmla="*/ 128 w 128"/>
                <a:gd name="T78" fmla="*/ 136 h 1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8" h="136">
                  <a:moveTo>
                    <a:pt x="96" y="24"/>
                  </a:moveTo>
                  <a:lnTo>
                    <a:pt x="56" y="0"/>
                  </a:lnTo>
                  <a:lnTo>
                    <a:pt x="48" y="0"/>
                  </a:lnTo>
                  <a:lnTo>
                    <a:pt x="48" y="8"/>
                  </a:lnTo>
                  <a:lnTo>
                    <a:pt x="48" y="16"/>
                  </a:lnTo>
                  <a:lnTo>
                    <a:pt x="32" y="16"/>
                  </a:lnTo>
                  <a:lnTo>
                    <a:pt x="24" y="0"/>
                  </a:lnTo>
                  <a:lnTo>
                    <a:pt x="0" y="0"/>
                  </a:lnTo>
                  <a:lnTo>
                    <a:pt x="8" y="32"/>
                  </a:lnTo>
                  <a:lnTo>
                    <a:pt x="0" y="40"/>
                  </a:lnTo>
                  <a:lnTo>
                    <a:pt x="8" y="72"/>
                  </a:lnTo>
                  <a:lnTo>
                    <a:pt x="16" y="96"/>
                  </a:lnTo>
                  <a:lnTo>
                    <a:pt x="32" y="104"/>
                  </a:lnTo>
                  <a:lnTo>
                    <a:pt x="56" y="104"/>
                  </a:lnTo>
                  <a:lnTo>
                    <a:pt x="56" y="112"/>
                  </a:lnTo>
                  <a:lnTo>
                    <a:pt x="64" y="136"/>
                  </a:lnTo>
                  <a:lnTo>
                    <a:pt x="88" y="128"/>
                  </a:lnTo>
                  <a:lnTo>
                    <a:pt x="120" y="128"/>
                  </a:lnTo>
                  <a:lnTo>
                    <a:pt x="128" y="120"/>
                  </a:lnTo>
                  <a:lnTo>
                    <a:pt x="120" y="112"/>
                  </a:lnTo>
                  <a:lnTo>
                    <a:pt x="120" y="72"/>
                  </a:lnTo>
                  <a:lnTo>
                    <a:pt x="112" y="56"/>
                  </a:lnTo>
                  <a:lnTo>
                    <a:pt x="120" y="48"/>
                  </a:lnTo>
                  <a:lnTo>
                    <a:pt x="96" y="32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2" name="Freeform 743"/>
            <p:cNvSpPr/>
            <p:nvPr/>
          </p:nvSpPr>
          <p:spPr bwMode="auto">
            <a:xfrm>
              <a:off x="4676727" y="3679213"/>
              <a:ext cx="203971" cy="203971"/>
            </a:xfrm>
            <a:custGeom>
              <a:avLst/>
              <a:gdLst>
                <a:gd name="T0" fmla="*/ 2147483647 w 152"/>
                <a:gd name="T1" fmla="*/ 2147483647 h 152"/>
                <a:gd name="T2" fmla="*/ 2147483647 w 152"/>
                <a:gd name="T3" fmla="*/ 2147483647 h 152"/>
                <a:gd name="T4" fmla="*/ 2147483647 w 152"/>
                <a:gd name="T5" fmla="*/ 2147483647 h 152"/>
                <a:gd name="T6" fmla="*/ 2147483647 w 152"/>
                <a:gd name="T7" fmla="*/ 2147483647 h 152"/>
                <a:gd name="T8" fmla="*/ 2147483647 w 152"/>
                <a:gd name="T9" fmla="*/ 2147483647 h 152"/>
                <a:gd name="T10" fmla="*/ 2147483647 w 152"/>
                <a:gd name="T11" fmla="*/ 2147483647 h 152"/>
                <a:gd name="T12" fmla="*/ 2147483647 w 152"/>
                <a:gd name="T13" fmla="*/ 2147483647 h 152"/>
                <a:gd name="T14" fmla="*/ 2147483647 w 152"/>
                <a:gd name="T15" fmla="*/ 2147483647 h 152"/>
                <a:gd name="T16" fmla="*/ 2147483647 w 152"/>
                <a:gd name="T17" fmla="*/ 2147483647 h 152"/>
                <a:gd name="T18" fmla="*/ 2147483647 w 152"/>
                <a:gd name="T19" fmla="*/ 2147483647 h 152"/>
                <a:gd name="T20" fmla="*/ 2147483647 w 152"/>
                <a:gd name="T21" fmla="*/ 2147483647 h 152"/>
                <a:gd name="T22" fmla="*/ 2147483647 w 152"/>
                <a:gd name="T23" fmla="*/ 2147483647 h 152"/>
                <a:gd name="T24" fmla="*/ 2147483647 w 152"/>
                <a:gd name="T25" fmla="*/ 2147483647 h 152"/>
                <a:gd name="T26" fmla="*/ 2147483647 w 152"/>
                <a:gd name="T27" fmla="*/ 2147483647 h 152"/>
                <a:gd name="T28" fmla="*/ 2147483647 w 152"/>
                <a:gd name="T29" fmla="*/ 2147483647 h 152"/>
                <a:gd name="T30" fmla="*/ 2147483647 w 152"/>
                <a:gd name="T31" fmla="*/ 2147483647 h 152"/>
                <a:gd name="T32" fmla="*/ 2147483647 w 152"/>
                <a:gd name="T33" fmla="*/ 0 h 152"/>
                <a:gd name="T34" fmla="*/ 2147483647 w 152"/>
                <a:gd name="T35" fmla="*/ 0 h 152"/>
                <a:gd name="T36" fmla="*/ 0 w 152"/>
                <a:gd name="T37" fmla="*/ 2147483647 h 152"/>
                <a:gd name="T38" fmla="*/ 2147483647 w 152"/>
                <a:gd name="T39" fmla="*/ 2147483647 h 152"/>
                <a:gd name="T40" fmla="*/ 2147483647 w 152"/>
                <a:gd name="T41" fmla="*/ 2147483647 h 152"/>
                <a:gd name="T42" fmla="*/ 0 w 152"/>
                <a:gd name="T43" fmla="*/ 2147483647 h 152"/>
                <a:gd name="T44" fmla="*/ 0 w 152"/>
                <a:gd name="T45" fmla="*/ 2147483647 h 152"/>
                <a:gd name="T46" fmla="*/ 2147483647 w 152"/>
                <a:gd name="T47" fmla="*/ 2147483647 h 152"/>
                <a:gd name="T48" fmla="*/ 2147483647 w 152"/>
                <a:gd name="T49" fmla="*/ 2147483647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52"/>
                <a:gd name="T76" fmla="*/ 0 h 152"/>
                <a:gd name="T77" fmla="*/ 152 w 152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52" h="152">
                  <a:moveTo>
                    <a:pt x="16" y="144"/>
                  </a:moveTo>
                  <a:lnTo>
                    <a:pt x="72" y="144"/>
                  </a:lnTo>
                  <a:lnTo>
                    <a:pt x="80" y="152"/>
                  </a:lnTo>
                  <a:lnTo>
                    <a:pt x="112" y="152"/>
                  </a:lnTo>
                  <a:lnTo>
                    <a:pt x="136" y="144"/>
                  </a:lnTo>
                  <a:lnTo>
                    <a:pt x="128" y="128"/>
                  </a:lnTo>
                  <a:lnTo>
                    <a:pt x="128" y="88"/>
                  </a:lnTo>
                  <a:lnTo>
                    <a:pt x="152" y="80"/>
                  </a:lnTo>
                  <a:lnTo>
                    <a:pt x="152" y="64"/>
                  </a:lnTo>
                  <a:lnTo>
                    <a:pt x="144" y="64"/>
                  </a:lnTo>
                  <a:lnTo>
                    <a:pt x="152" y="64"/>
                  </a:lnTo>
                  <a:lnTo>
                    <a:pt x="128" y="64"/>
                  </a:lnTo>
                  <a:lnTo>
                    <a:pt x="120" y="16"/>
                  </a:lnTo>
                  <a:lnTo>
                    <a:pt x="96" y="16"/>
                  </a:lnTo>
                  <a:lnTo>
                    <a:pt x="80" y="24"/>
                  </a:lnTo>
                  <a:lnTo>
                    <a:pt x="72" y="24"/>
                  </a:lnTo>
                  <a:lnTo>
                    <a:pt x="48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56"/>
                  </a:lnTo>
                  <a:lnTo>
                    <a:pt x="16" y="80"/>
                  </a:lnTo>
                  <a:lnTo>
                    <a:pt x="0" y="112"/>
                  </a:lnTo>
                  <a:lnTo>
                    <a:pt x="0" y="144"/>
                  </a:lnTo>
                  <a:lnTo>
                    <a:pt x="8" y="136"/>
                  </a:lnTo>
                  <a:lnTo>
                    <a:pt x="16" y="14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3" name="Freeform 744"/>
            <p:cNvSpPr/>
            <p:nvPr/>
          </p:nvSpPr>
          <p:spPr bwMode="auto">
            <a:xfrm>
              <a:off x="4676727" y="3486208"/>
              <a:ext cx="311439" cy="311439"/>
            </a:xfrm>
            <a:custGeom>
              <a:avLst/>
              <a:gdLst>
                <a:gd name="T0" fmla="*/ 2147483647 w 232"/>
                <a:gd name="T1" fmla="*/ 2147483647 h 232"/>
                <a:gd name="T2" fmla="*/ 2147483647 w 232"/>
                <a:gd name="T3" fmla="*/ 2147483647 h 232"/>
                <a:gd name="T4" fmla="*/ 2147483647 w 232"/>
                <a:gd name="T5" fmla="*/ 2147483647 h 232"/>
                <a:gd name="T6" fmla="*/ 2147483647 w 232"/>
                <a:gd name="T7" fmla="*/ 2147483647 h 232"/>
                <a:gd name="T8" fmla="*/ 2147483647 w 232"/>
                <a:gd name="T9" fmla="*/ 2147483647 h 232"/>
                <a:gd name="T10" fmla="*/ 2147483647 w 232"/>
                <a:gd name="T11" fmla="*/ 2147483647 h 232"/>
                <a:gd name="T12" fmla="*/ 0 w 232"/>
                <a:gd name="T13" fmla="*/ 2147483647 h 232"/>
                <a:gd name="T14" fmla="*/ 0 w 232"/>
                <a:gd name="T15" fmla="*/ 2147483647 h 232"/>
                <a:gd name="T16" fmla="*/ 2147483647 w 232"/>
                <a:gd name="T17" fmla="*/ 2147483647 h 232"/>
                <a:gd name="T18" fmla="*/ 2147483647 w 232"/>
                <a:gd name="T19" fmla="*/ 2147483647 h 232"/>
                <a:gd name="T20" fmla="*/ 2147483647 w 232"/>
                <a:gd name="T21" fmla="*/ 2147483647 h 232"/>
                <a:gd name="T22" fmla="*/ 2147483647 w 232"/>
                <a:gd name="T23" fmla="*/ 2147483647 h 232"/>
                <a:gd name="T24" fmla="*/ 2147483647 w 232"/>
                <a:gd name="T25" fmla="*/ 2147483647 h 232"/>
                <a:gd name="T26" fmla="*/ 2147483647 w 232"/>
                <a:gd name="T27" fmla="*/ 2147483647 h 232"/>
                <a:gd name="T28" fmla="*/ 2147483647 w 232"/>
                <a:gd name="T29" fmla="*/ 2147483647 h 232"/>
                <a:gd name="T30" fmla="*/ 2147483647 w 232"/>
                <a:gd name="T31" fmla="*/ 2147483647 h 232"/>
                <a:gd name="T32" fmla="*/ 2147483647 w 232"/>
                <a:gd name="T33" fmla="*/ 2147483647 h 232"/>
                <a:gd name="T34" fmla="*/ 2147483647 w 232"/>
                <a:gd name="T35" fmla="*/ 2147483647 h 232"/>
                <a:gd name="T36" fmla="*/ 2147483647 w 232"/>
                <a:gd name="T37" fmla="*/ 2147483647 h 232"/>
                <a:gd name="T38" fmla="*/ 2147483647 w 232"/>
                <a:gd name="T39" fmla="*/ 2147483647 h 232"/>
                <a:gd name="T40" fmla="*/ 2147483647 w 232"/>
                <a:gd name="T41" fmla="*/ 2147483647 h 232"/>
                <a:gd name="T42" fmla="*/ 2147483647 w 232"/>
                <a:gd name="T43" fmla="*/ 2147483647 h 232"/>
                <a:gd name="T44" fmla="*/ 2147483647 w 232"/>
                <a:gd name="T45" fmla="*/ 2147483647 h 232"/>
                <a:gd name="T46" fmla="*/ 2147483647 w 232"/>
                <a:gd name="T47" fmla="*/ 2147483647 h 232"/>
                <a:gd name="T48" fmla="*/ 2147483647 w 232"/>
                <a:gd name="T49" fmla="*/ 2147483647 h 232"/>
                <a:gd name="T50" fmla="*/ 2147483647 w 232"/>
                <a:gd name="T51" fmla="*/ 2147483647 h 232"/>
                <a:gd name="T52" fmla="*/ 2147483647 w 232"/>
                <a:gd name="T53" fmla="*/ 2147483647 h 232"/>
                <a:gd name="T54" fmla="*/ 2147483647 w 232"/>
                <a:gd name="T55" fmla="*/ 2147483647 h 232"/>
                <a:gd name="T56" fmla="*/ 2147483647 w 232"/>
                <a:gd name="T57" fmla="*/ 2147483647 h 232"/>
                <a:gd name="T58" fmla="*/ 2147483647 w 232"/>
                <a:gd name="T59" fmla="*/ 2147483647 h 232"/>
                <a:gd name="T60" fmla="*/ 2147483647 w 232"/>
                <a:gd name="T61" fmla="*/ 2147483647 h 232"/>
                <a:gd name="T62" fmla="*/ 2147483647 w 232"/>
                <a:gd name="T63" fmla="*/ 2147483647 h 232"/>
                <a:gd name="T64" fmla="*/ 2147483647 w 232"/>
                <a:gd name="T65" fmla="*/ 0 h 232"/>
                <a:gd name="T66" fmla="*/ 2147483647 w 232"/>
                <a:gd name="T67" fmla="*/ 0 h 232"/>
                <a:gd name="T68" fmla="*/ 2147483647 w 232"/>
                <a:gd name="T69" fmla="*/ 2147483647 h 232"/>
                <a:gd name="T70" fmla="*/ 2147483647 w 232"/>
                <a:gd name="T71" fmla="*/ 0 h 232"/>
                <a:gd name="T72" fmla="*/ 2147483647 w 232"/>
                <a:gd name="T73" fmla="*/ 2147483647 h 232"/>
                <a:gd name="T74" fmla="*/ 2147483647 w 232"/>
                <a:gd name="T75" fmla="*/ 2147483647 h 23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2"/>
                <a:gd name="T115" fmla="*/ 0 h 232"/>
                <a:gd name="T116" fmla="*/ 232 w 232"/>
                <a:gd name="T117" fmla="*/ 232 h 23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2" h="232">
                  <a:moveTo>
                    <a:pt x="80" y="24"/>
                  </a:moveTo>
                  <a:lnTo>
                    <a:pt x="72" y="72"/>
                  </a:lnTo>
                  <a:lnTo>
                    <a:pt x="56" y="80"/>
                  </a:lnTo>
                  <a:lnTo>
                    <a:pt x="40" y="112"/>
                  </a:lnTo>
                  <a:lnTo>
                    <a:pt x="24" y="128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0" y="152"/>
                  </a:lnTo>
                  <a:lnTo>
                    <a:pt x="16" y="144"/>
                  </a:lnTo>
                  <a:lnTo>
                    <a:pt x="48" y="144"/>
                  </a:lnTo>
                  <a:lnTo>
                    <a:pt x="72" y="168"/>
                  </a:lnTo>
                  <a:lnTo>
                    <a:pt x="80" y="168"/>
                  </a:lnTo>
                  <a:lnTo>
                    <a:pt x="96" y="160"/>
                  </a:lnTo>
                  <a:lnTo>
                    <a:pt x="120" y="160"/>
                  </a:lnTo>
                  <a:lnTo>
                    <a:pt x="128" y="208"/>
                  </a:lnTo>
                  <a:lnTo>
                    <a:pt x="152" y="208"/>
                  </a:lnTo>
                  <a:lnTo>
                    <a:pt x="168" y="208"/>
                  </a:lnTo>
                  <a:lnTo>
                    <a:pt x="192" y="224"/>
                  </a:lnTo>
                  <a:lnTo>
                    <a:pt x="216" y="232"/>
                  </a:lnTo>
                  <a:lnTo>
                    <a:pt x="216" y="224"/>
                  </a:lnTo>
                  <a:lnTo>
                    <a:pt x="208" y="208"/>
                  </a:lnTo>
                  <a:lnTo>
                    <a:pt x="208" y="200"/>
                  </a:lnTo>
                  <a:lnTo>
                    <a:pt x="216" y="176"/>
                  </a:lnTo>
                  <a:lnTo>
                    <a:pt x="224" y="168"/>
                  </a:lnTo>
                  <a:lnTo>
                    <a:pt x="216" y="144"/>
                  </a:lnTo>
                  <a:lnTo>
                    <a:pt x="216" y="120"/>
                  </a:lnTo>
                  <a:lnTo>
                    <a:pt x="208" y="96"/>
                  </a:lnTo>
                  <a:lnTo>
                    <a:pt x="216" y="72"/>
                  </a:lnTo>
                  <a:lnTo>
                    <a:pt x="232" y="40"/>
                  </a:lnTo>
                  <a:lnTo>
                    <a:pt x="232" y="16"/>
                  </a:lnTo>
                  <a:lnTo>
                    <a:pt x="224" y="8"/>
                  </a:lnTo>
                  <a:lnTo>
                    <a:pt x="200" y="8"/>
                  </a:lnTo>
                  <a:lnTo>
                    <a:pt x="192" y="0"/>
                  </a:lnTo>
                  <a:lnTo>
                    <a:pt x="160" y="0"/>
                  </a:lnTo>
                  <a:lnTo>
                    <a:pt x="128" y="8"/>
                  </a:lnTo>
                  <a:lnTo>
                    <a:pt x="104" y="0"/>
                  </a:lnTo>
                  <a:lnTo>
                    <a:pt x="80" y="8"/>
                  </a:lnTo>
                  <a:lnTo>
                    <a:pt x="8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4" name="Freeform 745"/>
            <p:cNvSpPr/>
            <p:nvPr/>
          </p:nvSpPr>
          <p:spPr bwMode="auto">
            <a:xfrm>
              <a:off x="5030934" y="3271271"/>
              <a:ext cx="246738" cy="236869"/>
            </a:xfrm>
            <a:custGeom>
              <a:avLst/>
              <a:gdLst>
                <a:gd name="T0" fmla="*/ 2147483647 w 184"/>
                <a:gd name="T1" fmla="*/ 2147483647 h 176"/>
                <a:gd name="T2" fmla="*/ 2147483647 w 184"/>
                <a:gd name="T3" fmla="*/ 2147483647 h 176"/>
                <a:gd name="T4" fmla="*/ 2147483647 w 184"/>
                <a:gd name="T5" fmla="*/ 2147483647 h 176"/>
                <a:gd name="T6" fmla="*/ 2147483647 w 184"/>
                <a:gd name="T7" fmla="*/ 2147483647 h 176"/>
                <a:gd name="T8" fmla="*/ 2147483647 w 184"/>
                <a:gd name="T9" fmla="*/ 2147483647 h 176"/>
                <a:gd name="T10" fmla="*/ 2147483647 w 184"/>
                <a:gd name="T11" fmla="*/ 2147483647 h 176"/>
                <a:gd name="T12" fmla="*/ 2147483647 w 184"/>
                <a:gd name="T13" fmla="*/ 2147483647 h 176"/>
                <a:gd name="T14" fmla="*/ 2147483647 w 184"/>
                <a:gd name="T15" fmla="*/ 2147483647 h 176"/>
                <a:gd name="T16" fmla="*/ 2147483647 w 184"/>
                <a:gd name="T17" fmla="*/ 2147483647 h 176"/>
                <a:gd name="T18" fmla="*/ 2147483647 w 184"/>
                <a:gd name="T19" fmla="*/ 2147483647 h 176"/>
                <a:gd name="T20" fmla="*/ 2147483647 w 184"/>
                <a:gd name="T21" fmla="*/ 2147483647 h 176"/>
                <a:gd name="T22" fmla="*/ 2147483647 w 184"/>
                <a:gd name="T23" fmla="*/ 2147483647 h 176"/>
                <a:gd name="T24" fmla="*/ 2147483647 w 184"/>
                <a:gd name="T25" fmla="*/ 2147483647 h 176"/>
                <a:gd name="T26" fmla="*/ 2147483647 w 184"/>
                <a:gd name="T27" fmla="*/ 2147483647 h 176"/>
                <a:gd name="T28" fmla="*/ 2147483647 w 184"/>
                <a:gd name="T29" fmla="*/ 0 h 176"/>
                <a:gd name="T30" fmla="*/ 2147483647 w 184"/>
                <a:gd name="T31" fmla="*/ 0 h 176"/>
                <a:gd name="T32" fmla="*/ 2147483647 w 184"/>
                <a:gd name="T33" fmla="*/ 2147483647 h 176"/>
                <a:gd name="T34" fmla="*/ 2147483647 w 184"/>
                <a:gd name="T35" fmla="*/ 2147483647 h 176"/>
                <a:gd name="T36" fmla="*/ 2147483647 w 184"/>
                <a:gd name="T37" fmla="*/ 2147483647 h 176"/>
                <a:gd name="T38" fmla="*/ 2147483647 w 184"/>
                <a:gd name="T39" fmla="*/ 2147483647 h 176"/>
                <a:gd name="T40" fmla="*/ 2147483647 w 184"/>
                <a:gd name="T41" fmla="*/ 2147483647 h 176"/>
                <a:gd name="T42" fmla="*/ 0 w 184"/>
                <a:gd name="T43" fmla="*/ 2147483647 h 176"/>
                <a:gd name="T44" fmla="*/ 0 w 184"/>
                <a:gd name="T45" fmla="*/ 2147483647 h 176"/>
                <a:gd name="T46" fmla="*/ 2147483647 w 184"/>
                <a:gd name="T47" fmla="*/ 2147483647 h 176"/>
                <a:gd name="T48" fmla="*/ 2147483647 w 184"/>
                <a:gd name="T49" fmla="*/ 2147483647 h 176"/>
                <a:gd name="T50" fmla="*/ 2147483647 w 184"/>
                <a:gd name="T51" fmla="*/ 2147483647 h 176"/>
                <a:gd name="T52" fmla="*/ 2147483647 w 184"/>
                <a:gd name="T53" fmla="*/ 2147483647 h 176"/>
                <a:gd name="T54" fmla="*/ 2147483647 w 184"/>
                <a:gd name="T55" fmla="*/ 2147483647 h 176"/>
                <a:gd name="T56" fmla="*/ 2147483647 w 184"/>
                <a:gd name="T57" fmla="*/ 2147483647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84"/>
                <a:gd name="T88" fmla="*/ 0 h 176"/>
                <a:gd name="T89" fmla="*/ 184 w 184"/>
                <a:gd name="T90" fmla="*/ 176 h 17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84" h="176">
                  <a:moveTo>
                    <a:pt x="88" y="176"/>
                  </a:moveTo>
                  <a:lnTo>
                    <a:pt x="96" y="176"/>
                  </a:lnTo>
                  <a:lnTo>
                    <a:pt x="104" y="176"/>
                  </a:lnTo>
                  <a:lnTo>
                    <a:pt x="112" y="176"/>
                  </a:lnTo>
                  <a:lnTo>
                    <a:pt x="128" y="168"/>
                  </a:lnTo>
                  <a:lnTo>
                    <a:pt x="152" y="160"/>
                  </a:lnTo>
                  <a:lnTo>
                    <a:pt x="184" y="128"/>
                  </a:lnTo>
                  <a:lnTo>
                    <a:pt x="160" y="120"/>
                  </a:lnTo>
                  <a:lnTo>
                    <a:pt x="128" y="104"/>
                  </a:lnTo>
                  <a:lnTo>
                    <a:pt x="120" y="96"/>
                  </a:lnTo>
                  <a:lnTo>
                    <a:pt x="136" y="88"/>
                  </a:lnTo>
                  <a:lnTo>
                    <a:pt x="128" y="80"/>
                  </a:lnTo>
                  <a:lnTo>
                    <a:pt x="96" y="32"/>
                  </a:lnTo>
                  <a:lnTo>
                    <a:pt x="80" y="24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8"/>
                  </a:lnTo>
                  <a:lnTo>
                    <a:pt x="40" y="56"/>
                  </a:lnTo>
                  <a:lnTo>
                    <a:pt x="32" y="80"/>
                  </a:lnTo>
                  <a:lnTo>
                    <a:pt x="16" y="96"/>
                  </a:lnTo>
                  <a:lnTo>
                    <a:pt x="8" y="120"/>
                  </a:lnTo>
                  <a:lnTo>
                    <a:pt x="0" y="120"/>
                  </a:lnTo>
                  <a:lnTo>
                    <a:pt x="0" y="128"/>
                  </a:lnTo>
                  <a:lnTo>
                    <a:pt x="16" y="144"/>
                  </a:lnTo>
                  <a:lnTo>
                    <a:pt x="24" y="152"/>
                  </a:lnTo>
                  <a:lnTo>
                    <a:pt x="32" y="160"/>
                  </a:lnTo>
                  <a:lnTo>
                    <a:pt x="32" y="168"/>
                  </a:lnTo>
                  <a:lnTo>
                    <a:pt x="48" y="168"/>
                  </a:lnTo>
                  <a:lnTo>
                    <a:pt x="88" y="17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5" name="Freeform 746"/>
            <p:cNvSpPr/>
            <p:nvPr/>
          </p:nvSpPr>
          <p:spPr bwMode="auto">
            <a:xfrm>
              <a:off x="5041900" y="3497174"/>
              <a:ext cx="139270" cy="161203"/>
            </a:xfrm>
            <a:custGeom>
              <a:avLst/>
              <a:gdLst>
                <a:gd name="T0" fmla="*/ 2147483647 w 104"/>
                <a:gd name="T1" fmla="*/ 2147483647 h 120"/>
                <a:gd name="T2" fmla="*/ 2147483647 w 104"/>
                <a:gd name="T3" fmla="*/ 2147483647 h 120"/>
                <a:gd name="T4" fmla="*/ 2147483647 w 104"/>
                <a:gd name="T5" fmla="*/ 2147483647 h 120"/>
                <a:gd name="T6" fmla="*/ 2147483647 w 104"/>
                <a:gd name="T7" fmla="*/ 2147483647 h 120"/>
                <a:gd name="T8" fmla="*/ 2147483647 w 104"/>
                <a:gd name="T9" fmla="*/ 2147483647 h 120"/>
                <a:gd name="T10" fmla="*/ 2147483647 w 104"/>
                <a:gd name="T11" fmla="*/ 2147483647 h 120"/>
                <a:gd name="T12" fmla="*/ 2147483647 w 104"/>
                <a:gd name="T13" fmla="*/ 0 h 120"/>
                <a:gd name="T14" fmla="*/ 2147483647 w 104"/>
                <a:gd name="T15" fmla="*/ 0 h 120"/>
                <a:gd name="T16" fmla="*/ 2147483647 w 104"/>
                <a:gd name="T17" fmla="*/ 0 h 120"/>
                <a:gd name="T18" fmla="*/ 0 w 104"/>
                <a:gd name="T19" fmla="*/ 2147483647 h 120"/>
                <a:gd name="T20" fmla="*/ 2147483647 w 104"/>
                <a:gd name="T21" fmla="*/ 2147483647 h 120"/>
                <a:gd name="T22" fmla="*/ 2147483647 w 104"/>
                <a:gd name="T23" fmla="*/ 2147483647 h 120"/>
                <a:gd name="T24" fmla="*/ 0 w 104"/>
                <a:gd name="T25" fmla="*/ 2147483647 h 120"/>
                <a:gd name="T26" fmla="*/ 2147483647 w 104"/>
                <a:gd name="T27" fmla="*/ 2147483647 h 120"/>
                <a:gd name="T28" fmla="*/ 2147483647 w 104"/>
                <a:gd name="T29" fmla="*/ 2147483647 h 120"/>
                <a:gd name="T30" fmla="*/ 2147483647 w 104"/>
                <a:gd name="T31" fmla="*/ 2147483647 h 120"/>
                <a:gd name="T32" fmla="*/ 2147483647 w 104"/>
                <a:gd name="T33" fmla="*/ 2147483647 h 120"/>
                <a:gd name="T34" fmla="*/ 2147483647 w 104"/>
                <a:gd name="T35" fmla="*/ 2147483647 h 120"/>
                <a:gd name="T36" fmla="*/ 2147483647 w 104"/>
                <a:gd name="T37" fmla="*/ 2147483647 h 120"/>
                <a:gd name="T38" fmla="*/ 2147483647 w 104"/>
                <a:gd name="T39" fmla="*/ 2147483647 h 120"/>
                <a:gd name="T40" fmla="*/ 2147483647 w 104"/>
                <a:gd name="T41" fmla="*/ 2147483647 h 120"/>
                <a:gd name="T42" fmla="*/ 2147483647 w 104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04"/>
                <a:gd name="T67" fmla="*/ 0 h 120"/>
                <a:gd name="T68" fmla="*/ 104 w 104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04" h="120">
                  <a:moveTo>
                    <a:pt x="96" y="24"/>
                  </a:moveTo>
                  <a:lnTo>
                    <a:pt x="104" y="16"/>
                  </a:lnTo>
                  <a:lnTo>
                    <a:pt x="104" y="8"/>
                  </a:lnTo>
                  <a:lnTo>
                    <a:pt x="96" y="8"/>
                  </a:lnTo>
                  <a:lnTo>
                    <a:pt x="88" y="8"/>
                  </a:lnTo>
                  <a:lnTo>
                    <a:pt x="80" y="8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8" y="16"/>
                  </a:lnTo>
                  <a:lnTo>
                    <a:pt x="8" y="32"/>
                  </a:lnTo>
                  <a:lnTo>
                    <a:pt x="0" y="48"/>
                  </a:lnTo>
                  <a:lnTo>
                    <a:pt x="8" y="72"/>
                  </a:lnTo>
                  <a:lnTo>
                    <a:pt x="48" y="96"/>
                  </a:lnTo>
                  <a:lnTo>
                    <a:pt x="48" y="104"/>
                  </a:lnTo>
                  <a:lnTo>
                    <a:pt x="72" y="120"/>
                  </a:lnTo>
                  <a:lnTo>
                    <a:pt x="72" y="112"/>
                  </a:lnTo>
                  <a:lnTo>
                    <a:pt x="88" y="88"/>
                  </a:lnTo>
                  <a:lnTo>
                    <a:pt x="104" y="80"/>
                  </a:lnTo>
                  <a:lnTo>
                    <a:pt x="96" y="64"/>
                  </a:lnTo>
                  <a:lnTo>
                    <a:pt x="96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6" name="Freeform 747"/>
            <p:cNvSpPr/>
            <p:nvPr/>
          </p:nvSpPr>
          <p:spPr bwMode="auto">
            <a:xfrm>
              <a:off x="4891664" y="3840416"/>
              <a:ext cx="128304" cy="129401"/>
            </a:xfrm>
            <a:custGeom>
              <a:avLst/>
              <a:gdLst>
                <a:gd name="T0" fmla="*/ 2147483647 w 96"/>
                <a:gd name="T1" fmla="*/ 2147483647 h 96"/>
                <a:gd name="T2" fmla="*/ 2147483647 w 96"/>
                <a:gd name="T3" fmla="*/ 2147483647 h 96"/>
                <a:gd name="T4" fmla="*/ 2147483647 w 96"/>
                <a:gd name="T5" fmla="*/ 2147483647 h 96"/>
                <a:gd name="T6" fmla="*/ 0 w 96"/>
                <a:gd name="T7" fmla="*/ 2147483647 h 96"/>
                <a:gd name="T8" fmla="*/ 2147483647 w 96"/>
                <a:gd name="T9" fmla="*/ 2147483647 h 96"/>
                <a:gd name="T10" fmla="*/ 2147483647 w 96"/>
                <a:gd name="T11" fmla="*/ 2147483647 h 96"/>
                <a:gd name="T12" fmla="*/ 2147483647 w 96"/>
                <a:gd name="T13" fmla="*/ 2147483647 h 96"/>
                <a:gd name="T14" fmla="*/ 2147483647 w 96"/>
                <a:gd name="T15" fmla="*/ 2147483647 h 96"/>
                <a:gd name="T16" fmla="*/ 2147483647 w 96"/>
                <a:gd name="T17" fmla="*/ 2147483647 h 96"/>
                <a:gd name="T18" fmla="*/ 2147483647 w 96"/>
                <a:gd name="T19" fmla="*/ 2147483647 h 96"/>
                <a:gd name="T20" fmla="*/ 2147483647 w 96"/>
                <a:gd name="T21" fmla="*/ 2147483647 h 96"/>
                <a:gd name="T22" fmla="*/ 2147483647 w 96"/>
                <a:gd name="T23" fmla="*/ 2147483647 h 96"/>
                <a:gd name="T24" fmla="*/ 2147483647 w 96"/>
                <a:gd name="T25" fmla="*/ 2147483647 h 96"/>
                <a:gd name="T26" fmla="*/ 2147483647 w 96"/>
                <a:gd name="T27" fmla="*/ 2147483647 h 96"/>
                <a:gd name="T28" fmla="*/ 2147483647 w 96"/>
                <a:gd name="T29" fmla="*/ 2147483647 h 96"/>
                <a:gd name="T30" fmla="*/ 2147483647 w 96"/>
                <a:gd name="T31" fmla="*/ 0 h 96"/>
                <a:gd name="T32" fmla="*/ 2147483647 w 96"/>
                <a:gd name="T33" fmla="*/ 2147483647 h 96"/>
                <a:gd name="T34" fmla="*/ 2147483647 w 96"/>
                <a:gd name="T35" fmla="*/ 2147483647 h 9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6"/>
                <a:gd name="T55" fmla="*/ 0 h 96"/>
                <a:gd name="T56" fmla="*/ 96 w 96"/>
                <a:gd name="T57" fmla="*/ 96 h 9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6" h="96">
                  <a:moveTo>
                    <a:pt x="40" y="24"/>
                  </a:moveTo>
                  <a:lnTo>
                    <a:pt x="24" y="32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16" y="48"/>
                  </a:lnTo>
                  <a:lnTo>
                    <a:pt x="24" y="64"/>
                  </a:lnTo>
                  <a:lnTo>
                    <a:pt x="32" y="64"/>
                  </a:lnTo>
                  <a:lnTo>
                    <a:pt x="40" y="80"/>
                  </a:lnTo>
                  <a:lnTo>
                    <a:pt x="56" y="88"/>
                  </a:lnTo>
                  <a:lnTo>
                    <a:pt x="80" y="96"/>
                  </a:lnTo>
                  <a:lnTo>
                    <a:pt x="88" y="80"/>
                  </a:lnTo>
                  <a:lnTo>
                    <a:pt x="96" y="48"/>
                  </a:lnTo>
                  <a:lnTo>
                    <a:pt x="96" y="32"/>
                  </a:lnTo>
                  <a:lnTo>
                    <a:pt x="96" y="16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40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7" name="Freeform 748"/>
            <p:cNvSpPr/>
            <p:nvPr/>
          </p:nvSpPr>
          <p:spPr bwMode="auto">
            <a:xfrm>
              <a:off x="4848896" y="3508141"/>
              <a:ext cx="224806" cy="375043"/>
            </a:xfrm>
            <a:custGeom>
              <a:avLst/>
              <a:gdLst>
                <a:gd name="T0" fmla="*/ 2147483647 w 168"/>
                <a:gd name="T1" fmla="*/ 2147483647 h 280"/>
                <a:gd name="T2" fmla="*/ 2147483647 w 168"/>
                <a:gd name="T3" fmla="*/ 2147483647 h 280"/>
                <a:gd name="T4" fmla="*/ 2147483647 w 168"/>
                <a:gd name="T5" fmla="*/ 2147483647 h 280"/>
                <a:gd name="T6" fmla="*/ 2147483647 w 168"/>
                <a:gd name="T7" fmla="*/ 2147483647 h 280"/>
                <a:gd name="T8" fmla="*/ 2147483647 w 168"/>
                <a:gd name="T9" fmla="*/ 2147483647 h 280"/>
                <a:gd name="T10" fmla="*/ 2147483647 w 168"/>
                <a:gd name="T11" fmla="*/ 2147483647 h 280"/>
                <a:gd name="T12" fmla="*/ 2147483647 w 168"/>
                <a:gd name="T13" fmla="*/ 2147483647 h 280"/>
                <a:gd name="T14" fmla="*/ 2147483647 w 168"/>
                <a:gd name="T15" fmla="*/ 2147483647 h 280"/>
                <a:gd name="T16" fmla="*/ 2147483647 w 168"/>
                <a:gd name="T17" fmla="*/ 2147483647 h 280"/>
                <a:gd name="T18" fmla="*/ 2147483647 w 168"/>
                <a:gd name="T19" fmla="*/ 2147483647 h 280"/>
                <a:gd name="T20" fmla="*/ 2147483647 w 168"/>
                <a:gd name="T21" fmla="*/ 2147483647 h 280"/>
                <a:gd name="T22" fmla="*/ 2147483647 w 168"/>
                <a:gd name="T23" fmla="*/ 2147483647 h 280"/>
                <a:gd name="T24" fmla="*/ 2147483647 w 168"/>
                <a:gd name="T25" fmla="*/ 2147483647 h 280"/>
                <a:gd name="T26" fmla="*/ 2147483647 w 168"/>
                <a:gd name="T27" fmla="*/ 2147483647 h 280"/>
                <a:gd name="T28" fmla="*/ 2147483647 w 168"/>
                <a:gd name="T29" fmla="*/ 2147483647 h 280"/>
                <a:gd name="T30" fmla="*/ 0 w 168"/>
                <a:gd name="T31" fmla="*/ 2147483647 h 280"/>
                <a:gd name="T32" fmla="*/ 0 w 168"/>
                <a:gd name="T33" fmla="*/ 2147483647 h 280"/>
                <a:gd name="T34" fmla="*/ 2147483647 w 168"/>
                <a:gd name="T35" fmla="*/ 2147483647 h 280"/>
                <a:gd name="T36" fmla="*/ 2147483647 w 168"/>
                <a:gd name="T37" fmla="*/ 2147483647 h 280"/>
                <a:gd name="T38" fmla="*/ 2147483647 w 168"/>
                <a:gd name="T39" fmla="*/ 2147483647 h 280"/>
                <a:gd name="T40" fmla="*/ 2147483647 w 168"/>
                <a:gd name="T41" fmla="*/ 2147483647 h 280"/>
                <a:gd name="T42" fmla="*/ 2147483647 w 168"/>
                <a:gd name="T43" fmla="*/ 2147483647 h 280"/>
                <a:gd name="T44" fmla="*/ 2147483647 w 168"/>
                <a:gd name="T45" fmla="*/ 2147483647 h 280"/>
                <a:gd name="T46" fmla="*/ 2147483647 w 168"/>
                <a:gd name="T47" fmla="*/ 2147483647 h 280"/>
                <a:gd name="T48" fmla="*/ 2147483647 w 168"/>
                <a:gd name="T49" fmla="*/ 2147483647 h 280"/>
                <a:gd name="T50" fmla="*/ 2147483647 w 168"/>
                <a:gd name="T51" fmla="*/ 2147483647 h 280"/>
                <a:gd name="T52" fmla="*/ 2147483647 w 168"/>
                <a:gd name="T53" fmla="*/ 2147483647 h 280"/>
                <a:gd name="T54" fmla="*/ 2147483647 w 168"/>
                <a:gd name="T55" fmla="*/ 2147483647 h 280"/>
                <a:gd name="T56" fmla="*/ 2147483647 w 168"/>
                <a:gd name="T57" fmla="*/ 2147483647 h 280"/>
                <a:gd name="T58" fmla="*/ 2147483647 w 168"/>
                <a:gd name="T59" fmla="*/ 2147483647 h 280"/>
                <a:gd name="T60" fmla="*/ 2147483647 w 168"/>
                <a:gd name="T61" fmla="*/ 2147483647 h 280"/>
                <a:gd name="T62" fmla="*/ 2147483647 w 168"/>
                <a:gd name="T63" fmla="*/ 2147483647 h 280"/>
                <a:gd name="T64" fmla="*/ 2147483647 w 168"/>
                <a:gd name="T65" fmla="*/ 2147483647 h 280"/>
                <a:gd name="T66" fmla="*/ 2147483647 w 168"/>
                <a:gd name="T67" fmla="*/ 2147483647 h 280"/>
                <a:gd name="T68" fmla="*/ 2147483647 w 168"/>
                <a:gd name="T69" fmla="*/ 2147483647 h 280"/>
                <a:gd name="T70" fmla="*/ 2147483647 w 168"/>
                <a:gd name="T71" fmla="*/ 2147483647 h 280"/>
                <a:gd name="T72" fmla="*/ 2147483647 w 168"/>
                <a:gd name="T73" fmla="*/ 2147483647 h 280"/>
                <a:gd name="T74" fmla="*/ 2147483647 w 168"/>
                <a:gd name="T75" fmla="*/ 2147483647 h 280"/>
                <a:gd name="T76" fmla="*/ 2147483647 w 168"/>
                <a:gd name="T77" fmla="*/ 2147483647 h 280"/>
                <a:gd name="T78" fmla="*/ 2147483647 w 168"/>
                <a:gd name="T79" fmla="*/ 2147483647 h 280"/>
                <a:gd name="T80" fmla="*/ 2147483647 w 168"/>
                <a:gd name="T81" fmla="*/ 2147483647 h 280"/>
                <a:gd name="T82" fmla="*/ 2147483647 w 168"/>
                <a:gd name="T83" fmla="*/ 2147483647 h 280"/>
                <a:gd name="T84" fmla="*/ 2147483647 w 168"/>
                <a:gd name="T85" fmla="*/ 2147483647 h 280"/>
                <a:gd name="T86" fmla="*/ 2147483647 w 168"/>
                <a:gd name="T87" fmla="*/ 2147483647 h 280"/>
                <a:gd name="T88" fmla="*/ 2147483647 w 168"/>
                <a:gd name="T89" fmla="*/ 2147483647 h 280"/>
                <a:gd name="T90" fmla="*/ 2147483647 w 168"/>
                <a:gd name="T91" fmla="*/ 2147483647 h 280"/>
                <a:gd name="T92" fmla="*/ 2147483647 w 168"/>
                <a:gd name="T93" fmla="*/ 2147483647 h 280"/>
                <a:gd name="T94" fmla="*/ 2147483647 w 168"/>
                <a:gd name="T95" fmla="*/ 2147483647 h 280"/>
                <a:gd name="T96" fmla="*/ 2147483647 w 168"/>
                <a:gd name="T97" fmla="*/ 2147483647 h 280"/>
                <a:gd name="T98" fmla="*/ 2147483647 w 168"/>
                <a:gd name="T99" fmla="*/ 2147483647 h 280"/>
                <a:gd name="T100" fmla="*/ 2147483647 w 168"/>
                <a:gd name="T101" fmla="*/ 2147483647 h 280"/>
                <a:gd name="T102" fmla="*/ 2147483647 w 168"/>
                <a:gd name="T103" fmla="*/ 2147483647 h 280"/>
                <a:gd name="T104" fmla="*/ 2147483647 w 168"/>
                <a:gd name="T105" fmla="*/ 0 h 280"/>
                <a:gd name="T106" fmla="*/ 2147483647 w 168"/>
                <a:gd name="T107" fmla="*/ 0 h 280"/>
                <a:gd name="T108" fmla="*/ 2147483647 w 168"/>
                <a:gd name="T109" fmla="*/ 2147483647 h 280"/>
                <a:gd name="T110" fmla="*/ 2147483647 w 168"/>
                <a:gd name="T111" fmla="*/ 0 h 280"/>
                <a:gd name="T112" fmla="*/ 2147483647 w 168"/>
                <a:gd name="T113" fmla="*/ 2147483647 h 28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68"/>
                <a:gd name="T172" fmla="*/ 0 h 280"/>
                <a:gd name="T173" fmla="*/ 168 w 168"/>
                <a:gd name="T174" fmla="*/ 280 h 28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68" h="280">
                  <a:moveTo>
                    <a:pt x="104" y="24"/>
                  </a:moveTo>
                  <a:lnTo>
                    <a:pt x="88" y="56"/>
                  </a:lnTo>
                  <a:lnTo>
                    <a:pt x="80" y="80"/>
                  </a:lnTo>
                  <a:lnTo>
                    <a:pt x="88" y="104"/>
                  </a:lnTo>
                  <a:lnTo>
                    <a:pt x="88" y="128"/>
                  </a:lnTo>
                  <a:lnTo>
                    <a:pt x="96" y="152"/>
                  </a:lnTo>
                  <a:lnTo>
                    <a:pt x="88" y="160"/>
                  </a:lnTo>
                  <a:lnTo>
                    <a:pt x="80" y="184"/>
                  </a:lnTo>
                  <a:lnTo>
                    <a:pt x="80" y="192"/>
                  </a:lnTo>
                  <a:lnTo>
                    <a:pt x="88" y="208"/>
                  </a:lnTo>
                  <a:lnTo>
                    <a:pt x="88" y="216"/>
                  </a:lnTo>
                  <a:lnTo>
                    <a:pt x="64" y="208"/>
                  </a:lnTo>
                  <a:lnTo>
                    <a:pt x="40" y="192"/>
                  </a:lnTo>
                  <a:lnTo>
                    <a:pt x="24" y="192"/>
                  </a:lnTo>
                  <a:lnTo>
                    <a:pt x="24" y="208"/>
                  </a:lnTo>
                  <a:lnTo>
                    <a:pt x="0" y="216"/>
                  </a:lnTo>
                  <a:lnTo>
                    <a:pt x="0" y="256"/>
                  </a:lnTo>
                  <a:lnTo>
                    <a:pt x="8" y="272"/>
                  </a:lnTo>
                  <a:lnTo>
                    <a:pt x="24" y="272"/>
                  </a:lnTo>
                  <a:lnTo>
                    <a:pt x="32" y="280"/>
                  </a:lnTo>
                  <a:lnTo>
                    <a:pt x="24" y="280"/>
                  </a:lnTo>
                  <a:lnTo>
                    <a:pt x="32" y="280"/>
                  </a:lnTo>
                  <a:lnTo>
                    <a:pt x="40" y="280"/>
                  </a:lnTo>
                  <a:lnTo>
                    <a:pt x="56" y="280"/>
                  </a:lnTo>
                  <a:lnTo>
                    <a:pt x="72" y="272"/>
                  </a:lnTo>
                  <a:lnTo>
                    <a:pt x="88" y="256"/>
                  </a:lnTo>
                  <a:lnTo>
                    <a:pt x="96" y="248"/>
                  </a:lnTo>
                  <a:lnTo>
                    <a:pt x="128" y="232"/>
                  </a:lnTo>
                  <a:lnTo>
                    <a:pt x="144" y="240"/>
                  </a:lnTo>
                  <a:lnTo>
                    <a:pt x="152" y="248"/>
                  </a:lnTo>
                  <a:lnTo>
                    <a:pt x="160" y="256"/>
                  </a:lnTo>
                  <a:lnTo>
                    <a:pt x="168" y="248"/>
                  </a:lnTo>
                  <a:lnTo>
                    <a:pt x="168" y="240"/>
                  </a:lnTo>
                  <a:lnTo>
                    <a:pt x="160" y="216"/>
                  </a:lnTo>
                  <a:lnTo>
                    <a:pt x="160" y="200"/>
                  </a:lnTo>
                  <a:lnTo>
                    <a:pt x="152" y="176"/>
                  </a:lnTo>
                  <a:lnTo>
                    <a:pt x="152" y="168"/>
                  </a:lnTo>
                  <a:lnTo>
                    <a:pt x="128" y="168"/>
                  </a:lnTo>
                  <a:lnTo>
                    <a:pt x="112" y="160"/>
                  </a:lnTo>
                  <a:lnTo>
                    <a:pt x="104" y="136"/>
                  </a:lnTo>
                  <a:lnTo>
                    <a:pt x="96" y="104"/>
                  </a:lnTo>
                  <a:lnTo>
                    <a:pt x="104" y="96"/>
                  </a:lnTo>
                  <a:lnTo>
                    <a:pt x="96" y="64"/>
                  </a:lnTo>
                  <a:lnTo>
                    <a:pt x="120" y="64"/>
                  </a:lnTo>
                  <a:lnTo>
                    <a:pt x="128" y="80"/>
                  </a:lnTo>
                  <a:lnTo>
                    <a:pt x="144" y="80"/>
                  </a:lnTo>
                  <a:lnTo>
                    <a:pt x="144" y="72"/>
                  </a:lnTo>
                  <a:lnTo>
                    <a:pt x="144" y="64"/>
                  </a:lnTo>
                  <a:lnTo>
                    <a:pt x="152" y="64"/>
                  </a:lnTo>
                  <a:lnTo>
                    <a:pt x="144" y="40"/>
                  </a:lnTo>
                  <a:lnTo>
                    <a:pt x="152" y="24"/>
                  </a:lnTo>
                  <a:lnTo>
                    <a:pt x="152" y="8"/>
                  </a:lnTo>
                  <a:lnTo>
                    <a:pt x="144" y="0"/>
                  </a:lnTo>
                  <a:lnTo>
                    <a:pt x="136" y="0"/>
                  </a:lnTo>
                  <a:lnTo>
                    <a:pt x="112" y="8"/>
                  </a:lnTo>
                  <a:lnTo>
                    <a:pt x="104" y="0"/>
                  </a:lnTo>
                  <a:lnTo>
                    <a:pt x="104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8" name="Freeform 749"/>
            <p:cNvSpPr/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  <a:lnTo>
                    <a:pt x="72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09" name="Freeform 750"/>
            <p:cNvSpPr/>
            <p:nvPr/>
          </p:nvSpPr>
          <p:spPr bwMode="auto">
            <a:xfrm>
              <a:off x="4797355" y="3883183"/>
              <a:ext cx="160106" cy="161203"/>
            </a:xfrm>
            <a:custGeom>
              <a:avLst/>
              <a:gdLst>
                <a:gd name="T0" fmla="*/ 2147483647 w 120"/>
                <a:gd name="T1" fmla="*/ 2147483647 h 120"/>
                <a:gd name="T2" fmla="*/ 2147483647 w 120"/>
                <a:gd name="T3" fmla="*/ 2147483647 h 120"/>
                <a:gd name="T4" fmla="*/ 2147483647 w 120"/>
                <a:gd name="T5" fmla="*/ 2147483647 h 120"/>
                <a:gd name="T6" fmla="*/ 2147483647 w 120"/>
                <a:gd name="T7" fmla="*/ 0 h 120"/>
                <a:gd name="T8" fmla="*/ 2147483647 w 120"/>
                <a:gd name="T9" fmla="*/ 0 h 120"/>
                <a:gd name="T10" fmla="*/ 2147483647 w 120"/>
                <a:gd name="T11" fmla="*/ 2147483647 h 120"/>
                <a:gd name="T12" fmla="*/ 2147483647 w 120"/>
                <a:gd name="T13" fmla="*/ 0 h 120"/>
                <a:gd name="T14" fmla="*/ 2147483647 w 120"/>
                <a:gd name="T15" fmla="*/ 0 h 120"/>
                <a:gd name="T16" fmla="*/ 2147483647 w 120"/>
                <a:gd name="T17" fmla="*/ 0 h 120"/>
                <a:gd name="T18" fmla="*/ 2147483647 w 120"/>
                <a:gd name="T19" fmla="*/ 2147483647 h 120"/>
                <a:gd name="T20" fmla="*/ 2147483647 w 120"/>
                <a:gd name="T21" fmla="*/ 2147483647 h 120"/>
                <a:gd name="T22" fmla="*/ 0 w 120"/>
                <a:gd name="T23" fmla="*/ 2147483647 h 120"/>
                <a:gd name="T24" fmla="*/ 0 w 120"/>
                <a:gd name="T25" fmla="*/ 2147483647 h 120"/>
                <a:gd name="T26" fmla="*/ 2147483647 w 120"/>
                <a:gd name="T27" fmla="*/ 2147483647 h 120"/>
                <a:gd name="T28" fmla="*/ 2147483647 w 120"/>
                <a:gd name="T29" fmla="*/ 2147483647 h 120"/>
                <a:gd name="T30" fmla="*/ 2147483647 w 120"/>
                <a:gd name="T31" fmla="*/ 2147483647 h 120"/>
                <a:gd name="T32" fmla="*/ 2147483647 w 120"/>
                <a:gd name="T33" fmla="*/ 2147483647 h 120"/>
                <a:gd name="T34" fmla="*/ 2147483647 w 120"/>
                <a:gd name="T35" fmla="*/ 2147483647 h 120"/>
                <a:gd name="T36" fmla="*/ 2147483647 w 120"/>
                <a:gd name="T37" fmla="*/ 2147483647 h 120"/>
                <a:gd name="T38" fmla="*/ 2147483647 w 120"/>
                <a:gd name="T39" fmla="*/ 2147483647 h 120"/>
                <a:gd name="T40" fmla="*/ 2147483647 w 120"/>
                <a:gd name="T41" fmla="*/ 2147483647 h 120"/>
                <a:gd name="T42" fmla="*/ 2147483647 w 120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0"/>
                <a:gd name="T67" fmla="*/ 0 h 120"/>
                <a:gd name="T68" fmla="*/ 120 w 120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0" h="120">
                  <a:moveTo>
                    <a:pt x="96" y="32"/>
                  </a:moveTo>
                  <a:lnTo>
                    <a:pt x="88" y="32"/>
                  </a:lnTo>
                  <a:lnTo>
                    <a:pt x="80" y="16"/>
                  </a:lnTo>
                  <a:lnTo>
                    <a:pt x="72" y="0"/>
                  </a:lnTo>
                  <a:lnTo>
                    <a:pt x="64" y="0"/>
                  </a:lnTo>
                  <a:lnTo>
                    <a:pt x="56" y="8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16" y="8"/>
                  </a:lnTo>
                  <a:lnTo>
                    <a:pt x="8" y="56"/>
                  </a:lnTo>
                  <a:lnTo>
                    <a:pt x="0" y="56"/>
                  </a:lnTo>
                  <a:lnTo>
                    <a:pt x="0" y="96"/>
                  </a:lnTo>
                  <a:lnTo>
                    <a:pt x="8" y="112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48" y="104"/>
                  </a:lnTo>
                  <a:lnTo>
                    <a:pt x="64" y="104"/>
                  </a:lnTo>
                  <a:lnTo>
                    <a:pt x="96" y="80"/>
                  </a:lnTo>
                  <a:lnTo>
                    <a:pt x="120" y="56"/>
                  </a:lnTo>
                  <a:lnTo>
                    <a:pt x="104" y="48"/>
                  </a:lnTo>
                  <a:lnTo>
                    <a:pt x="96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0" name="Freeform 751"/>
            <p:cNvSpPr/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1" name="Freeform 752"/>
            <p:cNvSpPr/>
            <p:nvPr/>
          </p:nvSpPr>
          <p:spPr bwMode="auto">
            <a:xfrm>
              <a:off x="4386124" y="3315136"/>
              <a:ext cx="128304" cy="96502"/>
            </a:xfrm>
            <a:custGeom>
              <a:avLst/>
              <a:gdLst>
                <a:gd name="T0" fmla="*/ 2147483647 w 96"/>
                <a:gd name="T1" fmla="*/ 2147483647 h 72"/>
                <a:gd name="T2" fmla="*/ 2147483647 w 96"/>
                <a:gd name="T3" fmla="*/ 2147483647 h 72"/>
                <a:gd name="T4" fmla="*/ 2147483647 w 96"/>
                <a:gd name="T5" fmla="*/ 2147483647 h 72"/>
                <a:gd name="T6" fmla="*/ 2147483647 w 96"/>
                <a:gd name="T7" fmla="*/ 2147483647 h 72"/>
                <a:gd name="T8" fmla="*/ 2147483647 w 96"/>
                <a:gd name="T9" fmla="*/ 2147483647 h 72"/>
                <a:gd name="T10" fmla="*/ 2147483647 w 96"/>
                <a:gd name="T11" fmla="*/ 2147483647 h 72"/>
                <a:gd name="T12" fmla="*/ 2147483647 w 96"/>
                <a:gd name="T13" fmla="*/ 0 h 72"/>
                <a:gd name="T14" fmla="*/ 2147483647 w 96"/>
                <a:gd name="T15" fmla="*/ 0 h 72"/>
                <a:gd name="T16" fmla="*/ 2147483647 w 96"/>
                <a:gd name="T17" fmla="*/ 2147483647 h 72"/>
                <a:gd name="T18" fmla="*/ 2147483647 w 96"/>
                <a:gd name="T19" fmla="*/ 2147483647 h 72"/>
                <a:gd name="T20" fmla="*/ 0 w 96"/>
                <a:gd name="T21" fmla="*/ 2147483647 h 72"/>
                <a:gd name="T22" fmla="*/ 0 w 96"/>
                <a:gd name="T23" fmla="*/ 2147483647 h 72"/>
                <a:gd name="T24" fmla="*/ 0 w 96"/>
                <a:gd name="T25" fmla="*/ 2147483647 h 72"/>
                <a:gd name="T26" fmla="*/ 0 w 96"/>
                <a:gd name="T27" fmla="*/ 2147483647 h 72"/>
                <a:gd name="T28" fmla="*/ 2147483647 w 96"/>
                <a:gd name="T29" fmla="*/ 2147483647 h 72"/>
                <a:gd name="T30" fmla="*/ 2147483647 w 96"/>
                <a:gd name="T31" fmla="*/ 2147483647 h 72"/>
                <a:gd name="T32" fmla="*/ 2147483647 w 96"/>
                <a:gd name="T33" fmla="*/ 2147483647 h 72"/>
                <a:gd name="T34" fmla="*/ 2147483647 w 96"/>
                <a:gd name="T35" fmla="*/ 2147483647 h 72"/>
                <a:gd name="T36" fmla="*/ 2147483647 w 96"/>
                <a:gd name="T37" fmla="*/ 2147483647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72"/>
                <a:gd name="T59" fmla="*/ 96 w 96"/>
                <a:gd name="T60" fmla="*/ 72 h 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72">
                  <a:moveTo>
                    <a:pt x="72" y="56"/>
                  </a:moveTo>
                  <a:lnTo>
                    <a:pt x="80" y="56"/>
                  </a:lnTo>
                  <a:lnTo>
                    <a:pt x="88" y="40"/>
                  </a:lnTo>
                  <a:lnTo>
                    <a:pt x="96" y="32"/>
                  </a:lnTo>
                  <a:lnTo>
                    <a:pt x="88" y="32"/>
                  </a:lnTo>
                  <a:lnTo>
                    <a:pt x="72" y="16"/>
                  </a:lnTo>
                  <a:lnTo>
                    <a:pt x="64" y="0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16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64" y="56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2" name="Freeform 753"/>
            <p:cNvSpPr/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2147483647 w 8"/>
                <a:gd name="T3" fmla="*/ 0 h 1943"/>
                <a:gd name="T4" fmla="*/ 0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3" name="Freeform 754"/>
            <p:cNvSpPr/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4" name="Freeform 755"/>
            <p:cNvSpPr/>
            <p:nvPr/>
          </p:nvSpPr>
          <p:spPr bwMode="auto">
            <a:xfrm>
              <a:off x="4471660" y="3389706"/>
              <a:ext cx="10966" cy="1097"/>
            </a:xfrm>
            <a:custGeom>
              <a:avLst/>
              <a:gdLst>
                <a:gd name="T0" fmla="*/ 0 w 8"/>
                <a:gd name="T1" fmla="*/ 0 h 1943"/>
                <a:gd name="T2" fmla="*/ 0 w 8"/>
                <a:gd name="T3" fmla="*/ 0 h 1943"/>
                <a:gd name="T4" fmla="*/ 2147483647 w 8"/>
                <a:gd name="T5" fmla="*/ 0 h 1943"/>
                <a:gd name="T6" fmla="*/ 0 60000 65536"/>
                <a:gd name="T7" fmla="*/ 0 60000 65536"/>
                <a:gd name="T8" fmla="*/ 0 60000 65536"/>
                <a:gd name="T9" fmla="*/ 0 w 8"/>
                <a:gd name="T10" fmla="*/ 0 h 1943"/>
                <a:gd name="T11" fmla="*/ 8 w 8"/>
                <a:gd name="T12" fmla="*/ 1943 h 19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" h="1943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5" name="Freeform 756"/>
            <p:cNvSpPr/>
            <p:nvPr/>
          </p:nvSpPr>
          <p:spPr bwMode="auto">
            <a:xfrm>
              <a:off x="4417925" y="3389706"/>
              <a:ext cx="64701" cy="96502"/>
            </a:xfrm>
            <a:custGeom>
              <a:avLst/>
              <a:gdLst>
                <a:gd name="T0" fmla="*/ 2147483647 w 48"/>
                <a:gd name="T1" fmla="*/ 2147483647 h 72"/>
                <a:gd name="T2" fmla="*/ 2147483647 w 48"/>
                <a:gd name="T3" fmla="*/ 0 h 72"/>
                <a:gd name="T4" fmla="*/ 2147483647 w 48"/>
                <a:gd name="T5" fmla="*/ 0 h 72"/>
                <a:gd name="T6" fmla="*/ 0 w 48"/>
                <a:gd name="T7" fmla="*/ 0 h 72"/>
                <a:gd name="T8" fmla="*/ 0 w 48"/>
                <a:gd name="T9" fmla="*/ 2147483647 h 72"/>
                <a:gd name="T10" fmla="*/ 2147483647 w 48"/>
                <a:gd name="T11" fmla="*/ 2147483647 h 72"/>
                <a:gd name="T12" fmla="*/ 0 w 48"/>
                <a:gd name="T13" fmla="*/ 2147483647 h 72"/>
                <a:gd name="T14" fmla="*/ 0 w 48"/>
                <a:gd name="T15" fmla="*/ 2147483647 h 72"/>
                <a:gd name="T16" fmla="*/ 0 w 48"/>
                <a:gd name="T17" fmla="*/ 2147483647 h 72"/>
                <a:gd name="T18" fmla="*/ 2147483647 w 48"/>
                <a:gd name="T19" fmla="*/ 2147483647 h 72"/>
                <a:gd name="T20" fmla="*/ 2147483647 w 48"/>
                <a:gd name="T21" fmla="*/ 2147483647 h 72"/>
                <a:gd name="T22" fmla="*/ 2147483647 w 48"/>
                <a:gd name="T23" fmla="*/ 2147483647 h 72"/>
                <a:gd name="T24" fmla="*/ 2147483647 w 48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8"/>
                <a:gd name="T40" fmla="*/ 0 h 72"/>
                <a:gd name="T41" fmla="*/ 48 w 48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8" h="72">
                  <a:moveTo>
                    <a:pt x="40" y="8"/>
                  </a:moveTo>
                  <a:lnTo>
                    <a:pt x="40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0" y="48"/>
                  </a:lnTo>
                  <a:lnTo>
                    <a:pt x="0" y="56"/>
                  </a:lnTo>
                  <a:lnTo>
                    <a:pt x="0" y="72"/>
                  </a:lnTo>
                  <a:lnTo>
                    <a:pt x="24" y="72"/>
                  </a:lnTo>
                  <a:lnTo>
                    <a:pt x="48" y="64"/>
                  </a:lnTo>
                  <a:lnTo>
                    <a:pt x="40" y="24"/>
                  </a:lnTo>
                  <a:lnTo>
                    <a:pt x="40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6" name="Freeform 757"/>
            <p:cNvSpPr/>
            <p:nvPr/>
          </p:nvSpPr>
          <p:spPr bwMode="auto">
            <a:xfrm>
              <a:off x="4514428" y="3325006"/>
              <a:ext cx="205068" cy="183135"/>
            </a:xfrm>
            <a:custGeom>
              <a:avLst/>
              <a:gdLst>
                <a:gd name="T0" fmla="*/ 2147483647 w 153"/>
                <a:gd name="T1" fmla="*/ 2147483647 h 136"/>
                <a:gd name="T2" fmla="*/ 2147483647 w 153"/>
                <a:gd name="T3" fmla="*/ 2147483647 h 136"/>
                <a:gd name="T4" fmla="*/ 2147483647 w 153"/>
                <a:gd name="T5" fmla="*/ 2147483647 h 136"/>
                <a:gd name="T6" fmla="*/ 2147483647 w 153"/>
                <a:gd name="T7" fmla="*/ 2147483647 h 136"/>
                <a:gd name="T8" fmla="*/ 2147483647 w 153"/>
                <a:gd name="T9" fmla="*/ 2147483647 h 136"/>
                <a:gd name="T10" fmla="*/ 2147483647 w 153"/>
                <a:gd name="T11" fmla="*/ 2147483647 h 136"/>
                <a:gd name="T12" fmla="*/ 2147483647 w 153"/>
                <a:gd name="T13" fmla="*/ 2147483647 h 136"/>
                <a:gd name="T14" fmla="*/ 2147483647 w 153"/>
                <a:gd name="T15" fmla="*/ 2147483647 h 136"/>
                <a:gd name="T16" fmla="*/ 2147483647 w 153"/>
                <a:gd name="T17" fmla="*/ 0 h 136"/>
                <a:gd name="T18" fmla="*/ 2147483647 w 153"/>
                <a:gd name="T19" fmla="*/ 2147483647 h 136"/>
                <a:gd name="T20" fmla="*/ 2147483647 w 153"/>
                <a:gd name="T21" fmla="*/ 2147483647 h 136"/>
                <a:gd name="T22" fmla="*/ 2147483647 w 153"/>
                <a:gd name="T23" fmla="*/ 2147483647 h 136"/>
                <a:gd name="T24" fmla="*/ 2147483647 w 153"/>
                <a:gd name="T25" fmla="*/ 2147483647 h 136"/>
                <a:gd name="T26" fmla="*/ 2147483647 w 153"/>
                <a:gd name="T27" fmla="*/ 2147483647 h 136"/>
                <a:gd name="T28" fmla="*/ 2147483647 w 153"/>
                <a:gd name="T29" fmla="*/ 2147483647 h 136"/>
                <a:gd name="T30" fmla="*/ 2147483647 w 153"/>
                <a:gd name="T31" fmla="*/ 2147483647 h 136"/>
                <a:gd name="T32" fmla="*/ 2147483647 w 153"/>
                <a:gd name="T33" fmla="*/ 2147483647 h 136"/>
                <a:gd name="T34" fmla="*/ 2147483647 w 153"/>
                <a:gd name="T35" fmla="*/ 2147483647 h 136"/>
                <a:gd name="T36" fmla="*/ 0 w 153"/>
                <a:gd name="T37" fmla="*/ 2147483647 h 136"/>
                <a:gd name="T38" fmla="*/ 0 w 153"/>
                <a:gd name="T39" fmla="*/ 2147483647 h 136"/>
                <a:gd name="T40" fmla="*/ 2147483647 w 153"/>
                <a:gd name="T41" fmla="*/ 2147483647 h 136"/>
                <a:gd name="T42" fmla="*/ 2147483647 w 153"/>
                <a:gd name="T43" fmla="*/ 2147483647 h 136"/>
                <a:gd name="T44" fmla="*/ 2147483647 w 153"/>
                <a:gd name="T45" fmla="*/ 2147483647 h 136"/>
                <a:gd name="T46" fmla="*/ 2147483647 w 153"/>
                <a:gd name="T47" fmla="*/ 2147483647 h 136"/>
                <a:gd name="T48" fmla="*/ 2147483647 w 153"/>
                <a:gd name="T49" fmla="*/ 2147483647 h 136"/>
                <a:gd name="T50" fmla="*/ 2147483647 w 153"/>
                <a:gd name="T51" fmla="*/ 2147483647 h 1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53"/>
                <a:gd name="T79" fmla="*/ 0 h 136"/>
                <a:gd name="T80" fmla="*/ 153 w 153"/>
                <a:gd name="T81" fmla="*/ 136 h 1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53" h="136">
                  <a:moveTo>
                    <a:pt x="81" y="96"/>
                  </a:moveTo>
                  <a:lnTo>
                    <a:pt x="105" y="104"/>
                  </a:lnTo>
                  <a:lnTo>
                    <a:pt x="121" y="80"/>
                  </a:lnTo>
                  <a:lnTo>
                    <a:pt x="137" y="48"/>
                  </a:lnTo>
                  <a:lnTo>
                    <a:pt x="137" y="32"/>
                  </a:lnTo>
                  <a:lnTo>
                    <a:pt x="153" y="32"/>
                  </a:lnTo>
                  <a:lnTo>
                    <a:pt x="153" y="16"/>
                  </a:lnTo>
                  <a:lnTo>
                    <a:pt x="145" y="16"/>
                  </a:lnTo>
                  <a:lnTo>
                    <a:pt x="137" y="0"/>
                  </a:lnTo>
                  <a:lnTo>
                    <a:pt x="121" y="16"/>
                  </a:lnTo>
                  <a:lnTo>
                    <a:pt x="97" y="16"/>
                  </a:lnTo>
                  <a:lnTo>
                    <a:pt x="73" y="16"/>
                  </a:lnTo>
                  <a:lnTo>
                    <a:pt x="57" y="24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32" y="128"/>
                  </a:lnTo>
                  <a:lnTo>
                    <a:pt x="49" y="128"/>
                  </a:lnTo>
                  <a:lnTo>
                    <a:pt x="65" y="136"/>
                  </a:lnTo>
                  <a:lnTo>
                    <a:pt x="73" y="112"/>
                  </a:lnTo>
                  <a:lnTo>
                    <a:pt x="81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7" name="Freeform 758"/>
            <p:cNvSpPr/>
            <p:nvPr/>
          </p:nvSpPr>
          <p:spPr bwMode="auto">
            <a:xfrm>
              <a:off x="4719495" y="3389706"/>
              <a:ext cx="214937" cy="129401"/>
            </a:xfrm>
            <a:custGeom>
              <a:avLst/>
              <a:gdLst>
                <a:gd name="T0" fmla="*/ 2147483647 w 160"/>
                <a:gd name="T1" fmla="*/ 2147483647 h 96"/>
                <a:gd name="T2" fmla="*/ 2147483647 w 160"/>
                <a:gd name="T3" fmla="*/ 2147483647 h 96"/>
                <a:gd name="T4" fmla="*/ 2147483647 w 160"/>
                <a:gd name="T5" fmla="*/ 2147483647 h 96"/>
                <a:gd name="T6" fmla="*/ 2147483647 w 160"/>
                <a:gd name="T7" fmla="*/ 2147483647 h 96"/>
                <a:gd name="T8" fmla="*/ 0 w 160"/>
                <a:gd name="T9" fmla="*/ 2147483647 h 96"/>
                <a:gd name="T10" fmla="*/ 2147483647 w 160"/>
                <a:gd name="T11" fmla="*/ 2147483647 h 96"/>
                <a:gd name="T12" fmla="*/ 2147483647 w 160"/>
                <a:gd name="T13" fmla="*/ 2147483647 h 96"/>
                <a:gd name="T14" fmla="*/ 2147483647 w 160"/>
                <a:gd name="T15" fmla="*/ 2147483647 h 96"/>
                <a:gd name="T16" fmla="*/ 2147483647 w 160"/>
                <a:gd name="T17" fmla="*/ 2147483647 h 96"/>
                <a:gd name="T18" fmla="*/ 2147483647 w 160"/>
                <a:gd name="T19" fmla="*/ 2147483647 h 96"/>
                <a:gd name="T20" fmla="*/ 2147483647 w 160"/>
                <a:gd name="T21" fmla="*/ 2147483647 h 96"/>
                <a:gd name="T22" fmla="*/ 2147483647 w 160"/>
                <a:gd name="T23" fmla="*/ 2147483647 h 96"/>
                <a:gd name="T24" fmla="*/ 2147483647 w 160"/>
                <a:gd name="T25" fmla="*/ 2147483647 h 96"/>
                <a:gd name="T26" fmla="*/ 2147483647 w 160"/>
                <a:gd name="T27" fmla="*/ 2147483647 h 96"/>
                <a:gd name="T28" fmla="*/ 2147483647 w 160"/>
                <a:gd name="T29" fmla="*/ 2147483647 h 96"/>
                <a:gd name="T30" fmla="*/ 2147483647 w 160"/>
                <a:gd name="T31" fmla="*/ 2147483647 h 96"/>
                <a:gd name="T32" fmla="*/ 2147483647 w 160"/>
                <a:gd name="T33" fmla="*/ 2147483647 h 96"/>
                <a:gd name="T34" fmla="*/ 2147483647 w 160"/>
                <a:gd name="T35" fmla="*/ 2147483647 h 96"/>
                <a:gd name="T36" fmla="*/ 2147483647 w 160"/>
                <a:gd name="T37" fmla="*/ 0 h 96"/>
                <a:gd name="T38" fmla="*/ 2147483647 w 160"/>
                <a:gd name="T39" fmla="*/ 2147483647 h 96"/>
                <a:gd name="T40" fmla="*/ 2147483647 w 160"/>
                <a:gd name="T41" fmla="*/ 2147483647 h 9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60"/>
                <a:gd name="T64" fmla="*/ 0 h 96"/>
                <a:gd name="T65" fmla="*/ 160 w 160"/>
                <a:gd name="T66" fmla="*/ 96 h 9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60" h="96">
                  <a:moveTo>
                    <a:pt x="48" y="24"/>
                  </a:moveTo>
                  <a:lnTo>
                    <a:pt x="48" y="32"/>
                  </a:lnTo>
                  <a:lnTo>
                    <a:pt x="24" y="40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24" y="88"/>
                  </a:lnTo>
                  <a:lnTo>
                    <a:pt x="40" y="88"/>
                  </a:lnTo>
                  <a:lnTo>
                    <a:pt x="48" y="96"/>
                  </a:lnTo>
                  <a:lnTo>
                    <a:pt x="48" y="80"/>
                  </a:lnTo>
                  <a:lnTo>
                    <a:pt x="72" y="72"/>
                  </a:lnTo>
                  <a:lnTo>
                    <a:pt x="96" y="80"/>
                  </a:lnTo>
                  <a:lnTo>
                    <a:pt x="128" y="72"/>
                  </a:lnTo>
                  <a:lnTo>
                    <a:pt x="160" y="72"/>
                  </a:lnTo>
                  <a:lnTo>
                    <a:pt x="136" y="48"/>
                  </a:lnTo>
                  <a:lnTo>
                    <a:pt x="120" y="40"/>
                  </a:lnTo>
                  <a:lnTo>
                    <a:pt x="112" y="16"/>
                  </a:lnTo>
                  <a:lnTo>
                    <a:pt x="104" y="0"/>
                  </a:lnTo>
                  <a:lnTo>
                    <a:pt x="72" y="24"/>
                  </a:lnTo>
                  <a:lnTo>
                    <a:pt x="4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8" name="Freeform 759"/>
            <p:cNvSpPr/>
            <p:nvPr/>
          </p:nvSpPr>
          <p:spPr bwMode="auto">
            <a:xfrm>
              <a:off x="4514428" y="3325006"/>
              <a:ext cx="205068" cy="183135"/>
            </a:xfrm>
            <a:custGeom>
              <a:avLst/>
              <a:gdLst>
                <a:gd name="T0" fmla="*/ 2147483647 w 153"/>
                <a:gd name="T1" fmla="*/ 2147483647 h 136"/>
                <a:gd name="T2" fmla="*/ 2147483647 w 153"/>
                <a:gd name="T3" fmla="*/ 2147483647 h 136"/>
                <a:gd name="T4" fmla="*/ 2147483647 w 153"/>
                <a:gd name="T5" fmla="*/ 2147483647 h 136"/>
                <a:gd name="T6" fmla="*/ 2147483647 w 153"/>
                <a:gd name="T7" fmla="*/ 2147483647 h 136"/>
                <a:gd name="T8" fmla="*/ 2147483647 w 153"/>
                <a:gd name="T9" fmla="*/ 2147483647 h 136"/>
                <a:gd name="T10" fmla="*/ 2147483647 w 153"/>
                <a:gd name="T11" fmla="*/ 2147483647 h 136"/>
                <a:gd name="T12" fmla="*/ 2147483647 w 153"/>
                <a:gd name="T13" fmla="*/ 2147483647 h 136"/>
                <a:gd name="T14" fmla="*/ 2147483647 w 153"/>
                <a:gd name="T15" fmla="*/ 2147483647 h 136"/>
                <a:gd name="T16" fmla="*/ 2147483647 w 153"/>
                <a:gd name="T17" fmla="*/ 0 h 136"/>
                <a:gd name="T18" fmla="*/ 2147483647 w 153"/>
                <a:gd name="T19" fmla="*/ 0 h 136"/>
                <a:gd name="T20" fmla="*/ 2147483647 w 153"/>
                <a:gd name="T21" fmla="*/ 2147483647 h 136"/>
                <a:gd name="T22" fmla="*/ 2147483647 w 153"/>
                <a:gd name="T23" fmla="*/ 2147483647 h 136"/>
                <a:gd name="T24" fmla="*/ 2147483647 w 153"/>
                <a:gd name="T25" fmla="*/ 2147483647 h 136"/>
                <a:gd name="T26" fmla="*/ 2147483647 w 153"/>
                <a:gd name="T27" fmla="*/ 2147483647 h 136"/>
                <a:gd name="T28" fmla="*/ 2147483647 w 153"/>
                <a:gd name="T29" fmla="*/ 2147483647 h 136"/>
                <a:gd name="T30" fmla="*/ 2147483647 w 153"/>
                <a:gd name="T31" fmla="*/ 2147483647 h 136"/>
                <a:gd name="T32" fmla="*/ 2147483647 w 153"/>
                <a:gd name="T33" fmla="*/ 2147483647 h 136"/>
                <a:gd name="T34" fmla="*/ 2147483647 w 153"/>
                <a:gd name="T35" fmla="*/ 2147483647 h 136"/>
                <a:gd name="T36" fmla="*/ 2147483647 w 153"/>
                <a:gd name="T37" fmla="*/ 2147483647 h 136"/>
                <a:gd name="T38" fmla="*/ 0 w 153"/>
                <a:gd name="T39" fmla="*/ 2147483647 h 136"/>
                <a:gd name="T40" fmla="*/ 0 w 153"/>
                <a:gd name="T41" fmla="*/ 2147483647 h 136"/>
                <a:gd name="T42" fmla="*/ 2147483647 w 153"/>
                <a:gd name="T43" fmla="*/ 2147483647 h 136"/>
                <a:gd name="T44" fmla="*/ 2147483647 w 153"/>
                <a:gd name="T45" fmla="*/ 2147483647 h 136"/>
                <a:gd name="T46" fmla="*/ 2147483647 w 153"/>
                <a:gd name="T47" fmla="*/ 2147483647 h 136"/>
                <a:gd name="T48" fmla="*/ 2147483647 w 153"/>
                <a:gd name="T49" fmla="*/ 2147483647 h 136"/>
                <a:gd name="T50" fmla="*/ 2147483647 w 153"/>
                <a:gd name="T51" fmla="*/ 2147483647 h 136"/>
                <a:gd name="T52" fmla="*/ 2147483647 w 153"/>
                <a:gd name="T53" fmla="*/ 2147483647 h 1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3"/>
                <a:gd name="T82" fmla="*/ 0 h 136"/>
                <a:gd name="T83" fmla="*/ 153 w 153"/>
                <a:gd name="T84" fmla="*/ 136 h 1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3" h="136">
                  <a:moveTo>
                    <a:pt x="81" y="96"/>
                  </a:moveTo>
                  <a:lnTo>
                    <a:pt x="105" y="104"/>
                  </a:lnTo>
                  <a:lnTo>
                    <a:pt x="121" y="80"/>
                  </a:lnTo>
                  <a:lnTo>
                    <a:pt x="137" y="48"/>
                  </a:lnTo>
                  <a:lnTo>
                    <a:pt x="137" y="32"/>
                  </a:lnTo>
                  <a:lnTo>
                    <a:pt x="153" y="32"/>
                  </a:lnTo>
                  <a:lnTo>
                    <a:pt x="153" y="16"/>
                  </a:lnTo>
                  <a:lnTo>
                    <a:pt x="145" y="16"/>
                  </a:lnTo>
                  <a:lnTo>
                    <a:pt x="137" y="0"/>
                  </a:lnTo>
                  <a:lnTo>
                    <a:pt x="121" y="16"/>
                  </a:lnTo>
                  <a:lnTo>
                    <a:pt x="97" y="16"/>
                  </a:lnTo>
                  <a:lnTo>
                    <a:pt x="73" y="16"/>
                  </a:lnTo>
                  <a:lnTo>
                    <a:pt x="57" y="24"/>
                  </a:lnTo>
                  <a:lnTo>
                    <a:pt x="32" y="16"/>
                  </a:lnTo>
                  <a:lnTo>
                    <a:pt x="16" y="16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8" y="56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32" y="128"/>
                  </a:lnTo>
                  <a:lnTo>
                    <a:pt x="49" y="128"/>
                  </a:lnTo>
                  <a:lnTo>
                    <a:pt x="65" y="136"/>
                  </a:lnTo>
                  <a:lnTo>
                    <a:pt x="73" y="112"/>
                  </a:lnTo>
                  <a:lnTo>
                    <a:pt x="81" y="9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19" name="Freeform 760"/>
            <p:cNvSpPr/>
            <p:nvPr/>
          </p:nvSpPr>
          <p:spPr bwMode="auto">
            <a:xfrm>
              <a:off x="4719495" y="3389706"/>
              <a:ext cx="214937" cy="129401"/>
            </a:xfrm>
            <a:custGeom>
              <a:avLst/>
              <a:gdLst>
                <a:gd name="T0" fmla="*/ 2147483647 w 160"/>
                <a:gd name="T1" fmla="*/ 2147483647 h 96"/>
                <a:gd name="T2" fmla="*/ 2147483647 w 160"/>
                <a:gd name="T3" fmla="*/ 2147483647 h 96"/>
                <a:gd name="T4" fmla="*/ 2147483647 w 160"/>
                <a:gd name="T5" fmla="*/ 2147483647 h 96"/>
                <a:gd name="T6" fmla="*/ 2147483647 w 160"/>
                <a:gd name="T7" fmla="*/ 2147483647 h 96"/>
                <a:gd name="T8" fmla="*/ 0 w 160"/>
                <a:gd name="T9" fmla="*/ 2147483647 h 96"/>
                <a:gd name="T10" fmla="*/ 2147483647 w 160"/>
                <a:gd name="T11" fmla="*/ 2147483647 h 96"/>
                <a:gd name="T12" fmla="*/ 2147483647 w 160"/>
                <a:gd name="T13" fmla="*/ 2147483647 h 96"/>
                <a:gd name="T14" fmla="*/ 2147483647 w 160"/>
                <a:gd name="T15" fmla="*/ 2147483647 h 96"/>
                <a:gd name="T16" fmla="*/ 2147483647 w 160"/>
                <a:gd name="T17" fmla="*/ 2147483647 h 96"/>
                <a:gd name="T18" fmla="*/ 2147483647 w 160"/>
                <a:gd name="T19" fmla="*/ 2147483647 h 96"/>
                <a:gd name="T20" fmla="*/ 2147483647 w 160"/>
                <a:gd name="T21" fmla="*/ 2147483647 h 96"/>
                <a:gd name="T22" fmla="*/ 2147483647 w 160"/>
                <a:gd name="T23" fmla="*/ 2147483647 h 96"/>
                <a:gd name="T24" fmla="*/ 2147483647 w 160"/>
                <a:gd name="T25" fmla="*/ 2147483647 h 96"/>
                <a:gd name="T26" fmla="*/ 2147483647 w 160"/>
                <a:gd name="T27" fmla="*/ 2147483647 h 96"/>
                <a:gd name="T28" fmla="*/ 2147483647 w 160"/>
                <a:gd name="T29" fmla="*/ 2147483647 h 96"/>
                <a:gd name="T30" fmla="*/ 2147483647 w 160"/>
                <a:gd name="T31" fmla="*/ 2147483647 h 96"/>
                <a:gd name="T32" fmla="*/ 2147483647 w 160"/>
                <a:gd name="T33" fmla="*/ 2147483647 h 96"/>
                <a:gd name="T34" fmla="*/ 2147483647 w 160"/>
                <a:gd name="T35" fmla="*/ 2147483647 h 96"/>
                <a:gd name="T36" fmla="*/ 2147483647 w 160"/>
                <a:gd name="T37" fmla="*/ 2147483647 h 96"/>
                <a:gd name="T38" fmla="*/ 2147483647 w 160"/>
                <a:gd name="T39" fmla="*/ 0 h 96"/>
                <a:gd name="T40" fmla="*/ 2147483647 w 160"/>
                <a:gd name="T41" fmla="*/ 2147483647 h 96"/>
                <a:gd name="T42" fmla="*/ 2147483647 w 160"/>
                <a:gd name="T43" fmla="*/ 2147483647 h 9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60"/>
                <a:gd name="T67" fmla="*/ 0 h 96"/>
                <a:gd name="T68" fmla="*/ 160 w 160"/>
                <a:gd name="T69" fmla="*/ 96 h 9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60" h="96">
                  <a:moveTo>
                    <a:pt x="48" y="24"/>
                  </a:moveTo>
                  <a:lnTo>
                    <a:pt x="48" y="32"/>
                  </a:lnTo>
                  <a:lnTo>
                    <a:pt x="24" y="40"/>
                  </a:lnTo>
                  <a:lnTo>
                    <a:pt x="8" y="48"/>
                  </a:lnTo>
                  <a:lnTo>
                    <a:pt x="0" y="72"/>
                  </a:lnTo>
                  <a:lnTo>
                    <a:pt x="8" y="88"/>
                  </a:lnTo>
                  <a:lnTo>
                    <a:pt x="8" y="96"/>
                  </a:lnTo>
                  <a:lnTo>
                    <a:pt x="24" y="88"/>
                  </a:lnTo>
                  <a:lnTo>
                    <a:pt x="40" y="88"/>
                  </a:lnTo>
                  <a:lnTo>
                    <a:pt x="48" y="96"/>
                  </a:lnTo>
                  <a:lnTo>
                    <a:pt x="48" y="80"/>
                  </a:lnTo>
                  <a:lnTo>
                    <a:pt x="72" y="72"/>
                  </a:lnTo>
                  <a:lnTo>
                    <a:pt x="96" y="80"/>
                  </a:lnTo>
                  <a:lnTo>
                    <a:pt x="128" y="72"/>
                  </a:lnTo>
                  <a:lnTo>
                    <a:pt x="160" y="72"/>
                  </a:lnTo>
                  <a:lnTo>
                    <a:pt x="136" y="48"/>
                  </a:lnTo>
                  <a:lnTo>
                    <a:pt x="120" y="40"/>
                  </a:lnTo>
                  <a:lnTo>
                    <a:pt x="112" y="16"/>
                  </a:lnTo>
                  <a:lnTo>
                    <a:pt x="104" y="0"/>
                  </a:lnTo>
                  <a:lnTo>
                    <a:pt x="72" y="24"/>
                  </a:lnTo>
                  <a:lnTo>
                    <a:pt x="48" y="24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0" name="Freeform 761"/>
            <p:cNvSpPr/>
            <p:nvPr/>
          </p:nvSpPr>
          <p:spPr bwMode="auto">
            <a:xfrm>
              <a:off x="4654795" y="3508141"/>
              <a:ext cx="129401" cy="161203"/>
            </a:xfrm>
            <a:custGeom>
              <a:avLst/>
              <a:gdLst>
                <a:gd name="T0" fmla="*/ 2147483647 w 96"/>
                <a:gd name="T1" fmla="*/ 2147483647 h 120"/>
                <a:gd name="T2" fmla="*/ 2147483647 w 96"/>
                <a:gd name="T3" fmla="*/ 2147483647 h 120"/>
                <a:gd name="T4" fmla="*/ 2147483647 w 96"/>
                <a:gd name="T5" fmla="*/ 2147483647 h 120"/>
                <a:gd name="T6" fmla="*/ 2147483647 w 96"/>
                <a:gd name="T7" fmla="*/ 2147483647 h 120"/>
                <a:gd name="T8" fmla="*/ 2147483647 w 96"/>
                <a:gd name="T9" fmla="*/ 2147483647 h 120"/>
                <a:gd name="T10" fmla="*/ 2147483647 w 96"/>
                <a:gd name="T11" fmla="*/ 0 h 120"/>
                <a:gd name="T12" fmla="*/ 2147483647 w 96"/>
                <a:gd name="T13" fmla="*/ 0 h 120"/>
                <a:gd name="T14" fmla="*/ 2147483647 w 96"/>
                <a:gd name="T15" fmla="*/ 2147483647 h 120"/>
                <a:gd name="T16" fmla="*/ 2147483647 w 96"/>
                <a:gd name="T17" fmla="*/ 2147483647 h 120"/>
                <a:gd name="T18" fmla="*/ 2147483647 w 96"/>
                <a:gd name="T19" fmla="*/ 2147483647 h 120"/>
                <a:gd name="T20" fmla="*/ 2147483647 w 96"/>
                <a:gd name="T21" fmla="*/ 2147483647 h 120"/>
                <a:gd name="T22" fmla="*/ 2147483647 w 96"/>
                <a:gd name="T23" fmla="*/ 2147483647 h 120"/>
                <a:gd name="T24" fmla="*/ 2147483647 w 96"/>
                <a:gd name="T25" fmla="*/ 2147483647 h 120"/>
                <a:gd name="T26" fmla="*/ 2147483647 w 96"/>
                <a:gd name="T27" fmla="*/ 2147483647 h 120"/>
                <a:gd name="T28" fmla="*/ 2147483647 w 96"/>
                <a:gd name="T29" fmla="*/ 2147483647 h 120"/>
                <a:gd name="T30" fmla="*/ 2147483647 w 96"/>
                <a:gd name="T31" fmla="*/ 2147483647 h 120"/>
                <a:gd name="T32" fmla="*/ 2147483647 w 96"/>
                <a:gd name="T33" fmla="*/ 2147483647 h 120"/>
                <a:gd name="T34" fmla="*/ 0 w 96"/>
                <a:gd name="T35" fmla="*/ 2147483647 h 120"/>
                <a:gd name="T36" fmla="*/ 2147483647 w 96"/>
                <a:gd name="T37" fmla="*/ 2147483647 h 120"/>
                <a:gd name="T38" fmla="*/ 2147483647 w 96"/>
                <a:gd name="T39" fmla="*/ 2147483647 h 120"/>
                <a:gd name="T40" fmla="*/ 2147483647 w 96"/>
                <a:gd name="T41" fmla="*/ 2147483647 h 120"/>
                <a:gd name="T42" fmla="*/ 2147483647 w 96"/>
                <a:gd name="T43" fmla="*/ 2147483647 h 1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96"/>
                <a:gd name="T67" fmla="*/ 0 h 120"/>
                <a:gd name="T68" fmla="*/ 96 w 96"/>
                <a:gd name="T69" fmla="*/ 120 h 12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96" h="120">
                  <a:moveTo>
                    <a:pt x="40" y="112"/>
                  </a:moveTo>
                  <a:lnTo>
                    <a:pt x="56" y="96"/>
                  </a:lnTo>
                  <a:lnTo>
                    <a:pt x="72" y="64"/>
                  </a:lnTo>
                  <a:lnTo>
                    <a:pt x="88" y="56"/>
                  </a:lnTo>
                  <a:lnTo>
                    <a:pt x="96" y="8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56" y="8"/>
                  </a:lnTo>
                  <a:lnTo>
                    <a:pt x="48" y="16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40" y="40"/>
                  </a:lnTo>
                  <a:lnTo>
                    <a:pt x="32" y="56"/>
                  </a:lnTo>
                  <a:lnTo>
                    <a:pt x="32" y="80"/>
                  </a:lnTo>
                  <a:lnTo>
                    <a:pt x="16" y="80"/>
                  </a:lnTo>
                  <a:lnTo>
                    <a:pt x="8" y="88"/>
                  </a:lnTo>
                  <a:lnTo>
                    <a:pt x="0" y="96"/>
                  </a:lnTo>
                  <a:lnTo>
                    <a:pt x="8" y="104"/>
                  </a:lnTo>
                  <a:lnTo>
                    <a:pt x="16" y="120"/>
                  </a:lnTo>
                  <a:lnTo>
                    <a:pt x="24" y="112"/>
                  </a:lnTo>
                  <a:lnTo>
                    <a:pt x="40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1" name="Freeform 762"/>
            <p:cNvSpPr/>
            <p:nvPr/>
          </p:nvSpPr>
          <p:spPr bwMode="auto">
            <a:xfrm>
              <a:off x="4622993" y="3539943"/>
              <a:ext cx="85536" cy="96502"/>
            </a:xfrm>
            <a:custGeom>
              <a:avLst/>
              <a:gdLst>
                <a:gd name="T0" fmla="*/ 2147483647 w 64"/>
                <a:gd name="T1" fmla="*/ 2147483647 h 72"/>
                <a:gd name="T2" fmla="*/ 2147483647 w 64"/>
                <a:gd name="T3" fmla="*/ 2147483647 h 72"/>
                <a:gd name="T4" fmla="*/ 2147483647 w 64"/>
                <a:gd name="T5" fmla="*/ 2147483647 h 72"/>
                <a:gd name="T6" fmla="*/ 2147483647 w 64"/>
                <a:gd name="T7" fmla="*/ 2147483647 h 72"/>
                <a:gd name="T8" fmla="*/ 2147483647 w 64"/>
                <a:gd name="T9" fmla="*/ 2147483647 h 72"/>
                <a:gd name="T10" fmla="*/ 2147483647 w 64"/>
                <a:gd name="T11" fmla="*/ 0 h 72"/>
                <a:gd name="T12" fmla="*/ 2147483647 w 64"/>
                <a:gd name="T13" fmla="*/ 0 h 72"/>
                <a:gd name="T14" fmla="*/ 0 w 64"/>
                <a:gd name="T15" fmla="*/ 0 h 72"/>
                <a:gd name="T16" fmla="*/ 0 w 64"/>
                <a:gd name="T17" fmla="*/ 2147483647 h 72"/>
                <a:gd name="T18" fmla="*/ 0 w 64"/>
                <a:gd name="T19" fmla="*/ 2147483647 h 72"/>
                <a:gd name="T20" fmla="*/ 2147483647 w 64"/>
                <a:gd name="T21" fmla="*/ 2147483647 h 72"/>
                <a:gd name="T22" fmla="*/ 2147483647 w 64"/>
                <a:gd name="T23" fmla="*/ 2147483647 h 72"/>
                <a:gd name="T24" fmla="*/ 2147483647 w 64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72"/>
                <a:gd name="T41" fmla="*/ 64 w 64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72">
                  <a:moveTo>
                    <a:pt x="40" y="56"/>
                  </a:moveTo>
                  <a:lnTo>
                    <a:pt x="56" y="5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40"/>
                  </a:lnTo>
                  <a:lnTo>
                    <a:pt x="24" y="72"/>
                  </a:lnTo>
                  <a:lnTo>
                    <a:pt x="32" y="64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2" name="Freeform 763"/>
            <p:cNvSpPr/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2147483647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0 w 96"/>
                <a:gd name="T31" fmla="*/ 2147483647 h 128"/>
                <a:gd name="T32" fmla="*/ 2147483647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  <a:lnTo>
                    <a:pt x="96" y="11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3" name="Freeform 764"/>
            <p:cNvSpPr/>
            <p:nvPr/>
          </p:nvSpPr>
          <p:spPr bwMode="auto">
            <a:xfrm>
              <a:off x="4622993" y="3539943"/>
              <a:ext cx="85536" cy="96502"/>
            </a:xfrm>
            <a:custGeom>
              <a:avLst/>
              <a:gdLst>
                <a:gd name="T0" fmla="*/ 2147483647 w 64"/>
                <a:gd name="T1" fmla="*/ 2147483647 h 72"/>
                <a:gd name="T2" fmla="*/ 2147483647 w 64"/>
                <a:gd name="T3" fmla="*/ 2147483647 h 72"/>
                <a:gd name="T4" fmla="*/ 2147483647 w 64"/>
                <a:gd name="T5" fmla="*/ 2147483647 h 72"/>
                <a:gd name="T6" fmla="*/ 2147483647 w 64"/>
                <a:gd name="T7" fmla="*/ 2147483647 h 72"/>
                <a:gd name="T8" fmla="*/ 2147483647 w 64"/>
                <a:gd name="T9" fmla="*/ 2147483647 h 72"/>
                <a:gd name="T10" fmla="*/ 2147483647 w 64"/>
                <a:gd name="T11" fmla="*/ 0 h 72"/>
                <a:gd name="T12" fmla="*/ 2147483647 w 64"/>
                <a:gd name="T13" fmla="*/ 0 h 72"/>
                <a:gd name="T14" fmla="*/ 0 w 64"/>
                <a:gd name="T15" fmla="*/ 0 h 72"/>
                <a:gd name="T16" fmla="*/ 0 w 64"/>
                <a:gd name="T17" fmla="*/ 2147483647 h 72"/>
                <a:gd name="T18" fmla="*/ 0 w 64"/>
                <a:gd name="T19" fmla="*/ 2147483647 h 72"/>
                <a:gd name="T20" fmla="*/ 2147483647 w 64"/>
                <a:gd name="T21" fmla="*/ 2147483647 h 72"/>
                <a:gd name="T22" fmla="*/ 2147483647 w 64"/>
                <a:gd name="T23" fmla="*/ 2147483647 h 72"/>
                <a:gd name="T24" fmla="*/ 2147483647 w 64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72"/>
                <a:gd name="T41" fmla="*/ 64 w 64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72">
                  <a:moveTo>
                    <a:pt x="40" y="56"/>
                  </a:moveTo>
                  <a:lnTo>
                    <a:pt x="56" y="56"/>
                  </a:lnTo>
                  <a:lnTo>
                    <a:pt x="56" y="32"/>
                  </a:lnTo>
                  <a:lnTo>
                    <a:pt x="64" y="16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40"/>
                  </a:lnTo>
                  <a:lnTo>
                    <a:pt x="24" y="72"/>
                  </a:lnTo>
                  <a:lnTo>
                    <a:pt x="32" y="64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4" name="Freeform 765"/>
            <p:cNvSpPr/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0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2147483647 w 96"/>
                <a:gd name="T31" fmla="*/ 2147483647 h 128"/>
                <a:gd name="T32" fmla="*/ 0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5" name="Freeform 766"/>
            <p:cNvSpPr/>
            <p:nvPr/>
          </p:nvSpPr>
          <p:spPr bwMode="auto">
            <a:xfrm>
              <a:off x="4602157" y="3367774"/>
              <a:ext cx="128304" cy="172169"/>
            </a:xfrm>
            <a:custGeom>
              <a:avLst/>
              <a:gdLst>
                <a:gd name="T0" fmla="*/ 2147483647 w 96"/>
                <a:gd name="T1" fmla="*/ 2147483647 h 128"/>
                <a:gd name="T2" fmla="*/ 2147483647 w 96"/>
                <a:gd name="T3" fmla="*/ 2147483647 h 128"/>
                <a:gd name="T4" fmla="*/ 2147483647 w 96"/>
                <a:gd name="T5" fmla="*/ 2147483647 h 128"/>
                <a:gd name="T6" fmla="*/ 2147483647 w 96"/>
                <a:gd name="T7" fmla="*/ 2147483647 h 128"/>
                <a:gd name="T8" fmla="*/ 2147483647 w 96"/>
                <a:gd name="T9" fmla="*/ 2147483647 h 128"/>
                <a:gd name="T10" fmla="*/ 2147483647 w 96"/>
                <a:gd name="T11" fmla="*/ 2147483647 h 128"/>
                <a:gd name="T12" fmla="*/ 2147483647 w 96"/>
                <a:gd name="T13" fmla="*/ 2147483647 h 128"/>
                <a:gd name="T14" fmla="*/ 2147483647 w 96"/>
                <a:gd name="T15" fmla="*/ 2147483647 h 128"/>
                <a:gd name="T16" fmla="*/ 2147483647 w 96"/>
                <a:gd name="T17" fmla="*/ 0 h 128"/>
                <a:gd name="T18" fmla="*/ 2147483647 w 96"/>
                <a:gd name="T19" fmla="*/ 0 h 128"/>
                <a:gd name="T20" fmla="*/ 2147483647 w 96"/>
                <a:gd name="T21" fmla="*/ 0 h 128"/>
                <a:gd name="T22" fmla="*/ 2147483647 w 96"/>
                <a:gd name="T23" fmla="*/ 2147483647 h 128"/>
                <a:gd name="T24" fmla="*/ 2147483647 w 96"/>
                <a:gd name="T25" fmla="*/ 2147483647 h 128"/>
                <a:gd name="T26" fmla="*/ 2147483647 w 96"/>
                <a:gd name="T27" fmla="*/ 2147483647 h 128"/>
                <a:gd name="T28" fmla="*/ 2147483647 w 96"/>
                <a:gd name="T29" fmla="*/ 2147483647 h 128"/>
                <a:gd name="T30" fmla="*/ 2147483647 w 96"/>
                <a:gd name="T31" fmla="*/ 2147483647 h 128"/>
                <a:gd name="T32" fmla="*/ 0 w 96"/>
                <a:gd name="T33" fmla="*/ 2147483647 h 128"/>
                <a:gd name="T34" fmla="*/ 2147483647 w 96"/>
                <a:gd name="T35" fmla="*/ 2147483647 h 128"/>
                <a:gd name="T36" fmla="*/ 2147483647 w 96"/>
                <a:gd name="T37" fmla="*/ 2147483647 h 128"/>
                <a:gd name="T38" fmla="*/ 2147483647 w 96"/>
                <a:gd name="T39" fmla="*/ 2147483647 h 128"/>
                <a:gd name="T40" fmla="*/ 2147483647 w 96"/>
                <a:gd name="T41" fmla="*/ 2147483647 h 12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6"/>
                <a:gd name="T64" fmla="*/ 0 h 128"/>
                <a:gd name="T65" fmla="*/ 96 w 96"/>
                <a:gd name="T66" fmla="*/ 128 h 12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6" h="128">
                  <a:moveTo>
                    <a:pt x="96" y="112"/>
                  </a:moveTo>
                  <a:lnTo>
                    <a:pt x="96" y="104"/>
                  </a:lnTo>
                  <a:lnTo>
                    <a:pt x="88" y="88"/>
                  </a:lnTo>
                  <a:lnTo>
                    <a:pt x="96" y="64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32"/>
                  </a:lnTo>
                  <a:lnTo>
                    <a:pt x="96" y="24"/>
                  </a:lnTo>
                  <a:lnTo>
                    <a:pt x="88" y="0"/>
                  </a:lnTo>
                  <a:lnTo>
                    <a:pt x="72" y="0"/>
                  </a:lnTo>
                  <a:lnTo>
                    <a:pt x="72" y="16"/>
                  </a:lnTo>
                  <a:lnTo>
                    <a:pt x="56" y="48"/>
                  </a:lnTo>
                  <a:lnTo>
                    <a:pt x="40" y="72"/>
                  </a:lnTo>
                  <a:lnTo>
                    <a:pt x="16" y="64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16" y="104"/>
                  </a:lnTo>
                  <a:lnTo>
                    <a:pt x="16" y="128"/>
                  </a:lnTo>
                  <a:lnTo>
                    <a:pt x="48" y="128"/>
                  </a:lnTo>
                  <a:lnTo>
                    <a:pt x="72" y="128"/>
                  </a:lnTo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6" name="Freeform 767"/>
            <p:cNvSpPr/>
            <p:nvPr/>
          </p:nvSpPr>
          <p:spPr bwMode="auto">
            <a:xfrm>
              <a:off x="4482626" y="3357905"/>
              <a:ext cx="42768" cy="107468"/>
            </a:xfrm>
            <a:custGeom>
              <a:avLst/>
              <a:gdLst>
                <a:gd name="T0" fmla="*/ 2147483647 w 32"/>
                <a:gd name="T1" fmla="*/ 2147483647 h 80"/>
                <a:gd name="T2" fmla="*/ 2147483647 w 32"/>
                <a:gd name="T3" fmla="*/ 2147483647 h 80"/>
                <a:gd name="T4" fmla="*/ 2147483647 w 32"/>
                <a:gd name="T5" fmla="*/ 2147483647 h 80"/>
                <a:gd name="T6" fmla="*/ 2147483647 w 32"/>
                <a:gd name="T7" fmla="*/ 0 h 80"/>
                <a:gd name="T8" fmla="*/ 2147483647 w 32"/>
                <a:gd name="T9" fmla="*/ 2147483647 h 80"/>
                <a:gd name="T10" fmla="*/ 2147483647 w 32"/>
                <a:gd name="T11" fmla="*/ 2147483647 h 80"/>
                <a:gd name="T12" fmla="*/ 0 w 32"/>
                <a:gd name="T13" fmla="*/ 2147483647 h 80"/>
                <a:gd name="T14" fmla="*/ 0 w 32"/>
                <a:gd name="T15" fmla="*/ 2147483647 h 80"/>
                <a:gd name="T16" fmla="*/ 2147483647 w 32"/>
                <a:gd name="T17" fmla="*/ 2147483647 h 80"/>
                <a:gd name="T18" fmla="*/ 2147483647 w 32"/>
                <a:gd name="T19" fmla="*/ 2147483647 h 80"/>
                <a:gd name="T20" fmla="*/ 2147483647 w 32"/>
                <a:gd name="T21" fmla="*/ 2147483647 h 80"/>
                <a:gd name="T22" fmla="*/ 2147483647 w 32"/>
                <a:gd name="T23" fmla="*/ 2147483647 h 80"/>
                <a:gd name="T24" fmla="*/ 2147483647 w 32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2"/>
                <a:gd name="T40" fmla="*/ 0 h 80"/>
                <a:gd name="T41" fmla="*/ 32 w 32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2" h="80">
                  <a:moveTo>
                    <a:pt x="32" y="32"/>
                  </a:moveTo>
                  <a:lnTo>
                    <a:pt x="32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6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7" name="Freeform 768"/>
            <p:cNvSpPr/>
            <p:nvPr/>
          </p:nvSpPr>
          <p:spPr bwMode="auto">
            <a:xfrm>
              <a:off x="4471660" y="3389706"/>
              <a:ext cx="31802" cy="85536"/>
            </a:xfrm>
            <a:custGeom>
              <a:avLst/>
              <a:gdLst>
                <a:gd name="T0" fmla="*/ 2147483647 w 24"/>
                <a:gd name="T1" fmla="*/ 2147483647 h 64"/>
                <a:gd name="T2" fmla="*/ 2147483647 w 24"/>
                <a:gd name="T3" fmla="*/ 0 h 64"/>
                <a:gd name="T4" fmla="*/ 0 w 24"/>
                <a:gd name="T5" fmla="*/ 0 h 64"/>
                <a:gd name="T6" fmla="*/ 0 w 24"/>
                <a:gd name="T7" fmla="*/ 2147483647 h 64"/>
                <a:gd name="T8" fmla="*/ 0 w 24"/>
                <a:gd name="T9" fmla="*/ 2147483647 h 64"/>
                <a:gd name="T10" fmla="*/ 2147483647 w 24"/>
                <a:gd name="T11" fmla="*/ 2147483647 h 64"/>
                <a:gd name="T12" fmla="*/ 2147483647 w 24"/>
                <a:gd name="T13" fmla="*/ 2147483647 h 64"/>
                <a:gd name="T14" fmla="*/ 2147483647 w 24"/>
                <a:gd name="T15" fmla="*/ 2147483647 h 64"/>
                <a:gd name="T16" fmla="*/ 2147483647 w 24"/>
                <a:gd name="T17" fmla="*/ 2147483647 h 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"/>
                <a:gd name="T28" fmla="*/ 0 h 64"/>
                <a:gd name="T29" fmla="*/ 24 w 24"/>
                <a:gd name="T30" fmla="*/ 64 h 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" h="64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16" y="4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8" name="Freeform 769"/>
            <p:cNvSpPr/>
            <p:nvPr/>
          </p:nvSpPr>
          <p:spPr bwMode="auto">
            <a:xfrm>
              <a:off x="4482626" y="3357905"/>
              <a:ext cx="42768" cy="107468"/>
            </a:xfrm>
            <a:custGeom>
              <a:avLst/>
              <a:gdLst>
                <a:gd name="T0" fmla="*/ 2147483647 w 32"/>
                <a:gd name="T1" fmla="*/ 2147483647 h 80"/>
                <a:gd name="T2" fmla="*/ 2147483647 w 32"/>
                <a:gd name="T3" fmla="*/ 2147483647 h 80"/>
                <a:gd name="T4" fmla="*/ 2147483647 w 32"/>
                <a:gd name="T5" fmla="*/ 2147483647 h 80"/>
                <a:gd name="T6" fmla="*/ 2147483647 w 32"/>
                <a:gd name="T7" fmla="*/ 2147483647 h 80"/>
                <a:gd name="T8" fmla="*/ 2147483647 w 32"/>
                <a:gd name="T9" fmla="*/ 0 h 80"/>
                <a:gd name="T10" fmla="*/ 2147483647 w 32"/>
                <a:gd name="T11" fmla="*/ 2147483647 h 80"/>
                <a:gd name="T12" fmla="*/ 2147483647 w 32"/>
                <a:gd name="T13" fmla="*/ 2147483647 h 80"/>
                <a:gd name="T14" fmla="*/ 0 w 32"/>
                <a:gd name="T15" fmla="*/ 2147483647 h 80"/>
                <a:gd name="T16" fmla="*/ 0 w 32"/>
                <a:gd name="T17" fmla="*/ 2147483647 h 80"/>
                <a:gd name="T18" fmla="*/ 2147483647 w 32"/>
                <a:gd name="T19" fmla="*/ 2147483647 h 80"/>
                <a:gd name="T20" fmla="*/ 2147483647 w 32"/>
                <a:gd name="T21" fmla="*/ 2147483647 h 80"/>
                <a:gd name="T22" fmla="*/ 2147483647 w 32"/>
                <a:gd name="T23" fmla="*/ 2147483647 h 80"/>
                <a:gd name="T24" fmla="*/ 2147483647 w 32"/>
                <a:gd name="T25" fmla="*/ 2147483647 h 80"/>
                <a:gd name="T26" fmla="*/ 2147483647 w 32"/>
                <a:gd name="T27" fmla="*/ 2147483647 h 80"/>
                <a:gd name="T28" fmla="*/ 2147483647 w 32"/>
                <a:gd name="T29" fmla="*/ 2147483647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80"/>
                <a:gd name="T47" fmla="*/ 32 w 32"/>
                <a:gd name="T48" fmla="*/ 80 h 8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80">
                  <a:moveTo>
                    <a:pt x="32" y="32"/>
                  </a:moveTo>
                  <a:lnTo>
                    <a:pt x="32" y="16"/>
                  </a:lnTo>
                  <a:lnTo>
                    <a:pt x="32" y="8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8" y="64"/>
                  </a:lnTo>
                  <a:lnTo>
                    <a:pt x="16" y="80"/>
                  </a:lnTo>
                  <a:lnTo>
                    <a:pt x="24" y="80"/>
                  </a:lnTo>
                  <a:lnTo>
                    <a:pt x="24" y="64"/>
                  </a:lnTo>
                  <a:lnTo>
                    <a:pt x="32" y="32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29" name="Freeform 770"/>
            <p:cNvSpPr/>
            <p:nvPr/>
          </p:nvSpPr>
          <p:spPr bwMode="auto">
            <a:xfrm>
              <a:off x="4471660" y="3389706"/>
              <a:ext cx="31802" cy="85536"/>
            </a:xfrm>
            <a:custGeom>
              <a:avLst/>
              <a:gdLst>
                <a:gd name="T0" fmla="*/ 2147483647 w 24"/>
                <a:gd name="T1" fmla="*/ 2147483647 h 64"/>
                <a:gd name="T2" fmla="*/ 2147483647 w 24"/>
                <a:gd name="T3" fmla="*/ 0 h 64"/>
                <a:gd name="T4" fmla="*/ 0 w 24"/>
                <a:gd name="T5" fmla="*/ 0 h 64"/>
                <a:gd name="T6" fmla="*/ 0 w 24"/>
                <a:gd name="T7" fmla="*/ 0 h 64"/>
                <a:gd name="T8" fmla="*/ 0 w 24"/>
                <a:gd name="T9" fmla="*/ 2147483647 h 64"/>
                <a:gd name="T10" fmla="*/ 0 w 24"/>
                <a:gd name="T11" fmla="*/ 2147483647 h 64"/>
                <a:gd name="T12" fmla="*/ 2147483647 w 24"/>
                <a:gd name="T13" fmla="*/ 2147483647 h 64"/>
                <a:gd name="T14" fmla="*/ 2147483647 w 24"/>
                <a:gd name="T15" fmla="*/ 2147483647 h 64"/>
                <a:gd name="T16" fmla="*/ 2147483647 w 24"/>
                <a:gd name="T17" fmla="*/ 2147483647 h 64"/>
                <a:gd name="T18" fmla="*/ 2147483647 w 24"/>
                <a:gd name="T19" fmla="*/ 2147483647 h 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64"/>
                <a:gd name="T32" fmla="*/ 24 w 24"/>
                <a:gd name="T33" fmla="*/ 64 h 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64">
                  <a:moveTo>
                    <a:pt x="8" y="8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8" y="64"/>
                  </a:lnTo>
                  <a:lnTo>
                    <a:pt x="24" y="56"/>
                  </a:lnTo>
                  <a:lnTo>
                    <a:pt x="16" y="40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0" name="Freeform 771"/>
            <p:cNvSpPr/>
            <p:nvPr/>
          </p:nvSpPr>
          <p:spPr bwMode="auto">
            <a:xfrm>
              <a:off x="4665761" y="3862348"/>
              <a:ext cx="225903" cy="224806"/>
            </a:xfrm>
            <a:custGeom>
              <a:avLst/>
              <a:gdLst>
                <a:gd name="T0" fmla="*/ 2147483647 w 168"/>
                <a:gd name="T1" fmla="*/ 2147483647 h 168"/>
                <a:gd name="T2" fmla="*/ 2147483647 w 168"/>
                <a:gd name="T3" fmla="*/ 2147483647 h 168"/>
                <a:gd name="T4" fmla="*/ 2147483647 w 168"/>
                <a:gd name="T5" fmla="*/ 2147483647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2147483647 w 168"/>
                <a:gd name="T11" fmla="*/ 2147483647 h 168"/>
                <a:gd name="T12" fmla="*/ 2147483647 w 168"/>
                <a:gd name="T13" fmla="*/ 2147483647 h 168"/>
                <a:gd name="T14" fmla="*/ 2147483647 w 168"/>
                <a:gd name="T15" fmla="*/ 2147483647 h 168"/>
                <a:gd name="T16" fmla="*/ 2147483647 w 168"/>
                <a:gd name="T17" fmla="*/ 2147483647 h 168"/>
                <a:gd name="T18" fmla="*/ 2147483647 w 168"/>
                <a:gd name="T19" fmla="*/ 2147483647 h 168"/>
                <a:gd name="T20" fmla="*/ 2147483647 w 168"/>
                <a:gd name="T21" fmla="*/ 2147483647 h 168"/>
                <a:gd name="T22" fmla="*/ 2147483647 w 168"/>
                <a:gd name="T23" fmla="*/ 2147483647 h 168"/>
                <a:gd name="T24" fmla="*/ 2147483647 w 168"/>
                <a:gd name="T25" fmla="*/ 2147483647 h 168"/>
                <a:gd name="T26" fmla="*/ 2147483647 w 168"/>
                <a:gd name="T27" fmla="*/ 2147483647 h 168"/>
                <a:gd name="T28" fmla="*/ 2147483647 w 168"/>
                <a:gd name="T29" fmla="*/ 2147483647 h 168"/>
                <a:gd name="T30" fmla="*/ 2147483647 w 168"/>
                <a:gd name="T31" fmla="*/ 2147483647 h 168"/>
                <a:gd name="T32" fmla="*/ 2147483647 w 168"/>
                <a:gd name="T33" fmla="*/ 2147483647 h 168"/>
                <a:gd name="T34" fmla="*/ 2147483647 w 168"/>
                <a:gd name="T35" fmla="*/ 0 h 168"/>
                <a:gd name="T36" fmla="*/ 2147483647 w 168"/>
                <a:gd name="T37" fmla="*/ 2147483647 h 168"/>
                <a:gd name="T38" fmla="*/ 0 w 168"/>
                <a:gd name="T39" fmla="*/ 2147483647 h 168"/>
                <a:gd name="T40" fmla="*/ 2147483647 w 168"/>
                <a:gd name="T41" fmla="*/ 2147483647 h 168"/>
                <a:gd name="T42" fmla="*/ 2147483647 w 168"/>
                <a:gd name="T43" fmla="*/ 2147483647 h 168"/>
                <a:gd name="T44" fmla="*/ 2147483647 w 168"/>
                <a:gd name="T45" fmla="*/ 2147483647 h 168"/>
                <a:gd name="T46" fmla="*/ 2147483647 w 168"/>
                <a:gd name="T47" fmla="*/ 2147483647 h 168"/>
                <a:gd name="T48" fmla="*/ 2147483647 w 168"/>
                <a:gd name="T49" fmla="*/ 2147483647 h 168"/>
                <a:gd name="T50" fmla="*/ 2147483647 w 168"/>
                <a:gd name="T51" fmla="*/ 2147483647 h 16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68"/>
                <a:gd name="T79" fmla="*/ 0 h 168"/>
                <a:gd name="T80" fmla="*/ 168 w 168"/>
                <a:gd name="T81" fmla="*/ 168 h 16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68" h="168">
                  <a:moveTo>
                    <a:pt x="88" y="168"/>
                  </a:moveTo>
                  <a:lnTo>
                    <a:pt x="96" y="168"/>
                  </a:lnTo>
                  <a:lnTo>
                    <a:pt x="104" y="112"/>
                  </a:lnTo>
                  <a:lnTo>
                    <a:pt x="104" y="72"/>
                  </a:lnTo>
                  <a:lnTo>
                    <a:pt x="112" y="72"/>
                  </a:lnTo>
                  <a:lnTo>
                    <a:pt x="120" y="24"/>
                  </a:lnTo>
                  <a:lnTo>
                    <a:pt x="152" y="16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20" y="16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3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40" y="152"/>
                  </a:lnTo>
                  <a:lnTo>
                    <a:pt x="64" y="168"/>
                  </a:lnTo>
                  <a:lnTo>
                    <a:pt x="64" y="160"/>
                  </a:lnTo>
                  <a:lnTo>
                    <a:pt x="8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1" name="Freeform 772"/>
            <p:cNvSpPr/>
            <p:nvPr/>
          </p:nvSpPr>
          <p:spPr bwMode="auto">
            <a:xfrm>
              <a:off x="4482626" y="3250436"/>
              <a:ext cx="53734" cy="64700"/>
            </a:xfrm>
            <a:custGeom>
              <a:avLst/>
              <a:gdLst>
                <a:gd name="T0" fmla="*/ 0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0 h 48"/>
                <a:gd name="T10" fmla="*/ 0 w 40"/>
                <a:gd name="T11" fmla="*/ 2147483647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"/>
                <a:gd name="T19" fmla="*/ 0 h 48"/>
                <a:gd name="T20" fmla="*/ 40 w 40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" h="48">
                  <a:moveTo>
                    <a:pt x="0" y="48"/>
                  </a:moveTo>
                  <a:lnTo>
                    <a:pt x="16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0" y="0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2" name="Freeform 774"/>
            <p:cNvSpPr/>
            <p:nvPr/>
          </p:nvSpPr>
          <p:spPr bwMode="auto">
            <a:xfrm>
              <a:off x="4665761" y="3862348"/>
              <a:ext cx="225903" cy="224806"/>
            </a:xfrm>
            <a:custGeom>
              <a:avLst/>
              <a:gdLst>
                <a:gd name="T0" fmla="*/ 2147483647 w 168"/>
                <a:gd name="T1" fmla="*/ 2147483647 h 168"/>
                <a:gd name="T2" fmla="*/ 2147483647 w 168"/>
                <a:gd name="T3" fmla="*/ 2147483647 h 168"/>
                <a:gd name="T4" fmla="*/ 2147483647 w 168"/>
                <a:gd name="T5" fmla="*/ 2147483647 h 168"/>
                <a:gd name="T6" fmla="*/ 2147483647 w 168"/>
                <a:gd name="T7" fmla="*/ 2147483647 h 168"/>
                <a:gd name="T8" fmla="*/ 2147483647 w 168"/>
                <a:gd name="T9" fmla="*/ 2147483647 h 168"/>
                <a:gd name="T10" fmla="*/ 2147483647 w 168"/>
                <a:gd name="T11" fmla="*/ 2147483647 h 168"/>
                <a:gd name="T12" fmla="*/ 2147483647 w 168"/>
                <a:gd name="T13" fmla="*/ 2147483647 h 168"/>
                <a:gd name="T14" fmla="*/ 2147483647 w 168"/>
                <a:gd name="T15" fmla="*/ 2147483647 h 168"/>
                <a:gd name="T16" fmla="*/ 2147483647 w 168"/>
                <a:gd name="T17" fmla="*/ 2147483647 h 168"/>
                <a:gd name="T18" fmla="*/ 2147483647 w 168"/>
                <a:gd name="T19" fmla="*/ 2147483647 h 168"/>
                <a:gd name="T20" fmla="*/ 2147483647 w 168"/>
                <a:gd name="T21" fmla="*/ 2147483647 h 168"/>
                <a:gd name="T22" fmla="*/ 2147483647 w 168"/>
                <a:gd name="T23" fmla="*/ 2147483647 h 168"/>
                <a:gd name="T24" fmla="*/ 2147483647 w 168"/>
                <a:gd name="T25" fmla="*/ 2147483647 h 168"/>
                <a:gd name="T26" fmla="*/ 2147483647 w 168"/>
                <a:gd name="T27" fmla="*/ 2147483647 h 168"/>
                <a:gd name="T28" fmla="*/ 2147483647 w 168"/>
                <a:gd name="T29" fmla="*/ 2147483647 h 168"/>
                <a:gd name="T30" fmla="*/ 2147483647 w 168"/>
                <a:gd name="T31" fmla="*/ 2147483647 h 168"/>
                <a:gd name="T32" fmla="*/ 2147483647 w 168"/>
                <a:gd name="T33" fmla="*/ 2147483647 h 168"/>
                <a:gd name="T34" fmla="*/ 2147483647 w 168"/>
                <a:gd name="T35" fmla="*/ 2147483647 h 168"/>
                <a:gd name="T36" fmla="*/ 2147483647 w 168"/>
                <a:gd name="T37" fmla="*/ 2147483647 h 168"/>
                <a:gd name="T38" fmla="*/ 2147483647 w 168"/>
                <a:gd name="T39" fmla="*/ 0 h 168"/>
                <a:gd name="T40" fmla="*/ 2147483647 w 168"/>
                <a:gd name="T41" fmla="*/ 2147483647 h 168"/>
                <a:gd name="T42" fmla="*/ 0 w 168"/>
                <a:gd name="T43" fmla="*/ 2147483647 h 168"/>
                <a:gd name="T44" fmla="*/ 2147483647 w 168"/>
                <a:gd name="T45" fmla="*/ 2147483647 h 168"/>
                <a:gd name="T46" fmla="*/ 2147483647 w 168"/>
                <a:gd name="T47" fmla="*/ 2147483647 h 168"/>
                <a:gd name="T48" fmla="*/ 2147483647 w 168"/>
                <a:gd name="T49" fmla="*/ 2147483647 h 168"/>
                <a:gd name="T50" fmla="*/ 2147483647 w 168"/>
                <a:gd name="T51" fmla="*/ 2147483647 h 168"/>
                <a:gd name="T52" fmla="*/ 2147483647 w 168"/>
                <a:gd name="T53" fmla="*/ 2147483647 h 168"/>
                <a:gd name="T54" fmla="*/ 2147483647 w 168"/>
                <a:gd name="T55" fmla="*/ 2147483647 h 16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68"/>
                <a:gd name="T85" fmla="*/ 0 h 168"/>
                <a:gd name="T86" fmla="*/ 168 w 168"/>
                <a:gd name="T87" fmla="*/ 168 h 16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68" h="168">
                  <a:moveTo>
                    <a:pt x="88" y="168"/>
                  </a:moveTo>
                  <a:lnTo>
                    <a:pt x="96" y="168"/>
                  </a:lnTo>
                  <a:lnTo>
                    <a:pt x="104" y="112"/>
                  </a:lnTo>
                  <a:lnTo>
                    <a:pt x="104" y="72"/>
                  </a:lnTo>
                  <a:lnTo>
                    <a:pt x="112" y="72"/>
                  </a:lnTo>
                  <a:lnTo>
                    <a:pt x="120" y="24"/>
                  </a:lnTo>
                  <a:lnTo>
                    <a:pt x="152" y="16"/>
                  </a:lnTo>
                  <a:lnTo>
                    <a:pt x="160" y="16"/>
                  </a:lnTo>
                  <a:lnTo>
                    <a:pt x="168" y="16"/>
                  </a:lnTo>
                  <a:lnTo>
                    <a:pt x="160" y="8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8"/>
                  </a:lnTo>
                  <a:lnTo>
                    <a:pt x="120" y="16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24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32"/>
                  </a:lnTo>
                  <a:lnTo>
                    <a:pt x="32" y="88"/>
                  </a:lnTo>
                  <a:lnTo>
                    <a:pt x="32" y="96"/>
                  </a:lnTo>
                  <a:lnTo>
                    <a:pt x="40" y="152"/>
                  </a:lnTo>
                  <a:lnTo>
                    <a:pt x="64" y="168"/>
                  </a:lnTo>
                  <a:lnTo>
                    <a:pt x="64" y="160"/>
                  </a:lnTo>
                  <a:lnTo>
                    <a:pt x="88" y="168"/>
                  </a:lnTo>
                  <a:close/>
                </a:path>
              </a:pathLst>
            </a:custGeom>
            <a:grpFill/>
            <a:ln w="6350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3" name="Freeform 775"/>
            <p:cNvSpPr/>
            <p:nvPr/>
          </p:nvSpPr>
          <p:spPr bwMode="auto">
            <a:xfrm>
              <a:off x="1611683" y="1831415"/>
              <a:ext cx="461675" cy="632747"/>
            </a:xfrm>
            <a:custGeom>
              <a:avLst/>
              <a:gdLst>
                <a:gd name="T0" fmla="*/ 2147483647 w 344"/>
                <a:gd name="T1" fmla="*/ 2147483647 h 472"/>
                <a:gd name="T2" fmla="*/ 2147483647 w 344"/>
                <a:gd name="T3" fmla="*/ 2147483647 h 472"/>
                <a:gd name="T4" fmla="*/ 2147483647 w 344"/>
                <a:gd name="T5" fmla="*/ 2147483647 h 472"/>
                <a:gd name="T6" fmla="*/ 2147483647 w 344"/>
                <a:gd name="T7" fmla="*/ 2147483647 h 472"/>
                <a:gd name="T8" fmla="*/ 2147483647 w 344"/>
                <a:gd name="T9" fmla="*/ 2147483647 h 472"/>
                <a:gd name="T10" fmla="*/ 2147483647 w 344"/>
                <a:gd name="T11" fmla="*/ 2147483647 h 472"/>
                <a:gd name="T12" fmla="*/ 2147483647 w 344"/>
                <a:gd name="T13" fmla="*/ 2147483647 h 472"/>
                <a:gd name="T14" fmla="*/ 2147483647 w 344"/>
                <a:gd name="T15" fmla="*/ 0 h 472"/>
                <a:gd name="T16" fmla="*/ 2147483647 w 344"/>
                <a:gd name="T17" fmla="*/ 2147483647 h 472"/>
                <a:gd name="T18" fmla="*/ 2147483647 w 344"/>
                <a:gd name="T19" fmla="*/ 2147483647 h 472"/>
                <a:gd name="T20" fmla="*/ 2147483647 w 344"/>
                <a:gd name="T21" fmla="*/ 2147483647 h 472"/>
                <a:gd name="T22" fmla="*/ 2147483647 w 344"/>
                <a:gd name="T23" fmla="*/ 2147483647 h 472"/>
                <a:gd name="T24" fmla="*/ 2147483647 w 344"/>
                <a:gd name="T25" fmla="*/ 2147483647 h 472"/>
                <a:gd name="T26" fmla="*/ 2147483647 w 344"/>
                <a:gd name="T27" fmla="*/ 2147483647 h 472"/>
                <a:gd name="T28" fmla="*/ 2147483647 w 344"/>
                <a:gd name="T29" fmla="*/ 2147483647 h 472"/>
                <a:gd name="T30" fmla="*/ 2147483647 w 344"/>
                <a:gd name="T31" fmla="*/ 2147483647 h 472"/>
                <a:gd name="T32" fmla="*/ 2147483647 w 344"/>
                <a:gd name="T33" fmla="*/ 2147483647 h 472"/>
                <a:gd name="T34" fmla="*/ 2147483647 w 344"/>
                <a:gd name="T35" fmla="*/ 2147483647 h 472"/>
                <a:gd name="T36" fmla="*/ 2147483647 w 344"/>
                <a:gd name="T37" fmla="*/ 2147483647 h 472"/>
                <a:gd name="T38" fmla="*/ 0 w 344"/>
                <a:gd name="T39" fmla="*/ 2147483647 h 472"/>
                <a:gd name="T40" fmla="*/ 2147483647 w 344"/>
                <a:gd name="T41" fmla="*/ 2147483647 h 472"/>
                <a:gd name="T42" fmla="*/ 2147483647 w 344"/>
                <a:gd name="T43" fmla="*/ 2147483647 h 472"/>
                <a:gd name="T44" fmla="*/ 2147483647 w 344"/>
                <a:gd name="T45" fmla="*/ 2147483647 h 472"/>
                <a:gd name="T46" fmla="*/ 2147483647 w 344"/>
                <a:gd name="T47" fmla="*/ 2147483647 h 472"/>
                <a:gd name="T48" fmla="*/ 2147483647 w 344"/>
                <a:gd name="T49" fmla="*/ 2147483647 h 472"/>
                <a:gd name="T50" fmla="*/ 2147483647 w 344"/>
                <a:gd name="T51" fmla="*/ 2147483647 h 472"/>
                <a:gd name="T52" fmla="*/ 2147483647 w 344"/>
                <a:gd name="T53" fmla="*/ 2147483647 h 472"/>
                <a:gd name="T54" fmla="*/ 2147483647 w 344"/>
                <a:gd name="T55" fmla="*/ 2147483647 h 472"/>
                <a:gd name="T56" fmla="*/ 2147483647 w 344"/>
                <a:gd name="T57" fmla="*/ 2147483647 h 472"/>
                <a:gd name="T58" fmla="*/ 2147483647 w 344"/>
                <a:gd name="T59" fmla="*/ 2147483647 h 472"/>
                <a:gd name="T60" fmla="*/ 2147483647 w 344"/>
                <a:gd name="T61" fmla="*/ 2147483647 h 472"/>
                <a:gd name="T62" fmla="*/ 2147483647 w 344"/>
                <a:gd name="T63" fmla="*/ 2147483647 h 472"/>
                <a:gd name="T64" fmla="*/ 2147483647 w 344"/>
                <a:gd name="T65" fmla="*/ 2147483647 h 472"/>
                <a:gd name="T66" fmla="*/ 2147483647 w 344"/>
                <a:gd name="T67" fmla="*/ 2147483647 h 472"/>
                <a:gd name="T68" fmla="*/ 2147483647 w 344"/>
                <a:gd name="T69" fmla="*/ 2147483647 h 472"/>
                <a:gd name="T70" fmla="*/ 2147483647 w 344"/>
                <a:gd name="T71" fmla="*/ 2147483647 h 472"/>
                <a:gd name="T72" fmla="*/ 2147483647 w 344"/>
                <a:gd name="T73" fmla="*/ 2147483647 h 472"/>
                <a:gd name="T74" fmla="*/ 2147483647 w 344"/>
                <a:gd name="T75" fmla="*/ 2147483647 h 472"/>
                <a:gd name="T76" fmla="*/ 2147483647 w 344"/>
                <a:gd name="T77" fmla="*/ 2147483647 h 472"/>
                <a:gd name="T78" fmla="*/ 2147483647 w 344"/>
                <a:gd name="T79" fmla="*/ 2147483647 h 472"/>
                <a:gd name="T80" fmla="*/ 2147483647 w 344"/>
                <a:gd name="T81" fmla="*/ 2147483647 h 472"/>
                <a:gd name="T82" fmla="*/ 2147483647 w 344"/>
                <a:gd name="T83" fmla="*/ 2147483647 h 472"/>
                <a:gd name="T84" fmla="*/ 2147483647 w 344"/>
                <a:gd name="T85" fmla="*/ 2147483647 h 472"/>
                <a:gd name="T86" fmla="*/ 2147483647 w 344"/>
                <a:gd name="T87" fmla="*/ 2147483647 h 472"/>
                <a:gd name="T88" fmla="*/ 2147483647 w 344"/>
                <a:gd name="T89" fmla="*/ 2147483647 h 472"/>
                <a:gd name="T90" fmla="*/ 2147483647 w 344"/>
                <a:gd name="T91" fmla="*/ 2147483647 h 472"/>
                <a:gd name="T92" fmla="*/ 2147483647 w 344"/>
                <a:gd name="T93" fmla="*/ 2147483647 h 472"/>
                <a:gd name="T94" fmla="*/ 2147483647 w 344"/>
                <a:gd name="T95" fmla="*/ 2147483647 h 47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44"/>
                <a:gd name="T145" fmla="*/ 0 h 472"/>
                <a:gd name="T146" fmla="*/ 344 w 344"/>
                <a:gd name="T147" fmla="*/ 472 h 47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44" h="472">
                  <a:moveTo>
                    <a:pt x="336" y="64"/>
                  </a:moveTo>
                  <a:lnTo>
                    <a:pt x="328" y="48"/>
                  </a:lnTo>
                  <a:lnTo>
                    <a:pt x="288" y="56"/>
                  </a:lnTo>
                  <a:lnTo>
                    <a:pt x="240" y="32"/>
                  </a:lnTo>
                  <a:lnTo>
                    <a:pt x="216" y="32"/>
                  </a:lnTo>
                  <a:lnTo>
                    <a:pt x="192" y="24"/>
                  </a:lnTo>
                  <a:lnTo>
                    <a:pt x="192" y="8"/>
                  </a:lnTo>
                  <a:lnTo>
                    <a:pt x="152" y="0"/>
                  </a:lnTo>
                  <a:lnTo>
                    <a:pt x="136" y="16"/>
                  </a:lnTo>
                  <a:lnTo>
                    <a:pt x="104" y="24"/>
                  </a:lnTo>
                  <a:lnTo>
                    <a:pt x="80" y="40"/>
                  </a:lnTo>
                  <a:lnTo>
                    <a:pt x="64" y="80"/>
                  </a:lnTo>
                  <a:lnTo>
                    <a:pt x="32" y="88"/>
                  </a:lnTo>
                  <a:lnTo>
                    <a:pt x="32" y="112"/>
                  </a:lnTo>
                  <a:lnTo>
                    <a:pt x="56" y="144"/>
                  </a:lnTo>
                  <a:lnTo>
                    <a:pt x="80" y="160"/>
                  </a:lnTo>
                  <a:lnTo>
                    <a:pt x="80" y="176"/>
                  </a:lnTo>
                  <a:lnTo>
                    <a:pt x="64" y="184"/>
                  </a:lnTo>
                  <a:lnTo>
                    <a:pt x="40" y="176"/>
                  </a:lnTo>
                  <a:lnTo>
                    <a:pt x="0" y="200"/>
                  </a:lnTo>
                  <a:lnTo>
                    <a:pt x="16" y="216"/>
                  </a:lnTo>
                  <a:lnTo>
                    <a:pt x="32" y="232"/>
                  </a:lnTo>
                  <a:lnTo>
                    <a:pt x="64" y="232"/>
                  </a:lnTo>
                  <a:lnTo>
                    <a:pt x="96" y="232"/>
                  </a:lnTo>
                  <a:lnTo>
                    <a:pt x="80" y="264"/>
                  </a:lnTo>
                  <a:lnTo>
                    <a:pt x="48" y="272"/>
                  </a:lnTo>
                  <a:lnTo>
                    <a:pt x="24" y="288"/>
                  </a:lnTo>
                  <a:lnTo>
                    <a:pt x="24" y="312"/>
                  </a:lnTo>
                  <a:lnTo>
                    <a:pt x="48" y="328"/>
                  </a:lnTo>
                  <a:lnTo>
                    <a:pt x="56" y="352"/>
                  </a:lnTo>
                  <a:lnTo>
                    <a:pt x="72" y="360"/>
                  </a:lnTo>
                  <a:lnTo>
                    <a:pt x="80" y="384"/>
                  </a:lnTo>
                  <a:lnTo>
                    <a:pt x="104" y="384"/>
                  </a:lnTo>
                  <a:lnTo>
                    <a:pt x="144" y="384"/>
                  </a:lnTo>
                  <a:lnTo>
                    <a:pt x="120" y="416"/>
                  </a:lnTo>
                  <a:lnTo>
                    <a:pt x="64" y="472"/>
                  </a:lnTo>
                  <a:lnTo>
                    <a:pt x="128" y="432"/>
                  </a:lnTo>
                  <a:lnTo>
                    <a:pt x="184" y="376"/>
                  </a:lnTo>
                  <a:lnTo>
                    <a:pt x="176" y="368"/>
                  </a:lnTo>
                  <a:lnTo>
                    <a:pt x="208" y="328"/>
                  </a:lnTo>
                  <a:lnTo>
                    <a:pt x="216" y="344"/>
                  </a:lnTo>
                  <a:lnTo>
                    <a:pt x="224" y="360"/>
                  </a:lnTo>
                  <a:lnTo>
                    <a:pt x="248" y="344"/>
                  </a:lnTo>
                  <a:lnTo>
                    <a:pt x="272" y="328"/>
                  </a:lnTo>
                  <a:lnTo>
                    <a:pt x="288" y="336"/>
                  </a:lnTo>
                  <a:lnTo>
                    <a:pt x="344" y="344"/>
                  </a:lnTo>
                  <a:lnTo>
                    <a:pt x="344" y="64"/>
                  </a:lnTo>
                  <a:lnTo>
                    <a:pt x="336" y="6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4" name="Freeform 777"/>
            <p:cNvSpPr/>
            <p:nvPr/>
          </p:nvSpPr>
          <p:spPr bwMode="auto">
            <a:xfrm>
              <a:off x="2346417" y="2627558"/>
              <a:ext cx="975989" cy="504443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0 h 376"/>
                <a:gd name="T50" fmla="*/ 2147483647 w 728"/>
                <a:gd name="T51" fmla="*/ 2147483647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0 w 728"/>
                <a:gd name="T57" fmla="*/ 2147483647 h 376"/>
                <a:gd name="T58" fmla="*/ 2147483647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728"/>
                <a:gd name="T100" fmla="*/ 0 h 376"/>
                <a:gd name="T101" fmla="*/ 728 w 728"/>
                <a:gd name="T102" fmla="*/ 376 h 37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5" name="Freeform 779"/>
            <p:cNvSpPr/>
            <p:nvPr/>
          </p:nvSpPr>
          <p:spPr bwMode="auto">
            <a:xfrm>
              <a:off x="2346417" y="2627558"/>
              <a:ext cx="975989" cy="504443"/>
            </a:xfrm>
            <a:custGeom>
              <a:avLst/>
              <a:gdLst>
                <a:gd name="T0" fmla="*/ 2147483647 w 728"/>
                <a:gd name="T1" fmla="*/ 2147483647 h 376"/>
                <a:gd name="T2" fmla="*/ 2147483647 w 728"/>
                <a:gd name="T3" fmla="*/ 2147483647 h 376"/>
                <a:gd name="T4" fmla="*/ 2147483647 w 728"/>
                <a:gd name="T5" fmla="*/ 2147483647 h 376"/>
                <a:gd name="T6" fmla="*/ 2147483647 w 728"/>
                <a:gd name="T7" fmla="*/ 2147483647 h 376"/>
                <a:gd name="T8" fmla="*/ 2147483647 w 728"/>
                <a:gd name="T9" fmla="*/ 2147483647 h 376"/>
                <a:gd name="T10" fmla="*/ 2147483647 w 728"/>
                <a:gd name="T11" fmla="*/ 2147483647 h 376"/>
                <a:gd name="T12" fmla="*/ 2147483647 w 728"/>
                <a:gd name="T13" fmla="*/ 2147483647 h 376"/>
                <a:gd name="T14" fmla="*/ 2147483647 w 728"/>
                <a:gd name="T15" fmla="*/ 2147483647 h 376"/>
                <a:gd name="T16" fmla="*/ 2147483647 w 728"/>
                <a:gd name="T17" fmla="*/ 2147483647 h 376"/>
                <a:gd name="T18" fmla="*/ 2147483647 w 728"/>
                <a:gd name="T19" fmla="*/ 2147483647 h 376"/>
                <a:gd name="T20" fmla="*/ 2147483647 w 728"/>
                <a:gd name="T21" fmla="*/ 2147483647 h 376"/>
                <a:gd name="T22" fmla="*/ 2147483647 w 728"/>
                <a:gd name="T23" fmla="*/ 2147483647 h 376"/>
                <a:gd name="T24" fmla="*/ 2147483647 w 728"/>
                <a:gd name="T25" fmla="*/ 2147483647 h 376"/>
                <a:gd name="T26" fmla="*/ 2147483647 w 728"/>
                <a:gd name="T27" fmla="*/ 2147483647 h 376"/>
                <a:gd name="T28" fmla="*/ 2147483647 w 728"/>
                <a:gd name="T29" fmla="*/ 2147483647 h 376"/>
                <a:gd name="T30" fmla="*/ 2147483647 w 728"/>
                <a:gd name="T31" fmla="*/ 2147483647 h 376"/>
                <a:gd name="T32" fmla="*/ 2147483647 w 728"/>
                <a:gd name="T33" fmla="*/ 2147483647 h 376"/>
                <a:gd name="T34" fmla="*/ 2147483647 w 728"/>
                <a:gd name="T35" fmla="*/ 2147483647 h 376"/>
                <a:gd name="T36" fmla="*/ 2147483647 w 728"/>
                <a:gd name="T37" fmla="*/ 2147483647 h 376"/>
                <a:gd name="T38" fmla="*/ 2147483647 w 728"/>
                <a:gd name="T39" fmla="*/ 2147483647 h 376"/>
                <a:gd name="T40" fmla="*/ 2147483647 w 728"/>
                <a:gd name="T41" fmla="*/ 2147483647 h 376"/>
                <a:gd name="T42" fmla="*/ 2147483647 w 728"/>
                <a:gd name="T43" fmla="*/ 2147483647 h 376"/>
                <a:gd name="T44" fmla="*/ 2147483647 w 728"/>
                <a:gd name="T45" fmla="*/ 2147483647 h 376"/>
                <a:gd name="T46" fmla="*/ 2147483647 w 728"/>
                <a:gd name="T47" fmla="*/ 2147483647 h 376"/>
                <a:gd name="T48" fmla="*/ 2147483647 w 728"/>
                <a:gd name="T49" fmla="*/ 2147483647 h 376"/>
                <a:gd name="T50" fmla="*/ 2147483647 w 728"/>
                <a:gd name="T51" fmla="*/ 0 h 376"/>
                <a:gd name="T52" fmla="*/ 2147483647 w 728"/>
                <a:gd name="T53" fmla="*/ 2147483647 h 376"/>
                <a:gd name="T54" fmla="*/ 2147483647 w 728"/>
                <a:gd name="T55" fmla="*/ 2147483647 h 376"/>
                <a:gd name="T56" fmla="*/ 2147483647 w 728"/>
                <a:gd name="T57" fmla="*/ 2147483647 h 376"/>
                <a:gd name="T58" fmla="*/ 0 w 728"/>
                <a:gd name="T59" fmla="*/ 2147483647 h 376"/>
                <a:gd name="T60" fmla="*/ 2147483647 w 728"/>
                <a:gd name="T61" fmla="*/ 2147483647 h 376"/>
                <a:gd name="T62" fmla="*/ 2147483647 w 728"/>
                <a:gd name="T63" fmla="*/ 2147483647 h 376"/>
                <a:gd name="T64" fmla="*/ 2147483647 w 728"/>
                <a:gd name="T65" fmla="*/ 2147483647 h 376"/>
                <a:gd name="T66" fmla="*/ 2147483647 w 728"/>
                <a:gd name="T67" fmla="*/ 2147483647 h 37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728"/>
                <a:gd name="T103" fmla="*/ 0 h 376"/>
                <a:gd name="T104" fmla="*/ 728 w 728"/>
                <a:gd name="T105" fmla="*/ 376 h 37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728" h="376">
                  <a:moveTo>
                    <a:pt x="168" y="288"/>
                  </a:moveTo>
                  <a:lnTo>
                    <a:pt x="200" y="288"/>
                  </a:lnTo>
                  <a:lnTo>
                    <a:pt x="208" y="280"/>
                  </a:lnTo>
                  <a:lnTo>
                    <a:pt x="232" y="288"/>
                  </a:lnTo>
                  <a:lnTo>
                    <a:pt x="264" y="320"/>
                  </a:lnTo>
                  <a:lnTo>
                    <a:pt x="288" y="312"/>
                  </a:lnTo>
                  <a:lnTo>
                    <a:pt x="304" y="328"/>
                  </a:lnTo>
                  <a:lnTo>
                    <a:pt x="312" y="344"/>
                  </a:lnTo>
                  <a:lnTo>
                    <a:pt x="328" y="360"/>
                  </a:lnTo>
                  <a:lnTo>
                    <a:pt x="352" y="368"/>
                  </a:lnTo>
                  <a:lnTo>
                    <a:pt x="352" y="336"/>
                  </a:lnTo>
                  <a:lnTo>
                    <a:pt x="368" y="320"/>
                  </a:lnTo>
                  <a:lnTo>
                    <a:pt x="376" y="312"/>
                  </a:lnTo>
                  <a:lnTo>
                    <a:pt x="416" y="312"/>
                  </a:lnTo>
                  <a:lnTo>
                    <a:pt x="440" y="312"/>
                  </a:lnTo>
                  <a:lnTo>
                    <a:pt x="472" y="304"/>
                  </a:lnTo>
                  <a:lnTo>
                    <a:pt x="496" y="304"/>
                  </a:lnTo>
                  <a:lnTo>
                    <a:pt x="512" y="304"/>
                  </a:lnTo>
                  <a:lnTo>
                    <a:pt x="520" y="320"/>
                  </a:lnTo>
                  <a:lnTo>
                    <a:pt x="528" y="352"/>
                  </a:lnTo>
                  <a:lnTo>
                    <a:pt x="552" y="376"/>
                  </a:lnTo>
                  <a:lnTo>
                    <a:pt x="560" y="376"/>
                  </a:lnTo>
                  <a:lnTo>
                    <a:pt x="560" y="336"/>
                  </a:lnTo>
                  <a:lnTo>
                    <a:pt x="544" y="296"/>
                  </a:lnTo>
                  <a:lnTo>
                    <a:pt x="560" y="272"/>
                  </a:lnTo>
                  <a:lnTo>
                    <a:pt x="584" y="264"/>
                  </a:lnTo>
                  <a:lnTo>
                    <a:pt x="616" y="224"/>
                  </a:lnTo>
                  <a:lnTo>
                    <a:pt x="616" y="200"/>
                  </a:lnTo>
                  <a:lnTo>
                    <a:pt x="608" y="176"/>
                  </a:lnTo>
                  <a:lnTo>
                    <a:pt x="624" y="184"/>
                  </a:lnTo>
                  <a:lnTo>
                    <a:pt x="624" y="168"/>
                  </a:lnTo>
                  <a:lnTo>
                    <a:pt x="632" y="168"/>
                  </a:lnTo>
                  <a:lnTo>
                    <a:pt x="640" y="160"/>
                  </a:lnTo>
                  <a:lnTo>
                    <a:pt x="648" y="144"/>
                  </a:lnTo>
                  <a:lnTo>
                    <a:pt x="664" y="136"/>
                  </a:lnTo>
                  <a:lnTo>
                    <a:pt x="688" y="128"/>
                  </a:lnTo>
                  <a:lnTo>
                    <a:pt x="688" y="96"/>
                  </a:lnTo>
                  <a:lnTo>
                    <a:pt x="728" y="72"/>
                  </a:lnTo>
                  <a:lnTo>
                    <a:pt x="720" y="32"/>
                  </a:lnTo>
                  <a:lnTo>
                    <a:pt x="704" y="32"/>
                  </a:lnTo>
                  <a:lnTo>
                    <a:pt x="672" y="72"/>
                  </a:lnTo>
                  <a:lnTo>
                    <a:pt x="632" y="80"/>
                  </a:lnTo>
                  <a:lnTo>
                    <a:pt x="616" y="80"/>
                  </a:lnTo>
                  <a:lnTo>
                    <a:pt x="584" y="104"/>
                  </a:lnTo>
                  <a:lnTo>
                    <a:pt x="536" y="120"/>
                  </a:lnTo>
                  <a:lnTo>
                    <a:pt x="536" y="96"/>
                  </a:lnTo>
                  <a:lnTo>
                    <a:pt x="512" y="48"/>
                  </a:lnTo>
                  <a:lnTo>
                    <a:pt x="440" y="16"/>
                  </a:lnTo>
                  <a:lnTo>
                    <a:pt x="416" y="8"/>
                  </a:lnTo>
                  <a:lnTo>
                    <a:pt x="376" y="0"/>
                  </a:lnTo>
                  <a:lnTo>
                    <a:pt x="24" y="0"/>
                  </a:lnTo>
                  <a:lnTo>
                    <a:pt x="32" y="24"/>
                  </a:lnTo>
                  <a:lnTo>
                    <a:pt x="16" y="32"/>
                  </a:lnTo>
                  <a:lnTo>
                    <a:pt x="24" y="16"/>
                  </a:lnTo>
                  <a:lnTo>
                    <a:pt x="0" y="8"/>
                  </a:lnTo>
                  <a:lnTo>
                    <a:pt x="8" y="48"/>
                  </a:lnTo>
                  <a:lnTo>
                    <a:pt x="8" y="80"/>
                  </a:lnTo>
                  <a:lnTo>
                    <a:pt x="0" y="112"/>
                  </a:lnTo>
                  <a:lnTo>
                    <a:pt x="8" y="136"/>
                  </a:lnTo>
                  <a:lnTo>
                    <a:pt x="8" y="152"/>
                  </a:lnTo>
                  <a:lnTo>
                    <a:pt x="24" y="192"/>
                  </a:lnTo>
                  <a:lnTo>
                    <a:pt x="40" y="224"/>
                  </a:lnTo>
                  <a:lnTo>
                    <a:pt x="56" y="240"/>
                  </a:lnTo>
                  <a:lnTo>
                    <a:pt x="88" y="264"/>
                  </a:lnTo>
                  <a:lnTo>
                    <a:pt x="96" y="272"/>
                  </a:lnTo>
                  <a:lnTo>
                    <a:pt x="128" y="272"/>
                  </a:lnTo>
                  <a:lnTo>
                    <a:pt x="168" y="2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36" name="Freeform 780"/>
            <p:cNvSpPr/>
            <p:nvPr/>
          </p:nvSpPr>
          <p:spPr bwMode="auto">
            <a:xfrm>
              <a:off x="2968199" y="3315136"/>
              <a:ext cx="75667" cy="74570"/>
            </a:xfrm>
            <a:custGeom>
              <a:avLst/>
              <a:gdLst>
                <a:gd name="T0" fmla="*/ 2147483647 w 56"/>
                <a:gd name="T1" fmla="*/ 2147483647 h 56"/>
                <a:gd name="T2" fmla="*/ 2147483647 w 56"/>
                <a:gd name="T3" fmla="*/ 2147483647 h 56"/>
                <a:gd name="T4" fmla="*/ 2147483647 w 56"/>
                <a:gd name="T5" fmla="*/ 0 h 56"/>
                <a:gd name="T6" fmla="*/ 2147483647 w 56"/>
                <a:gd name="T7" fmla="*/ 2147483647 h 56"/>
                <a:gd name="T8" fmla="*/ 0 w 56"/>
                <a:gd name="T9" fmla="*/ 2147483647 h 56"/>
                <a:gd name="T10" fmla="*/ 2147483647 w 56"/>
                <a:gd name="T11" fmla="*/ 2147483647 h 56"/>
                <a:gd name="T12" fmla="*/ 2147483647 w 56"/>
                <a:gd name="T13" fmla="*/ 2147483647 h 56"/>
                <a:gd name="T14" fmla="*/ 2147483647 w 56"/>
                <a:gd name="T15" fmla="*/ 2147483647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56"/>
                <a:gd name="T26" fmla="*/ 56 w 56"/>
                <a:gd name="T27" fmla="*/ 56 h 5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56">
                  <a:moveTo>
                    <a:pt x="56" y="56"/>
                  </a:moveTo>
                  <a:lnTo>
                    <a:pt x="56" y="48"/>
                  </a:lnTo>
                  <a:lnTo>
                    <a:pt x="56" y="0"/>
                  </a:lnTo>
                  <a:lnTo>
                    <a:pt x="32" y="16"/>
                  </a:lnTo>
                  <a:lnTo>
                    <a:pt x="0" y="24"/>
                  </a:lnTo>
                  <a:lnTo>
                    <a:pt x="24" y="56"/>
                  </a:lnTo>
                  <a:lnTo>
                    <a:pt x="40" y="56"/>
                  </a:lnTo>
                  <a:lnTo>
                    <a:pt x="56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7" name="Freeform 781"/>
            <p:cNvSpPr/>
            <p:nvPr/>
          </p:nvSpPr>
          <p:spPr bwMode="auto">
            <a:xfrm>
              <a:off x="3001097" y="3389706"/>
              <a:ext cx="63604" cy="42768"/>
            </a:xfrm>
            <a:custGeom>
              <a:avLst/>
              <a:gdLst>
                <a:gd name="T0" fmla="*/ 2147483647 w 48"/>
                <a:gd name="T1" fmla="*/ 0 h 32"/>
                <a:gd name="T2" fmla="*/ 2147483647 w 48"/>
                <a:gd name="T3" fmla="*/ 0 h 32"/>
                <a:gd name="T4" fmla="*/ 0 w 48"/>
                <a:gd name="T5" fmla="*/ 0 h 32"/>
                <a:gd name="T6" fmla="*/ 2147483647 w 48"/>
                <a:gd name="T7" fmla="*/ 2147483647 h 32"/>
                <a:gd name="T8" fmla="*/ 2147483647 w 48"/>
                <a:gd name="T9" fmla="*/ 2147483647 h 32"/>
                <a:gd name="T10" fmla="*/ 2147483647 w 48"/>
                <a:gd name="T11" fmla="*/ 2147483647 h 32"/>
                <a:gd name="T12" fmla="*/ 2147483647 w 48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"/>
                <a:gd name="T22" fmla="*/ 0 h 32"/>
                <a:gd name="T23" fmla="*/ 48 w 48"/>
                <a:gd name="T24" fmla="*/ 32 h 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" h="32">
                  <a:moveTo>
                    <a:pt x="32" y="0"/>
                  </a:moveTo>
                  <a:lnTo>
                    <a:pt x="16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40" y="32"/>
                  </a:lnTo>
                  <a:lnTo>
                    <a:pt x="48" y="16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8" name="Freeform 782"/>
            <p:cNvSpPr/>
            <p:nvPr/>
          </p:nvSpPr>
          <p:spPr bwMode="auto">
            <a:xfrm>
              <a:off x="3054832" y="3411638"/>
              <a:ext cx="96502" cy="42768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2147483647 h 32"/>
                <a:gd name="T4" fmla="*/ 2147483647 w 72"/>
                <a:gd name="T5" fmla="*/ 2147483647 h 32"/>
                <a:gd name="T6" fmla="*/ 2147483647 w 72"/>
                <a:gd name="T7" fmla="*/ 0 h 32"/>
                <a:gd name="T8" fmla="*/ 0 w 72"/>
                <a:gd name="T9" fmla="*/ 2147483647 h 32"/>
                <a:gd name="T10" fmla="*/ 2147483647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2147483647 w 72"/>
                <a:gd name="T17" fmla="*/ 2147483647 h 32"/>
                <a:gd name="T18" fmla="*/ 2147483647 w 72"/>
                <a:gd name="T19" fmla="*/ 2147483647 h 32"/>
                <a:gd name="T20" fmla="*/ 2147483647 w 72"/>
                <a:gd name="T21" fmla="*/ 2147483647 h 32"/>
                <a:gd name="T22" fmla="*/ 2147483647 w 72"/>
                <a:gd name="T23" fmla="*/ 2147483647 h 32"/>
                <a:gd name="T24" fmla="*/ 2147483647 w 72"/>
                <a:gd name="T25" fmla="*/ 2147483647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2"/>
                <a:gd name="T40" fmla="*/ 0 h 32"/>
                <a:gd name="T41" fmla="*/ 72 w 72"/>
                <a:gd name="T42" fmla="*/ 32 h 3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2" h="32">
                  <a:moveTo>
                    <a:pt x="56" y="8"/>
                  </a:moveTo>
                  <a:lnTo>
                    <a:pt x="40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16" y="32"/>
                  </a:lnTo>
                  <a:lnTo>
                    <a:pt x="24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56" y="16"/>
                  </a:lnTo>
                  <a:lnTo>
                    <a:pt x="64" y="32"/>
                  </a:lnTo>
                  <a:lnTo>
                    <a:pt x="72" y="16"/>
                  </a:lnTo>
                  <a:lnTo>
                    <a:pt x="56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9" name="Freeform 783"/>
            <p:cNvSpPr/>
            <p:nvPr/>
          </p:nvSpPr>
          <p:spPr bwMode="auto">
            <a:xfrm>
              <a:off x="3118435" y="3367774"/>
              <a:ext cx="203971" cy="214937"/>
            </a:xfrm>
            <a:custGeom>
              <a:avLst/>
              <a:gdLst>
                <a:gd name="T0" fmla="*/ 2147483647 w 152"/>
                <a:gd name="T1" fmla="*/ 2147483647 h 160"/>
                <a:gd name="T2" fmla="*/ 2147483647 w 152"/>
                <a:gd name="T3" fmla="*/ 2147483647 h 160"/>
                <a:gd name="T4" fmla="*/ 2147483647 w 152"/>
                <a:gd name="T5" fmla="*/ 2147483647 h 160"/>
                <a:gd name="T6" fmla="*/ 2147483647 w 152"/>
                <a:gd name="T7" fmla="*/ 2147483647 h 160"/>
                <a:gd name="T8" fmla="*/ 2147483647 w 152"/>
                <a:gd name="T9" fmla="*/ 2147483647 h 160"/>
                <a:gd name="T10" fmla="*/ 2147483647 w 152"/>
                <a:gd name="T11" fmla="*/ 2147483647 h 160"/>
                <a:gd name="T12" fmla="*/ 2147483647 w 152"/>
                <a:gd name="T13" fmla="*/ 2147483647 h 160"/>
                <a:gd name="T14" fmla="*/ 2147483647 w 152"/>
                <a:gd name="T15" fmla="*/ 2147483647 h 160"/>
                <a:gd name="T16" fmla="*/ 2147483647 w 152"/>
                <a:gd name="T17" fmla="*/ 0 h 160"/>
                <a:gd name="T18" fmla="*/ 2147483647 w 152"/>
                <a:gd name="T19" fmla="*/ 2147483647 h 160"/>
                <a:gd name="T20" fmla="*/ 2147483647 w 152"/>
                <a:gd name="T21" fmla="*/ 2147483647 h 160"/>
                <a:gd name="T22" fmla="*/ 2147483647 w 152"/>
                <a:gd name="T23" fmla="*/ 2147483647 h 160"/>
                <a:gd name="T24" fmla="*/ 2147483647 w 152"/>
                <a:gd name="T25" fmla="*/ 2147483647 h 160"/>
                <a:gd name="T26" fmla="*/ 2147483647 w 152"/>
                <a:gd name="T27" fmla="*/ 2147483647 h 160"/>
                <a:gd name="T28" fmla="*/ 2147483647 w 152"/>
                <a:gd name="T29" fmla="*/ 2147483647 h 160"/>
                <a:gd name="T30" fmla="*/ 2147483647 w 152"/>
                <a:gd name="T31" fmla="*/ 2147483647 h 160"/>
                <a:gd name="T32" fmla="*/ 2147483647 w 152"/>
                <a:gd name="T33" fmla="*/ 2147483647 h 160"/>
                <a:gd name="T34" fmla="*/ 2147483647 w 152"/>
                <a:gd name="T35" fmla="*/ 2147483647 h 160"/>
                <a:gd name="T36" fmla="*/ 2147483647 w 152"/>
                <a:gd name="T37" fmla="*/ 2147483647 h 160"/>
                <a:gd name="T38" fmla="*/ 2147483647 w 152"/>
                <a:gd name="T39" fmla="*/ 2147483647 h 160"/>
                <a:gd name="T40" fmla="*/ 0 w 152"/>
                <a:gd name="T41" fmla="*/ 2147483647 h 160"/>
                <a:gd name="T42" fmla="*/ 2147483647 w 152"/>
                <a:gd name="T43" fmla="*/ 2147483647 h 160"/>
                <a:gd name="T44" fmla="*/ 2147483647 w 152"/>
                <a:gd name="T45" fmla="*/ 2147483647 h 160"/>
                <a:gd name="T46" fmla="*/ 2147483647 w 152"/>
                <a:gd name="T47" fmla="*/ 2147483647 h 16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52"/>
                <a:gd name="T73" fmla="*/ 0 h 160"/>
                <a:gd name="T74" fmla="*/ 152 w 152"/>
                <a:gd name="T75" fmla="*/ 160 h 16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52" h="160">
                  <a:moveTo>
                    <a:pt x="152" y="136"/>
                  </a:moveTo>
                  <a:lnTo>
                    <a:pt x="152" y="104"/>
                  </a:lnTo>
                  <a:lnTo>
                    <a:pt x="144" y="88"/>
                  </a:lnTo>
                  <a:lnTo>
                    <a:pt x="144" y="80"/>
                  </a:lnTo>
                  <a:lnTo>
                    <a:pt x="128" y="80"/>
                  </a:lnTo>
                  <a:lnTo>
                    <a:pt x="88" y="64"/>
                  </a:lnTo>
                  <a:lnTo>
                    <a:pt x="80" y="40"/>
                  </a:lnTo>
                  <a:lnTo>
                    <a:pt x="80" y="8"/>
                  </a:lnTo>
                  <a:lnTo>
                    <a:pt x="96" y="0"/>
                  </a:lnTo>
                  <a:lnTo>
                    <a:pt x="72" y="8"/>
                  </a:lnTo>
                  <a:lnTo>
                    <a:pt x="56" y="16"/>
                  </a:lnTo>
                  <a:lnTo>
                    <a:pt x="48" y="32"/>
                  </a:lnTo>
                  <a:lnTo>
                    <a:pt x="40" y="40"/>
                  </a:lnTo>
                  <a:lnTo>
                    <a:pt x="24" y="48"/>
                  </a:lnTo>
                  <a:lnTo>
                    <a:pt x="16" y="64"/>
                  </a:lnTo>
                  <a:lnTo>
                    <a:pt x="16" y="72"/>
                  </a:lnTo>
                  <a:lnTo>
                    <a:pt x="24" y="88"/>
                  </a:lnTo>
                  <a:lnTo>
                    <a:pt x="24" y="104"/>
                  </a:lnTo>
                  <a:lnTo>
                    <a:pt x="24" y="120"/>
                  </a:lnTo>
                  <a:lnTo>
                    <a:pt x="8" y="128"/>
                  </a:lnTo>
                  <a:lnTo>
                    <a:pt x="0" y="136"/>
                  </a:lnTo>
                  <a:lnTo>
                    <a:pt x="32" y="152"/>
                  </a:lnTo>
                  <a:lnTo>
                    <a:pt x="48" y="160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0" name="Freeform 784"/>
            <p:cNvSpPr/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2147483647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0 h 72"/>
                <a:gd name="T22" fmla="*/ 0 w 104"/>
                <a:gd name="T23" fmla="*/ 2147483647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1" name="Freeform 785"/>
            <p:cNvSpPr/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0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2147483647 h 72"/>
                <a:gd name="T22" fmla="*/ 2147483647 w 104"/>
                <a:gd name="T23" fmla="*/ 0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0" y="24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2" name="Freeform 786"/>
            <p:cNvSpPr/>
            <p:nvPr/>
          </p:nvSpPr>
          <p:spPr bwMode="auto">
            <a:xfrm>
              <a:off x="3183135" y="3550909"/>
              <a:ext cx="139271" cy="96502"/>
            </a:xfrm>
            <a:custGeom>
              <a:avLst/>
              <a:gdLst>
                <a:gd name="T0" fmla="*/ 0 w 104"/>
                <a:gd name="T1" fmla="*/ 2147483647 h 72"/>
                <a:gd name="T2" fmla="*/ 0 w 104"/>
                <a:gd name="T3" fmla="*/ 2147483647 h 72"/>
                <a:gd name="T4" fmla="*/ 2147483647 w 104"/>
                <a:gd name="T5" fmla="*/ 2147483647 h 72"/>
                <a:gd name="T6" fmla="*/ 2147483647 w 104"/>
                <a:gd name="T7" fmla="*/ 2147483647 h 72"/>
                <a:gd name="T8" fmla="*/ 2147483647 w 104"/>
                <a:gd name="T9" fmla="*/ 2147483647 h 72"/>
                <a:gd name="T10" fmla="*/ 2147483647 w 104"/>
                <a:gd name="T11" fmla="*/ 2147483647 h 72"/>
                <a:gd name="T12" fmla="*/ 2147483647 w 104"/>
                <a:gd name="T13" fmla="*/ 2147483647 h 72"/>
                <a:gd name="T14" fmla="*/ 2147483647 w 104"/>
                <a:gd name="T15" fmla="*/ 2147483647 h 72"/>
                <a:gd name="T16" fmla="*/ 2147483647 w 104"/>
                <a:gd name="T17" fmla="*/ 2147483647 h 72"/>
                <a:gd name="T18" fmla="*/ 2147483647 w 104"/>
                <a:gd name="T19" fmla="*/ 2147483647 h 72"/>
                <a:gd name="T20" fmla="*/ 2147483647 w 104"/>
                <a:gd name="T21" fmla="*/ 2147483647 h 72"/>
                <a:gd name="T22" fmla="*/ 2147483647 w 104"/>
                <a:gd name="T23" fmla="*/ 0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72"/>
                <a:gd name="T38" fmla="*/ 104 w 104"/>
                <a:gd name="T39" fmla="*/ 72 h 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72">
                  <a:moveTo>
                    <a:pt x="0" y="24"/>
                  </a:moveTo>
                  <a:lnTo>
                    <a:pt x="0" y="24"/>
                  </a:lnTo>
                  <a:lnTo>
                    <a:pt x="24" y="40"/>
                  </a:lnTo>
                  <a:lnTo>
                    <a:pt x="32" y="48"/>
                  </a:lnTo>
                  <a:lnTo>
                    <a:pt x="48" y="48"/>
                  </a:lnTo>
                  <a:lnTo>
                    <a:pt x="56" y="64"/>
                  </a:lnTo>
                  <a:lnTo>
                    <a:pt x="64" y="56"/>
                  </a:lnTo>
                  <a:lnTo>
                    <a:pt x="56" y="64"/>
                  </a:lnTo>
                  <a:lnTo>
                    <a:pt x="64" y="72"/>
                  </a:lnTo>
                  <a:lnTo>
                    <a:pt x="72" y="24"/>
                  </a:lnTo>
                  <a:lnTo>
                    <a:pt x="72" y="8"/>
                  </a:lnTo>
                  <a:lnTo>
                    <a:pt x="104" y="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3" name="Freeform 787"/>
            <p:cNvSpPr/>
            <p:nvPr/>
          </p:nvSpPr>
          <p:spPr bwMode="auto">
            <a:xfrm>
              <a:off x="3420004" y="3432474"/>
              <a:ext cx="85536" cy="118435"/>
            </a:xfrm>
            <a:custGeom>
              <a:avLst/>
              <a:gdLst>
                <a:gd name="T0" fmla="*/ 2147483647 w 64"/>
                <a:gd name="T1" fmla="*/ 2147483647 h 88"/>
                <a:gd name="T2" fmla="*/ 2147483647 w 64"/>
                <a:gd name="T3" fmla="*/ 2147483647 h 88"/>
                <a:gd name="T4" fmla="*/ 2147483647 w 64"/>
                <a:gd name="T5" fmla="*/ 2147483647 h 88"/>
                <a:gd name="T6" fmla="*/ 2147483647 w 64"/>
                <a:gd name="T7" fmla="*/ 2147483647 h 88"/>
                <a:gd name="T8" fmla="*/ 2147483647 w 64"/>
                <a:gd name="T9" fmla="*/ 2147483647 h 88"/>
                <a:gd name="T10" fmla="*/ 2147483647 w 64"/>
                <a:gd name="T11" fmla="*/ 2147483647 h 88"/>
                <a:gd name="T12" fmla="*/ 2147483647 w 64"/>
                <a:gd name="T13" fmla="*/ 2147483647 h 88"/>
                <a:gd name="T14" fmla="*/ 2147483647 w 64"/>
                <a:gd name="T15" fmla="*/ 0 h 88"/>
                <a:gd name="T16" fmla="*/ 2147483647 w 64"/>
                <a:gd name="T17" fmla="*/ 2147483647 h 88"/>
                <a:gd name="T18" fmla="*/ 0 w 64"/>
                <a:gd name="T19" fmla="*/ 2147483647 h 88"/>
                <a:gd name="T20" fmla="*/ 2147483647 w 64"/>
                <a:gd name="T21" fmla="*/ 2147483647 h 88"/>
                <a:gd name="T22" fmla="*/ 2147483647 w 64"/>
                <a:gd name="T23" fmla="*/ 2147483647 h 88"/>
                <a:gd name="T24" fmla="*/ 2147483647 w 64"/>
                <a:gd name="T25" fmla="*/ 2147483647 h 88"/>
                <a:gd name="T26" fmla="*/ 2147483647 w 64"/>
                <a:gd name="T27" fmla="*/ 2147483647 h 88"/>
                <a:gd name="T28" fmla="*/ 2147483647 w 64"/>
                <a:gd name="T29" fmla="*/ 2147483647 h 88"/>
                <a:gd name="T30" fmla="*/ 2147483647 w 64"/>
                <a:gd name="T31" fmla="*/ 2147483647 h 88"/>
                <a:gd name="T32" fmla="*/ 2147483647 w 64"/>
                <a:gd name="T33" fmla="*/ 2147483647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4"/>
                <a:gd name="T52" fmla="*/ 0 h 88"/>
                <a:gd name="T53" fmla="*/ 64 w 64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4" h="88">
                  <a:moveTo>
                    <a:pt x="64" y="80"/>
                  </a:move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4" name="Freeform 788"/>
            <p:cNvSpPr/>
            <p:nvPr/>
          </p:nvSpPr>
          <p:spPr bwMode="auto">
            <a:xfrm>
              <a:off x="3537343" y="3475242"/>
              <a:ext cx="53734" cy="64701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0 h 48"/>
                <a:gd name="T10" fmla="*/ 2147483647 w 40"/>
                <a:gd name="T11" fmla="*/ 0 h 48"/>
                <a:gd name="T12" fmla="*/ 0 w 40"/>
                <a:gd name="T13" fmla="*/ 2147483647 h 48"/>
                <a:gd name="T14" fmla="*/ 2147483647 w 40"/>
                <a:gd name="T15" fmla="*/ 2147483647 h 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48"/>
                <a:gd name="T26" fmla="*/ 40 w 40"/>
                <a:gd name="T27" fmla="*/ 48 h 4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48">
                  <a:moveTo>
                    <a:pt x="8" y="32"/>
                  </a:moveTo>
                  <a:lnTo>
                    <a:pt x="8" y="48"/>
                  </a:lnTo>
                  <a:lnTo>
                    <a:pt x="24" y="40"/>
                  </a:lnTo>
                  <a:lnTo>
                    <a:pt x="40" y="16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5" name="Freeform 789"/>
            <p:cNvSpPr/>
            <p:nvPr/>
          </p:nvSpPr>
          <p:spPr bwMode="auto">
            <a:xfrm>
              <a:off x="3420004" y="3432474"/>
              <a:ext cx="85536" cy="118435"/>
            </a:xfrm>
            <a:custGeom>
              <a:avLst/>
              <a:gdLst>
                <a:gd name="T0" fmla="*/ 2147483647 w 64"/>
                <a:gd name="T1" fmla="*/ 2147483647 h 88"/>
                <a:gd name="T2" fmla="*/ 2147483647 w 64"/>
                <a:gd name="T3" fmla="*/ 2147483647 h 88"/>
                <a:gd name="T4" fmla="*/ 2147483647 w 64"/>
                <a:gd name="T5" fmla="*/ 2147483647 h 88"/>
                <a:gd name="T6" fmla="*/ 2147483647 w 64"/>
                <a:gd name="T7" fmla="*/ 2147483647 h 88"/>
                <a:gd name="T8" fmla="*/ 2147483647 w 64"/>
                <a:gd name="T9" fmla="*/ 2147483647 h 88"/>
                <a:gd name="T10" fmla="*/ 2147483647 w 64"/>
                <a:gd name="T11" fmla="*/ 2147483647 h 88"/>
                <a:gd name="T12" fmla="*/ 2147483647 w 64"/>
                <a:gd name="T13" fmla="*/ 2147483647 h 88"/>
                <a:gd name="T14" fmla="*/ 2147483647 w 64"/>
                <a:gd name="T15" fmla="*/ 0 h 88"/>
                <a:gd name="T16" fmla="*/ 2147483647 w 64"/>
                <a:gd name="T17" fmla="*/ 2147483647 h 88"/>
                <a:gd name="T18" fmla="*/ 0 w 64"/>
                <a:gd name="T19" fmla="*/ 2147483647 h 88"/>
                <a:gd name="T20" fmla="*/ 2147483647 w 64"/>
                <a:gd name="T21" fmla="*/ 2147483647 h 88"/>
                <a:gd name="T22" fmla="*/ 2147483647 w 64"/>
                <a:gd name="T23" fmla="*/ 2147483647 h 88"/>
                <a:gd name="T24" fmla="*/ 2147483647 w 64"/>
                <a:gd name="T25" fmla="*/ 2147483647 h 88"/>
                <a:gd name="T26" fmla="*/ 2147483647 w 64"/>
                <a:gd name="T27" fmla="*/ 2147483647 h 88"/>
                <a:gd name="T28" fmla="*/ 2147483647 w 64"/>
                <a:gd name="T29" fmla="*/ 2147483647 h 88"/>
                <a:gd name="T30" fmla="*/ 2147483647 w 64"/>
                <a:gd name="T31" fmla="*/ 2147483647 h 88"/>
                <a:gd name="T32" fmla="*/ 2147483647 w 64"/>
                <a:gd name="T33" fmla="*/ 2147483647 h 88"/>
                <a:gd name="T34" fmla="*/ 2147483647 w 64"/>
                <a:gd name="T35" fmla="*/ 2147483647 h 88"/>
                <a:gd name="T36" fmla="*/ 2147483647 w 64"/>
                <a:gd name="T37" fmla="*/ 2147483647 h 88"/>
                <a:gd name="T38" fmla="*/ 2147483647 w 64"/>
                <a:gd name="T39" fmla="*/ 2147483647 h 88"/>
                <a:gd name="T40" fmla="*/ 2147483647 w 64"/>
                <a:gd name="T41" fmla="*/ 2147483647 h 88"/>
                <a:gd name="T42" fmla="*/ 2147483647 w 64"/>
                <a:gd name="T43" fmla="*/ 2147483647 h 88"/>
                <a:gd name="T44" fmla="*/ 2147483647 w 64"/>
                <a:gd name="T45" fmla="*/ 2147483647 h 88"/>
                <a:gd name="T46" fmla="*/ 2147483647 w 64"/>
                <a:gd name="T47" fmla="*/ 2147483647 h 88"/>
                <a:gd name="T48" fmla="*/ 2147483647 w 64"/>
                <a:gd name="T49" fmla="*/ 0 h 88"/>
                <a:gd name="T50" fmla="*/ 2147483647 w 64"/>
                <a:gd name="T51" fmla="*/ 2147483647 h 88"/>
                <a:gd name="T52" fmla="*/ 0 w 64"/>
                <a:gd name="T53" fmla="*/ 2147483647 h 88"/>
                <a:gd name="T54" fmla="*/ 2147483647 w 64"/>
                <a:gd name="T55" fmla="*/ 2147483647 h 88"/>
                <a:gd name="T56" fmla="*/ 2147483647 w 64"/>
                <a:gd name="T57" fmla="*/ 2147483647 h 88"/>
                <a:gd name="T58" fmla="*/ 2147483647 w 64"/>
                <a:gd name="T59" fmla="*/ 2147483647 h 88"/>
                <a:gd name="T60" fmla="*/ 2147483647 w 64"/>
                <a:gd name="T61" fmla="*/ 2147483647 h 88"/>
                <a:gd name="T62" fmla="*/ 2147483647 w 64"/>
                <a:gd name="T63" fmla="*/ 2147483647 h 88"/>
                <a:gd name="T64" fmla="*/ 2147483647 w 64"/>
                <a:gd name="T65" fmla="*/ 2147483647 h 88"/>
                <a:gd name="T66" fmla="*/ 2147483647 w 64"/>
                <a:gd name="T67" fmla="*/ 2147483647 h 88"/>
                <a:gd name="T68" fmla="*/ 2147483647 w 64"/>
                <a:gd name="T69" fmla="*/ 2147483647 h 8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4"/>
                <a:gd name="T106" fmla="*/ 0 h 88"/>
                <a:gd name="T107" fmla="*/ 64 w 64"/>
                <a:gd name="T108" fmla="*/ 88 h 8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4" h="88">
                  <a:moveTo>
                    <a:pt x="64" y="80"/>
                  </a:move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lnTo>
                    <a:pt x="56" y="64"/>
                  </a:lnTo>
                  <a:lnTo>
                    <a:pt x="48" y="48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24"/>
                  </a:lnTo>
                  <a:lnTo>
                    <a:pt x="40" y="8"/>
                  </a:lnTo>
                  <a:lnTo>
                    <a:pt x="24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40"/>
                  </a:lnTo>
                  <a:lnTo>
                    <a:pt x="24" y="56"/>
                  </a:lnTo>
                  <a:lnTo>
                    <a:pt x="16" y="80"/>
                  </a:lnTo>
                  <a:lnTo>
                    <a:pt x="32" y="88"/>
                  </a:lnTo>
                  <a:lnTo>
                    <a:pt x="40" y="88"/>
                  </a:lnTo>
                  <a:lnTo>
                    <a:pt x="64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6" name="Freeform 790"/>
            <p:cNvSpPr/>
            <p:nvPr/>
          </p:nvSpPr>
          <p:spPr bwMode="auto">
            <a:xfrm>
              <a:off x="3537343" y="3475242"/>
              <a:ext cx="53734" cy="64701"/>
            </a:xfrm>
            <a:custGeom>
              <a:avLst/>
              <a:gdLst>
                <a:gd name="T0" fmla="*/ 2147483647 w 40"/>
                <a:gd name="T1" fmla="*/ 2147483647 h 48"/>
                <a:gd name="T2" fmla="*/ 2147483647 w 40"/>
                <a:gd name="T3" fmla="*/ 2147483647 h 48"/>
                <a:gd name="T4" fmla="*/ 2147483647 w 40"/>
                <a:gd name="T5" fmla="*/ 2147483647 h 48"/>
                <a:gd name="T6" fmla="*/ 2147483647 w 40"/>
                <a:gd name="T7" fmla="*/ 2147483647 h 48"/>
                <a:gd name="T8" fmla="*/ 2147483647 w 40"/>
                <a:gd name="T9" fmla="*/ 2147483647 h 48"/>
                <a:gd name="T10" fmla="*/ 2147483647 w 40"/>
                <a:gd name="T11" fmla="*/ 0 h 48"/>
                <a:gd name="T12" fmla="*/ 2147483647 w 40"/>
                <a:gd name="T13" fmla="*/ 0 h 48"/>
                <a:gd name="T14" fmla="*/ 0 w 40"/>
                <a:gd name="T15" fmla="*/ 2147483647 h 48"/>
                <a:gd name="T16" fmla="*/ 2147483647 w 40"/>
                <a:gd name="T17" fmla="*/ 214748364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48"/>
                <a:gd name="T29" fmla="*/ 40 w 40"/>
                <a:gd name="T30" fmla="*/ 48 h 4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48">
                  <a:moveTo>
                    <a:pt x="8" y="32"/>
                  </a:moveTo>
                  <a:lnTo>
                    <a:pt x="8" y="48"/>
                  </a:lnTo>
                  <a:lnTo>
                    <a:pt x="24" y="40"/>
                  </a:lnTo>
                  <a:lnTo>
                    <a:pt x="40" y="16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16"/>
                  </a:lnTo>
                  <a:lnTo>
                    <a:pt x="8" y="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7" name="Freeform 792"/>
            <p:cNvSpPr/>
            <p:nvPr/>
          </p:nvSpPr>
          <p:spPr bwMode="auto">
            <a:xfrm>
              <a:off x="3398072" y="3916082"/>
              <a:ext cx="150237" cy="139271"/>
            </a:xfrm>
            <a:custGeom>
              <a:avLst/>
              <a:gdLst>
                <a:gd name="T0" fmla="*/ 2147483647 w 112"/>
                <a:gd name="T1" fmla="*/ 0 h 104"/>
                <a:gd name="T2" fmla="*/ 0 w 112"/>
                <a:gd name="T3" fmla="*/ 2147483647 h 104"/>
                <a:gd name="T4" fmla="*/ 0 w 112"/>
                <a:gd name="T5" fmla="*/ 2147483647 h 104"/>
                <a:gd name="T6" fmla="*/ 2147483647 w 112"/>
                <a:gd name="T7" fmla="*/ 2147483647 h 104"/>
                <a:gd name="T8" fmla="*/ 2147483647 w 112"/>
                <a:gd name="T9" fmla="*/ 2147483647 h 104"/>
                <a:gd name="T10" fmla="*/ 2147483647 w 112"/>
                <a:gd name="T11" fmla="*/ 2147483647 h 104"/>
                <a:gd name="T12" fmla="*/ 2147483647 w 112"/>
                <a:gd name="T13" fmla="*/ 2147483647 h 104"/>
                <a:gd name="T14" fmla="*/ 2147483647 w 112"/>
                <a:gd name="T15" fmla="*/ 2147483647 h 104"/>
                <a:gd name="T16" fmla="*/ 2147483647 w 112"/>
                <a:gd name="T17" fmla="*/ 2147483647 h 104"/>
                <a:gd name="T18" fmla="*/ 2147483647 w 112"/>
                <a:gd name="T19" fmla="*/ 2147483647 h 104"/>
                <a:gd name="T20" fmla="*/ 2147483647 w 112"/>
                <a:gd name="T21" fmla="*/ 2147483647 h 104"/>
                <a:gd name="T22" fmla="*/ 2147483647 w 112"/>
                <a:gd name="T23" fmla="*/ 2147483647 h 104"/>
                <a:gd name="T24" fmla="*/ 2147483647 w 112"/>
                <a:gd name="T25" fmla="*/ 2147483647 h 104"/>
                <a:gd name="T26" fmla="*/ 2147483647 w 112"/>
                <a:gd name="T27" fmla="*/ 2147483647 h 104"/>
                <a:gd name="T28" fmla="*/ 2147483647 w 112"/>
                <a:gd name="T29" fmla="*/ 2147483647 h 104"/>
                <a:gd name="T30" fmla="*/ 2147483647 w 112"/>
                <a:gd name="T31" fmla="*/ 2147483647 h 104"/>
                <a:gd name="T32" fmla="*/ 2147483647 w 112"/>
                <a:gd name="T33" fmla="*/ 2147483647 h 104"/>
                <a:gd name="T34" fmla="*/ 2147483647 w 112"/>
                <a:gd name="T35" fmla="*/ 0 h 104"/>
                <a:gd name="T36" fmla="*/ 2147483647 w 112"/>
                <a:gd name="T37" fmla="*/ 0 h 104"/>
                <a:gd name="T38" fmla="*/ 2147483647 w 112"/>
                <a:gd name="T39" fmla="*/ 0 h 10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2"/>
                <a:gd name="T61" fmla="*/ 0 h 104"/>
                <a:gd name="T62" fmla="*/ 112 w 112"/>
                <a:gd name="T63" fmla="*/ 104 h 10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2" h="104">
                  <a:moveTo>
                    <a:pt x="32" y="0"/>
                  </a:moveTo>
                  <a:lnTo>
                    <a:pt x="0" y="24"/>
                  </a:lnTo>
                  <a:lnTo>
                    <a:pt x="0" y="32"/>
                  </a:lnTo>
                  <a:lnTo>
                    <a:pt x="8" y="48"/>
                  </a:lnTo>
                  <a:lnTo>
                    <a:pt x="24" y="56"/>
                  </a:lnTo>
                  <a:lnTo>
                    <a:pt x="48" y="64"/>
                  </a:lnTo>
                  <a:lnTo>
                    <a:pt x="56" y="72"/>
                  </a:lnTo>
                  <a:lnTo>
                    <a:pt x="56" y="96"/>
                  </a:lnTo>
                  <a:lnTo>
                    <a:pt x="72" y="104"/>
                  </a:lnTo>
                  <a:lnTo>
                    <a:pt x="96" y="88"/>
                  </a:lnTo>
                  <a:lnTo>
                    <a:pt x="112" y="80"/>
                  </a:lnTo>
                  <a:lnTo>
                    <a:pt x="104" y="72"/>
                  </a:lnTo>
                  <a:lnTo>
                    <a:pt x="104" y="56"/>
                  </a:lnTo>
                  <a:lnTo>
                    <a:pt x="96" y="56"/>
                  </a:lnTo>
                  <a:lnTo>
                    <a:pt x="80" y="32"/>
                  </a:lnTo>
                  <a:lnTo>
                    <a:pt x="72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8" name="Freeform 793"/>
            <p:cNvSpPr/>
            <p:nvPr/>
          </p:nvSpPr>
          <p:spPr bwMode="auto">
            <a:xfrm>
              <a:off x="3472642" y="4109086"/>
              <a:ext cx="86633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0 h 80"/>
                <a:gd name="T6" fmla="*/ 0 w 64"/>
                <a:gd name="T7" fmla="*/ 2147483647 h 80"/>
                <a:gd name="T8" fmla="*/ 0 w 64"/>
                <a:gd name="T9" fmla="*/ 2147483647 h 80"/>
                <a:gd name="T10" fmla="*/ 0 w 64"/>
                <a:gd name="T11" fmla="*/ 2147483647 h 80"/>
                <a:gd name="T12" fmla="*/ 2147483647 w 64"/>
                <a:gd name="T13" fmla="*/ 2147483647 h 80"/>
                <a:gd name="T14" fmla="*/ 2147483647 w 64"/>
                <a:gd name="T15" fmla="*/ 2147483647 h 80"/>
                <a:gd name="T16" fmla="*/ 2147483647 w 64"/>
                <a:gd name="T17" fmla="*/ 2147483647 h 80"/>
                <a:gd name="T18" fmla="*/ 2147483647 w 64"/>
                <a:gd name="T19" fmla="*/ 2147483647 h 80"/>
                <a:gd name="T20" fmla="*/ 2147483647 w 64"/>
                <a:gd name="T21" fmla="*/ 2147483647 h 80"/>
                <a:gd name="T22" fmla="*/ 2147483647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40" y="16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40" y="80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56" y="32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9" name="Freeform 794"/>
            <p:cNvSpPr/>
            <p:nvPr/>
          </p:nvSpPr>
          <p:spPr bwMode="auto">
            <a:xfrm>
              <a:off x="3279638" y="3743913"/>
              <a:ext cx="193004" cy="225903"/>
            </a:xfrm>
            <a:custGeom>
              <a:avLst/>
              <a:gdLst>
                <a:gd name="T0" fmla="*/ 2147483647 w 144"/>
                <a:gd name="T1" fmla="*/ 2147483647 h 168"/>
                <a:gd name="T2" fmla="*/ 2147483647 w 144"/>
                <a:gd name="T3" fmla="*/ 2147483647 h 168"/>
                <a:gd name="T4" fmla="*/ 2147483647 w 144"/>
                <a:gd name="T5" fmla="*/ 2147483647 h 168"/>
                <a:gd name="T6" fmla="*/ 2147483647 w 144"/>
                <a:gd name="T7" fmla="*/ 2147483647 h 168"/>
                <a:gd name="T8" fmla="*/ 2147483647 w 144"/>
                <a:gd name="T9" fmla="*/ 2147483647 h 168"/>
                <a:gd name="T10" fmla="*/ 2147483647 w 144"/>
                <a:gd name="T11" fmla="*/ 2147483647 h 168"/>
                <a:gd name="T12" fmla="*/ 2147483647 w 144"/>
                <a:gd name="T13" fmla="*/ 2147483647 h 168"/>
                <a:gd name="T14" fmla="*/ 2147483647 w 144"/>
                <a:gd name="T15" fmla="*/ 2147483647 h 168"/>
                <a:gd name="T16" fmla="*/ 2147483647 w 144"/>
                <a:gd name="T17" fmla="*/ 2147483647 h 168"/>
                <a:gd name="T18" fmla="*/ 2147483647 w 144"/>
                <a:gd name="T19" fmla="*/ 2147483647 h 168"/>
                <a:gd name="T20" fmla="*/ 2147483647 w 144"/>
                <a:gd name="T21" fmla="*/ 2147483647 h 168"/>
                <a:gd name="T22" fmla="*/ 2147483647 w 144"/>
                <a:gd name="T23" fmla="*/ 2147483647 h 168"/>
                <a:gd name="T24" fmla="*/ 2147483647 w 144"/>
                <a:gd name="T25" fmla="*/ 2147483647 h 168"/>
                <a:gd name="T26" fmla="*/ 2147483647 w 144"/>
                <a:gd name="T27" fmla="*/ 0 h 168"/>
                <a:gd name="T28" fmla="*/ 2147483647 w 144"/>
                <a:gd name="T29" fmla="*/ 2147483647 h 168"/>
                <a:gd name="T30" fmla="*/ 0 w 144"/>
                <a:gd name="T31" fmla="*/ 2147483647 h 168"/>
                <a:gd name="T32" fmla="*/ 2147483647 w 144"/>
                <a:gd name="T33" fmla="*/ 2147483647 h 168"/>
                <a:gd name="T34" fmla="*/ 2147483647 w 144"/>
                <a:gd name="T35" fmla="*/ 2147483647 h 168"/>
                <a:gd name="T36" fmla="*/ 0 w 144"/>
                <a:gd name="T37" fmla="*/ 2147483647 h 168"/>
                <a:gd name="T38" fmla="*/ 0 w 144"/>
                <a:gd name="T39" fmla="*/ 2147483647 h 168"/>
                <a:gd name="T40" fmla="*/ 2147483647 w 144"/>
                <a:gd name="T41" fmla="*/ 2147483647 h 168"/>
                <a:gd name="T42" fmla="*/ 2147483647 w 144"/>
                <a:gd name="T43" fmla="*/ 2147483647 h 168"/>
                <a:gd name="T44" fmla="*/ 2147483647 w 144"/>
                <a:gd name="T45" fmla="*/ 2147483647 h 168"/>
                <a:gd name="T46" fmla="*/ 2147483647 w 144"/>
                <a:gd name="T47" fmla="*/ 2147483647 h 168"/>
                <a:gd name="T48" fmla="*/ 2147483647 w 144"/>
                <a:gd name="T49" fmla="*/ 2147483647 h 168"/>
                <a:gd name="T50" fmla="*/ 2147483647 w 144"/>
                <a:gd name="T51" fmla="*/ 2147483647 h 168"/>
                <a:gd name="T52" fmla="*/ 2147483647 w 144"/>
                <a:gd name="T53" fmla="*/ 2147483647 h 168"/>
                <a:gd name="T54" fmla="*/ 2147483647 w 144"/>
                <a:gd name="T55" fmla="*/ 2147483647 h 168"/>
                <a:gd name="T56" fmla="*/ 2147483647 w 144"/>
                <a:gd name="T57" fmla="*/ 2147483647 h 1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44"/>
                <a:gd name="T88" fmla="*/ 0 h 168"/>
                <a:gd name="T89" fmla="*/ 144 w 144"/>
                <a:gd name="T90" fmla="*/ 168 h 168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44" h="168">
                  <a:moveTo>
                    <a:pt x="88" y="160"/>
                  </a:moveTo>
                  <a:lnTo>
                    <a:pt x="88" y="152"/>
                  </a:lnTo>
                  <a:lnTo>
                    <a:pt x="120" y="128"/>
                  </a:lnTo>
                  <a:lnTo>
                    <a:pt x="136" y="128"/>
                  </a:lnTo>
                  <a:lnTo>
                    <a:pt x="144" y="128"/>
                  </a:lnTo>
                  <a:lnTo>
                    <a:pt x="144" y="104"/>
                  </a:lnTo>
                  <a:lnTo>
                    <a:pt x="144" y="88"/>
                  </a:lnTo>
                  <a:lnTo>
                    <a:pt x="120" y="80"/>
                  </a:lnTo>
                  <a:lnTo>
                    <a:pt x="112" y="72"/>
                  </a:lnTo>
                  <a:lnTo>
                    <a:pt x="112" y="56"/>
                  </a:lnTo>
                  <a:lnTo>
                    <a:pt x="88" y="40"/>
                  </a:lnTo>
                  <a:lnTo>
                    <a:pt x="64" y="32"/>
                  </a:lnTo>
                  <a:lnTo>
                    <a:pt x="56" y="8"/>
                  </a:lnTo>
                  <a:lnTo>
                    <a:pt x="32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8" y="64"/>
                  </a:lnTo>
                  <a:lnTo>
                    <a:pt x="0" y="88"/>
                  </a:lnTo>
                  <a:lnTo>
                    <a:pt x="0" y="104"/>
                  </a:lnTo>
                  <a:lnTo>
                    <a:pt x="16" y="112"/>
                  </a:lnTo>
                  <a:lnTo>
                    <a:pt x="8" y="128"/>
                  </a:lnTo>
                  <a:lnTo>
                    <a:pt x="24" y="160"/>
                  </a:lnTo>
                  <a:lnTo>
                    <a:pt x="32" y="168"/>
                  </a:lnTo>
                  <a:lnTo>
                    <a:pt x="40" y="160"/>
                  </a:lnTo>
                  <a:lnTo>
                    <a:pt x="48" y="160"/>
                  </a:lnTo>
                  <a:lnTo>
                    <a:pt x="64" y="168"/>
                  </a:lnTo>
                  <a:lnTo>
                    <a:pt x="72" y="160"/>
                  </a:lnTo>
                  <a:lnTo>
                    <a:pt x="88" y="16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0" name="Freeform 795"/>
            <p:cNvSpPr/>
            <p:nvPr/>
          </p:nvSpPr>
          <p:spPr bwMode="auto">
            <a:xfrm>
              <a:off x="3216034" y="3486208"/>
              <a:ext cx="654680" cy="697448"/>
            </a:xfrm>
            <a:custGeom>
              <a:avLst/>
              <a:gdLst>
                <a:gd name="T0" fmla="*/ 2147483647 w 488"/>
                <a:gd name="T1" fmla="*/ 2147483647 h 520"/>
                <a:gd name="T2" fmla="*/ 2147483647 w 488"/>
                <a:gd name="T3" fmla="*/ 2147483647 h 520"/>
                <a:gd name="T4" fmla="*/ 2147483647 w 488"/>
                <a:gd name="T5" fmla="*/ 2147483647 h 520"/>
                <a:gd name="T6" fmla="*/ 2147483647 w 488"/>
                <a:gd name="T7" fmla="*/ 2147483647 h 520"/>
                <a:gd name="T8" fmla="*/ 2147483647 w 488"/>
                <a:gd name="T9" fmla="*/ 2147483647 h 520"/>
                <a:gd name="T10" fmla="*/ 2147483647 w 488"/>
                <a:gd name="T11" fmla="*/ 2147483647 h 520"/>
                <a:gd name="T12" fmla="*/ 2147483647 w 488"/>
                <a:gd name="T13" fmla="*/ 2147483647 h 520"/>
                <a:gd name="T14" fmla="*/ 2147483647 w 488"/>
                <a:gd name="T15" fmla="*/ 2147483647 h 520"/>
                <a:gd name="T16" fmla="*/ 2147483647 w 488"/>
                <a:gd name="T17" fmla="*/ 2147483647 h 520"/>
                <a:gd name="T18" fmla="*/ 2147483647 w 488"/>
                <a:gd name="T19" fmla="*/ 2147483647 h 520"/>
                <a:gd name="T20" fmla="*/ 2147483647 w 488"/>
                <a:gd name="T21" fmla="*/ 2147483647 h 520"/>
                <a:gd name="T22" fmla="*/ 2147483647 w 488"/>
                <a:gd name="T23" fmla="*/ 2147483647 h 520"/>
                <a:gd name="T24" fmla="*/ 2147483647 w 488"/>
                <a:gd name="T25" fmla="*/ 2147483647 h 520"/>
                <a:gd name="T26" fmla="*/ 2147483647 w 488"/>
                <a:gd name="T27" fmla="*/ 2147483647 h 520"/>
                <a:gd name="T28" fmla="*/ 2147483647 w 488"/>
                <a:gd name="T29" fmla="*/ 2147483647 h 520"/>
                <a:gd name="T30" fmla="*/ 2147483647 w 488"/>
                <a:gd name="T31" fmla="*/ 2147483647 h 520"/>
                <a:gd name="T32" fmla="*/ 2147483647 w 488"/>
                <a:gd name="T33" fmla="*/ 2147483647 h 520"/>
                <a:gd name="T34" fmla="*/ 2147483647 w 488"/>
                <a:gd name="T35" fmla="*/ 2147483647 h 520"/>
                <a:gd name="T36" fmla="*/ 2147483647 w 488"/>
                <a:gd name="T37" fmla="*/ 2147483647 h 520"/>
                <a:gd name="T38" fmla="*/ 2147483647 w 488"/>
                <a:gd name="T39" fmla="*/ 2147483647 h 520"/>
                <a:gd name="T40" fmla="*/ 2147483647 w 488"/>
                <a:gd name="T41" fmla="*/ 2147483647 h 520"/>
                <a:gd name="T42" fmla="*/ 2147483647 w 488"/>
                <a:gd name="T43" fmla="*/ 2147483647 h 520"/>
                <a:gd name="T44" fmla="*/ 2147483647 w 488"/>
                <a:gd name="T45" fmla="*/ 2147483647 h 520"/>
                <a:gd name="T46" fmla="*/ 2147483647 w 488"/>
                <a:gd name="T47" fmla="*/ 0 h 520"/>
                <a:gd name="T48" fmla="*/ 2147483647 w 488"/>
                <a:gd name="T49" fmla="*/ 2147483647 h 520"/>
                <a:gd name="T50" fmla="*/ 2147483647 w 488"/>
                <a:gd name="T51" fmla="*/ 2147483647 h 520"/>
                <a:gd name="T52" fmla="*/ 2147483647 w 488"/>
                <a:gd name="T53" fmla="*/ 2147483647 h 520"/>
                <a:gd name="T54" fmla="*/ 2147483647 w 488"/>
                <a:gd name="T55" fmla="*/ 2147483647 h 520"/>
                <a:gd name="T56" fmla="*/ 2147483647 w 488"/>
                <a:gd name="T57" fmla="*/ 2147483647 h 520"/>
                <a:gd name="T58" fmla="*/ 2147483647 w 488"/>
                <a:gd name="T59" fmla="*/ 2147483647 h 520"/>
                <a:gd name="T60" fmla="*/ 0 w 488"/>
                <a:gd name="T61" fmla="*/ 2147483647 h 520"/>
                <a:gd name="T62" fmla="*/ 2147483647 w 488"/>
                <a:gd name="T63" fmla="*/ 2147483647 h 520"/>
                <a:gd name="T64" fmla="*/ 2147483647 w 488"/>
                <a:gd name="T65" fmla="*/ 2147483647 h 520"/>
                <a:gd name="T66" fmla="*/ 2147483647 w 488"/>
                <a:gd name="T67" fmla="*/ 2147483647 h 520"/>
                <a:gd name="T68" fmla="*/ 2147483647 w 488"/>
                <a:gd name="T69" fmla="*/ 2147483647 h 520"/>
                <a:gd name="T70" fmla="*/ 2147483647 w 488"/>
                <a:gd name="T71" fmla="*/ 2147483647 h 520"/>
                <a:gd name="T72" fmla="*/ 2147483647 w 488"/>
                <a:gd name="T73" fmla="*/ 2147483647 h 520"/>
                <a:gd name="T74" fmla="*/ 2147483647 w 488"/>
                <a:gd name="T75" fmla="*/ 2147483647 h 520"/>
                <a:gd name="T76" fmla="*/ 2147483647 w 488"/>
                <a:gd name="T77" fmla="*/ 2147483647 h 52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488"/>
                <a:gd name="T118" fmla="*/ 0 h 520"/>
                <a:gd name="T119" fmla="*/ 488 w 488"/>
                <a:gd name="T120" fmla="*/ 520 h 520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488" h="520">
                  <a:moveTo>
                    <a:pt x="248" y="400"/>
                  </a:moveTo>
                  <a:lnTo>
                    <a:pt x="248" y="408"/>
                  </a:lnTo>
                  <a:lnTo>
                    <a:pt x="240" y="432"/>
                  </a:lnTo>
                  <a:lnTo>
                    <a:pt x="232" y="440"/>
                  </a:lnTo>
                  <a:lnTo>
                    <a:pt x="200" y="464"/>
                  </a:lnTo>
                  <a:lnTo>
                    <a:pt x="208" y="464"/>
                  </a:lnTo>
                  <a:lnTo>
                    <a:pt x="200" y="464"/>
                  </a:lnTo>
                  <a:lnTo>
                    <a:pt x="216" y="472"/>
                  </a:lnTo>
                  <a:lnTo>
                    <a:pt x="232" y="480"/>
                  </a:lnTo>
                  <a:lnTo>
                    <a:pt x="248" y="496"/>
                  </a:lnTo>
                  <a:lnTo>
                    <a:pt x="256" y="520"/>
                  </a:lnTo>
                  <a:lnTo>
                    <a:pt x="264" y="504"/>
                  </a:lnTo>
                  <a:lnTo>
                    <a:pt x="280" y="488"/>
                  </a:lnTo>
                  <a:lnTo>
                    <a:pt x="296" y="472"/>
                  </a:lnTo>
                  <a:lnTo>
                    <a:pt x="312" y="416"/>
                  </a:lnTo>
                  <a:lnTo>
                    <a:pt x="328" y="392"/>
                  </a:lnTo>
                  <a:lnTo>
                    <a:pt x="368" y="368"/>
                  </a:lnTo>
                  <a:lnTo>
                    <a:pt x="400" y="360"/>
                  </a:lnTo>
                  <a:lnTo>
                    <a:pt x="408" y="360"/>
                  </a:lnTo>
                  <a:lnTo>
                    <a:pt x="416" y="344"/>
                  </a:lnTo>
                  <a:lnTo>
                    <a:pt x="416" y="328"/>
                  </a:lnTo>
                  <a:lnTo>
                    <a:pt x="432" y="304"/>
                  </a:lnTo>
                  <a:lnTo>
                    <a:pt x="432" y="296"/>
                  </a:lnTo>
                  <a:lnTo>
                    <a:pt x="440" y="232"/>
                  </a:lnTo>
                  <a:lnTo>
                    <a:pt x="448" y="224"/>
                  </a:lnTo>
                  <a:lnTo>
                    <a:pt x="488" y="176"/>
                  </a:lnTo>
                  <a:lnTo>
                    <a:pt x="488" y="160"/>
                  </a:lnTo>
                  <a:lnTo>
                    <a:pt x="480" y="136"/>
                  </a:lnTo>
                  <a:lnTo>
                    <a:pt x="456" y="128"/>
                  </a:lnTo>
                  <a:lnTo>
                    <a:pt x="424" y="104"/>
                  </a:lnTo>
                  <a:lnTo>
                    <a:pt x="384" y="104"/>
                  </a:lnTo>
                  <a:lnTo>
                    <a:pt x="368" y="96"/>
                  </a:lnTo>
                  <a:lnTo>
                    <a:pt x="360" y="88"/>
                  </a:lnTo>
                  <a:lnTo>
                    <a:pt x="328" y="72"/>
                  </a:lnTo>
                  <a:lnTo>
                    <a:pt x="304" y="56"/>
                  </a:lnTo>
                  <a:lnTo>
                    <a:pt x="296" y="40"/>
                  </a:lnTo>
                  <a:lnTo>
                    <a:pt x="288" y="8"/>
                  </a:lnTo>
                  <a:lnTo>
                    <a:pt x="280" y="8"/>
                  </a:lnTo>
                  <a:lnTo>
                    <a:pt x="264" y="32"/>
                  </a:lnTo>
                  <a:lnTo>
                    <a:pt x="248" y="40"/>
                  </a:lnTo>
                  <a:lnTo>
                    <a:pt x="224" y="40"/>
                  </a:lnTo>
                  <a:lnTo>
                    <a:pt x="216" y="40"/>
                  </a:lnTo>
                  <a:lnTo>
                    <a:pt x="192" y="48"/>
                  </a:lnTo>
                  <a:lnTo>
                    <a:pt x="184" y="48"/>
                  </a:lnTo>
                  <a:lnTo>
                    <a:pt x="168" y="40"/>
                  </a:lnTo>
                  <a:lnTo>
                    <a:pt x="176" y="16"/>
                  </a:lnTo>
                  <a:lnTo>
                    <a:pt x="168" y="0"/>
                  </a:lnTo>
                  <a:lnTo>
                    <a:pt x="160" y="0"/>
                  </a:lnTo>
                  <a:lnTo>
                    <a:pt x="160" y="8"/>
                  </a:lnTo>
                  <a:lnTo>
                    <a:pt x="144" y="16"/>
                  </a:lnTo>
                  <a:lnTo>
                    <a:pt x="112" y="16"/>
                  </a:lnTo>
                  <a:lnTo>
                    <a:pt x="120" y="32"/>
                  </a:lnTo>
                  <a:lnTo>
                    <a:pt x="128" y="48"/>
                  </a:lnTo>
                  <a:lnTo>
                    <a:pt x="88" y="56"/>
                  </a:lnTo>
                  <a:lnTo>
                    <a:pt x="80" y="48"/>
                  </a:lnTo>
                  <a:lnTo>
                    <a:pt x="48" y="56"/>
                  </a:lnTo>
                  <a:lnTo>
                    <a:pt x="48" y="72"/>
                  </a:lnTo>
                  <a:lnTo>
                    <a:pt x="40" y="120"/>
                  </a:lnTo>
                  <a:lnTo>
                    <a:pt x="32" y="112"/>
                  </a:lnTo>
                  <a:lnTo>
                    <a:pt x="32" y="120"/>
                  </a:lnTo>
                  <a:lnTo>
                    <a:pt x="16" y="128"/>
                  </a:lnTo>
                  <a:lnTo>
                    <a:pt x="0" y="152"/>
                  </a:lnTo>
                  <a:lnTo>
                    <a:pt x="0" y="176"/>
                  </a:lnTo>
                  <a:lnTo>
                    <a:pt x="16" y="192"/>
                  </a:lnTo>
                  <a:lnTo>
                    <a:pt x="40" y="184"/>
                  </a:lnTo>
                  <a:lnTo>
                    <a:pt x="40" y="208"/>
                  </a:lnTo>
                  <a:lnTo>
                    <a:pt x="48" y="208"/>
                  </a:lnTo>
                  <a:lnTo>
                    <a:pt x="64" y="208"/>
                  </a:lnTo>
                  <a:lnTo>
                    <a:pt x="80" y="192"/>
                  </a:lnTo>
                  <a:lnTo>
                    <a:pt x="104" y="200"/>
                  </a:lnTo>
                  <a:lnTo>
                    <a:pt x="112" y="224"/>
                  </a:lnTo>
                  <a:lnTo>
                    <a:pt x="136" y="232"/>
                  </a:lnTo>
                  <a:lnTo>
                    <a:pt x="160" y="248"/>
                  </a:lnTo>
                  <a:lnTo>
                    <a:pt x="160" y="264"/>
                  </a:lnTo>
                  <a:lnTo>
                    <a:pt x="168" y="272"/>
                  </a:lnTo>
                  <a:lnTo>
                    <a:pt x="192" y="280"/>
                  </a:lnTo>
                  <a:lnTo>
                    <a:pt x="192" y="296"/>
                  </a:lnTo>
                  <a:lnTo>
                    <a:pt x="192" y="320"/>
                  </a:lnTo>
                  <a:lnTo>
                    <a:pt x="248" y="40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51" name="Freeform 796"/>
            <p:cNvSpPr/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w 56"/>
                <a:gd name="T17" fmla="*/ 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6"/>
                <a:gd name="T28" fmla="*/ 0 h 80"/>
                <a:gd name="T29" fmla="*/ 56 w 56"/>
                <a:gd name="T30" fmla="*/ 80 h 8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2" name="Freeform 797"/>
            <p:cNvSpPr/>
            <p:nvPr/>
          </p:nvSpPr>
          <p:spPr bwMode="auto">
            <a:xfrm>
              <a:off x="3472642" y="4109086"/>
              <a:ext cx="86633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0 h 80"/>
                <a:gd name="T6" fmla="*/ 0 w 64"/>
                <a:gd name="T7" fmla="*/ 2147483647 h 80"/>
                <a:gd name="T8" fmla="*/ 0 w 64"/>
                <a:gd name="T9" fmla="*/ 2147483647 h 80"/>
                <a:gd name="T10" fmla="*/ 0 w 64"/>
                <a:gd name="T11" fmla="*/ 2147483647 h 80"/>
                <a:gd name="T12" fmla="*/ 2147483647 w 64"/>
                <a:gd name="T13" fmla="*/ 2147483647 h 80"/>
                <a:gd name="T14" fmla="*/ 2147483647 w 64"/>
                <a:gd name="T15" fmla="*/ 2147483647 h 80"/>
                <a:gd name="T16" fmla="*/ 2147483647 w 64"/>
                <a:gd name="T17" fmla="*/ 2147483647 h 80"/>
                <a:gd name="T18" fmla="*/ 2147483647 w 64"/>
                <a:gd name="T19" fmla="*/ 2147483647 h 80"/>
                <a:gd name="T20" fmla="*/ 2147483647 w 64"/>
                <a:gd name="T21" fmla="*/ 2147483647 h 80"/>
                <a:gd name="T22" fmla="*/ 2147483647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40" y="16"/>
                  </a:moveTo>
                  <a:lnTo>
                    <a:pt x="24" y="8"/>
                  </a:lnTo>
                  <a:lnTo>
                    <a:pt x="8" y="0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0" y="56"/>
                  </a:lnTo>
                  <a:lnTo>
                    <a:pt x="16" y="64"/>
                  </a:lnTo>
                  <a:lnTo>
                    <a:pt x="24" y="72"/>
                  </a:lnTo>
                  <a:lnTo>
                    <a:pt x="40" y="80"/>
                  </a:lnTo>
                  <a:lnTo>
                    <a:pt x="64" y="64"/>
                  </a:lnTo>
                  <a:lnTo>
                    <a:pt x="64" y="56"/>
                  </a:lnTo>
                  <a:lnTo>
                    <a:pt x="56" y="32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3" name="Freeform 798"/>
            <p:cNvSpPr/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80"/>
                <a:gd name="T26" fmla="*/ 56 w 56"/>
                <a:gd name="T27" fmla="*/ 80 h 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4" name="Freeform 799"/>
            <p:cNvSpPr/>
            <p:nvPr/>
          </p:nvSpPr>
          <p:spPr bwMode="auto">
            <a:xfrm>
              <a:off x="3472642" y="3916082"/>
              <a:ext cx="75667" cy="107468"/>
            </a:xfrm>
            <a:custGeom>
              <a:avLst/>
              <a:gdLst>
                <a:gd name="T0" fmla="*/ 0 w 56"/>
                <a:gd name="T1" fmla="*/ 0 h 80"/>
                <a:gd name="T2" fmla="*/ 0 w 56"/>
                <a:gd name="T3" fmla="*/ 2147483647 h 80"/>
                <a:gd name="T4" fmla="*/ 2147483647 w 56"/>
                <a:gd name="T5" fmla="*/ 2147483647 h 80"/>
                <a:gd name="T6" fmla="*/ 2147483647 w 56"/>
                <a:gd name="T7" fmla="*/ 2147483647 h 80"/>
                <a:gd name="T8" fmla="*/ 2147483647 w 56"/>
                <a:gd name="T9" fmla="*/ 2147483647 h 80"/>
                <a:gd name="T10" fmla="*/ 2147483647 w 56"/>
                <a:gd name="T11" fmla="*/ 2147483647 h 80"/>
                <a:gd name="T12" fmla="*/ 2147483647 w 56"/>
                <a:gd name="T13" fmla="*/ 2147483647 h 80"/>
                <a:gd name="T14" fmla="*/ 2147483647 w 56"/>
                <a:gd name="T15" fmla="*/ 2147483647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6"/>
                <a:gd name="T25" fmla="*/ 0 h 80"/>
                <a:gd name="T26" fmla="*/ 56 w 56"/>
                <a:gd name="T27" fmla="*/ 80 h 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6" h="80">
                  <a:moveTo>
                    <a:pt x="0" y="0"/>
                  </a:moveTo>
                  <a:lnTo>
                    <a:pt x="0" y="8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40" y="56"/>
                  </a:lnTo>
                  <a:lnTo>
                    <a:pt x="48" y="64"/>
                  </a:lnTo>
                  <a:lnTo>
                    <a:pt x="48" y="72"/>
                  </a:lnTo>
                  <a:lnTo>
                    <a:pt x="56" y="80"/>
                  </a:lnTo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5" name="Freeform 800"/>
            <p:cNvSpPr/>
            <p:nvPr/>
          </p:nvSpPr>
          <p:spPr bwMode="auto">
            <a:xfrm>
              <a:off x="3483608" y="3465373"/>
              <a:ext cx="64701" cy="74570"/>
            </a:xfrm>
            <a:custGeom>
              <a:avLst/>
              <a:gdLst>
                <a:gd name="T0" fmla="*/ 2147483647 w 48"/>
                <a:gd name="T1" fmla="*/ 2147483647 h 56"/>
                <a:gd name="T2" fmla="*/ 2147483647 w 48"/>
                <a:gd name="T3" fmla="*/ 2147483647 h 56"/>
                <a:gd name="T4" fmla="*/ 2147483647 w 48"/>
                <a:gd name="T5" fmla="*/ 2147483647 h 56"/>
                <a:gd name="T6" fmla="*/ 2147483647 w 48"/>
                <a:gd name="T7" fmla="*/ 2147483647 h 56"/>
                <a:gd name="T8" fmla="*/ 2147483647 w 48"/>
                <a:gd name="T9" fmla="*/ 2147483647 h 56"/>
                <a:gd name="T10" fmla="*/ 2147483647 w 48"/>
                <a:gd name="T11" fmla="*/ 0 h 56"/>
                <a:gd name="T12" fmla="*/ 2147483647 w 48"/>
                <a:gd name="T13" fmla="*/ 2147483647 h 56"/>
                <a:gd name="T14" fmla="*/ 0 w 48"/>
                <a:gd name="T15" fmla="*/ 2147483647 h 56"/>
                <a:gd name="T16" fmla="*/ 2147483647 w 48"/>
                <a:gd name="T17" fmla="*/ 2147483647 h 56"/>
                <a:gd name="T18" fmla="*/ 2147483647 w 48"/>
                <a:gd name="T19" fmla="*/ 2147483647 h 56"/>
                <a:gd name="T20" fmla="*/ 2147483647 w 48"/>
                <a:gd name="T21" fmla="*/ 2147483647 h 56"/>
                <a:gd name="T22" fmla="*/ 2147483647 w 48"/>
                <a:gd name="T23" fmla="*/ 2147483647 h 5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8"/>
                <a:gd name="T37" fmla="*/ 0 h 56"/>
                <a:gd name="T38" fmla="*/ 48 w 48"/>
                <a:gd name="T39" fmla="*/ 56 h 5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8" h="56">
                  <a:moveTo>
                    <a:pt x="48" y="56"/>
                  </a:move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6" name="Freeform 801"/>
            <p:cNvSpPr/>
            <p:nvPr/>
          </p:nvSpPr>
          <p:spPr bwMode="auto">
            <a:xfrm>
              <a:off x="3225904" y="3367774"/>
              <a:ext cx="225903" cy="194101"/>
            </a:xfrm>
            <a:custGeom>
              <a:avLst/>
              <a:gdLst>
                <a:gd name="T0" fmla="*/ 2147483647 w 168"/>
                <a:gd name="T1" fmla="*/ 2147483647 h 144"/>
                <a:gd name="T2" fmla="*/ 2147483647 w 168"/>
                <a:gd name="T3" fmla="*/ 2147483647 h 144"/>
                <a:gd name="T4" fmla="*/ 2147483647 w 168"/>
                <a:gd name="T5" fmla="*/ 2147483647 h 144"/>
                <a:gd name="T6" fmla="*/ 2147483647 w 168"/>
                <a:gd name="T7" fmla="*/ 2147483647 h 144"/>
                <a:gd name="T8" fmla="*/ 2147483647 w 168"/>
                <a:gd name="T9" fmla="*/ 2147483647 h 144"/>
                <a:gd name="T10" fmla="*/ 2147483647 w 168"/>
                <a:gd name="T11" fmla="*/ 2147483647 h 144"/>
                <a:gd name="T12" fmla="*/ 2147483647 w 168"/>
                <a:gd name="T13" fmla="*/ 2147483647 h 144"/>
                <a:gd name="T14" fmla="*/ 2147483647 w 168"/>
                <a:gd name="T15" fmla="*/ 2147483647 h 144"/>
                <a:gd name="T16" fmla="*/ 2147483647 w 168"/>
                <a:gd name="T17" fmla="*/ 2147483647 h 144"/>
                <a:gd name="T18" fmla="*/ 2147483647 w 168"/>
                <a:gd name="T19" fmla="*/ 2147483647 h 144"/>
                <a:gd name="T20" fmla="*/ 2147483647 w 168"/>
                <a:gd name="T21" fmla="*/ 2147483647 h 144"/>
                <a:gd name="T22" fmla="*/ 2147483647 w 168"/>
                <a:gd name="T23" fmla="*/ 2147483647 h 144"/>
                <a:gd name="T24" fmla="*/ 2147483647 w 168"/>
                <a:gd name="T25" fmla="*/ 0 h 144"/>
                <a:gd name="T26" fmla="*/ 0 w 168"/>
                <a:gd name="T27" fmla="*/ 2147483647 h 144"/>
                <a:gd name="T28" fmla="*/ 0 w 168"/>
                <a:gd name="T29" fmla="*/ 2147483647 h 144"/>
                <a:gd name="T30" fmla="*/ 2147483647 w 168"/>
                <a:gd name="T31" fmla="*/ 2147483647 h 144"/>
                <a:gd name="T32" fmla="*/ 2147483647 w 168"/>
                <a:gd name="T33" fmla="*/ 2147483647 h 144"/>
                <a:gd name="T34" fmla="*/ 2147483647 w 168"/>
                <a:gd name="T35" fmla="*/ 2147483647 h 144"/>
                <a:gd name="T36" fmla="*/ 2147483647 w 168"/>
                <a:gd name="T37" fmla="*/ 2147483647 h 144"/>
                <a:gd name="T38" fmla="*/ 2147483647 w 168"/>
                <a:gd name="T39" fmla="*/ 2147483647 h 144"/>
                <a:gd name="T40" fmla="*/ 2147483647 w 168"/>
                <a:gd name="T41" fmla="*/ 2147483647 h 144"/>
                <a:gd name="T42" fmla="*/ 2147483647 w 168"/>
                <a:gd name="T43" fmla="*/ 2147483647 h 144"/>
                <a:gd name="T44" fmla="*/ 2147483647 w 168"/>
                <a:gd name="T45" fmla="*/ 2147483647 h 144"/>
                <a:gd name="T46" fmla="*/ 2147483647 w 168"/>
                <a:gd name="T47" fmla="*/ 2147483647 h 144"/>
                <a:gd name="T48" fmla="*/ 2147483647 w 168"/>
                <a:gd name="T49" fmla="*/ 2147483647 h 144"/>
                <a:gd name="T50" fmla="*/ 2147483647 w 168"/>
                <a:gd name="T51" fmla="*/ 2147483647 h 144"/>
                <a:gd name="T52" fmla="*/ 2147483647 w 168"/>
                <a:gd name="T53" fmla="*/ 2147483647 h 144"/>
                <a:gd name="T54" fmla="*/ 2147483647 w 168"/>
                <a:gd name="T55" fmla="*/ 2147483647 h 14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68"/>
                <a:gd name="T85" fmla="*/ 0 h 144"/>
                <a:gd name="T86" fmla="*/ 168 w 168"/>
                <a:gd name="T87" fmla="*/ 144 h 14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68" h="144">
                  <a:moveTo>
                    <a:pt x="152" y="88"/>
                  </a:moveTo>
                  <a:lnTo>
                    <a:pt x="144" y="72"/>
                  </a:lnTo>
                  <a:lnTo>
                    <a:pt x="152" y="64"/>
                  </a:lnTo>
                  <a:lnTo>
                    <a:pt x="168" y="48"/>
                  </a:lnTo>
                  <a:lnTo>
                    <a:pt x="152" y="40"/>
                  </a:lnTo>
                  <a:lnTo>
                    <a:pt x="152" y="32"/>
                  </a:lnTo>
                  <a:lnTo>
                    <a:pt x="128" y="24"/>
                  </a:lnTo>
                  <a:lnTo>
                    <a:pt x="88" y="24"/>
                  </a:lnTo>
                  <a:lnTo>
                    <a:pt x="64" y="24"/>
                  </a:lnTo>
                  <a:lnTo>
                    <a:pt x="64" y="16"/>
                  </a:lnTo>
                  <a:lnTo>
                    <a:pt x="40" y="8"/>
                  </a:lnTo>
                  <a:lnTo>
                    <a:pt x="24" y="16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40"/>
                  </a:lnTo>
                  <a:lnTo>
                    <a:pt x="8" y="64"/>
                  </a:lnTo>
                  <a:lnTo>
                    <a:pt x="48" y="80"/>
                  </a:lnTo>
                  <a:lnTo>
                    <a:pt x="64" y="80"/>
                  </a:lnTo>
                  <a:lnTo>
                    <a:pt x="64" y="88"/>
                  </a:lnTo>
                  <a:lnTo>
                    <a:pt x="72" y="104"/>
                  </a:lnTo>
                  <a:lnTo>
                    <a:pt x="72" y="136"/>
                  </a:lnTo>
                  <a:lnTo>
                    <a:pt x="80" y="144"/>
                  </a:lnTo>
                  <a:lnTo>
                    <a:pt x="120" y="136"/>
                  </a:lnTo>
                  <a:lnTo>
                    <a:pt x="112" y="120"/>
                  </a:lnTo>
                  <a:lnTo>
                    <a:pt x="104" y="104"/>
                  </a:lnTo>
                  <a:lnTo>
                    <a:pt x="136" y="104"/>
                  </a:lnTo>
                  <a:lnTo>
                    <a:pt x="152" y="96"/>
                  </a:lnTo>
                  <a:lnTo>
                    <a:pt x="152" y="8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7" name="Freeform 802"/>
            <p:cNvSpPr/>
            <p:nvPr/>
          </p:nvSpPr>
          <p:spPr bwMode="auto">
            <a:xfrm>
              <a:off x="3075667" y="3582710"/>
              <a:ext cx="214937" cy="300473"/>
            </a:xfrm>
            <a:custGeom>
              <a:avLst/>
              <a:gdLst>
                <a:gd name="T0" fmla="*/ 2147483647 w 160"/>
                <a:gd name="T1" fmla="*/ 2147483647 h 224"/>
                <a:gd name="T2" fmla="*/ 2147483647 w 160"/>
                <a:gd name="T3" fmla="*/ 2147483647 h 224"/>
                <a:gd name="T4" fmla="*/ 2147483647 w 160"/>
                <a:gd name="T5" fmla="*/ 2147483647 h 224"/>
                <a:gd name="T6" fmla="*/ 2147483647 w 160"/>
                <a:gd name="T7" fmla="*/ 2147483647 h 224"/>
                <a:gd name="T8" fmla="*/ 2147483647 w 160"/>
                <a:gd name="T9" fmla="*/ 2147483647 h 224"/>
                <a:gd name="T10" fmla="*/ 2147483647 w 160"/>
                <a:gd name="T11" fmla="*/ 2147483647 h 224"/>
                <a:gd name="T12" fmla="*/ 2147483647 w 160"/>
                <a:gd name="T13" fmla="*/ 2147483647 h 224"/>
                <a:gd name="T14" fmla="*/ 2147483647 w 160"/>
                <a:gd name="T15" fmla="*/ 2147483647 h 224"/>
                <a:gd name="T16" fmla="*/ 2147483647 w 160"/>
                <a:gd name="T17" fmla="*/ 2147483647 h 224"/>
                <a:gd name="T18" fmla="*/ 2147483647 w 160"/>
                <a:gd name="T19" fmla="*/ 2147483647 h 224"/>
                <a:gd name="T20" fmla="*/ 2147483647 w 160"/>
                <a:gd name="T21" fmla="*/ 2147483647 h 224"/>
                <a:gd name="T22" fmla="*/ 2147483647 w 160"/>
                <a:gd name="T23" fmla="*/ 2147483647 h 224"/>
                <a:gd name="T24" fmla="*/ 2147483647 w 160"/>
                <a:gd name="T25" fmla="*/ 0 h 224"/>
                <a:gd name="T26" fmla="*/ 2147483647 w 160"/>
                <a:gd name="T27" fmla="*/ 2147483647 h 224"/>
                <a:gd name="T28" fmla="*/ 2147483647 w 160"/>
                <a:gd name="T29" fmla="*/ 2147483647 h 224"/>
                <a:gd name="T30" fmla="*/ 2147483647 w 160"/>
                <a:gd name="T31" fmla="*/ 2147483647 h 224"/>
                <a:gd name="T32" fmla="*/ 2147483647 w 160"/>
                <a:gd name="T33" fmla="*/ 2147483647 h 224"/>
                <a:gd name="T34" fmla="*/ 2147483647 w 160"/>
                <a:gd name="T35" fmla="*/ 2147483647 h 224"/>
                <a:gd name="T36" fmla="*/ 2147483647 w 160"/>
                <a:gd name="T37" fmla="*/ 2147483647 h 224"/>
                <a:gd name="T38" fmla="*/ 0 w 160"/>
                <a:gd name="T39" fmla="*/ 2147483647 h 224"/>
                <a:gd name="T40" fmla="*/ 2147483647 w 160"/>
                <a:gd name="T41" fmla="*/ 2147483647 h 224"/>
                <a:gd name="T42" fmla="*/ 2147483647 w 160"/>
                <a:gd name="T43" fmla="*/ 2147483647 h 224"/>
                <a:gd name="T44" fmla="*/ 2147483647 w 160"/>
                <a:gd name="T45" fmla="*/ 2147483647 h 224"/>
                <a:gd name="T46" fmla="*/ 2147483647 w 160"/>
                <a:gd name="T47" fmla="*/ 2147483647 h 224"/>
                <a:gd name="T48" fmla="*/ 2147483647 w 160"/>
                <a:gd name="T49" fmla="*/ 2147483647 h 224"/>
                <a:gd name="T50" fmla="*/ 2147483647 w 160"/>
                <a:gd name="T51" fmla="*/ 2147483647 h 224"/>
                <a:gd name="T52" fmla="*/ 2147483647 w 160"/>
                <a:gd name="T53" fmla="*/ 2147483647 h 224"/>
                <a:gd name="T54" fmla="*/ 2147483647 w 160"/>
                <a:gd name="T55" fmla="*/ 2147483647 h 224"/>
                <a:gd name="T56" fmla="*/ 2147483647 w 160"/>
                <a:gd name="T57" fmla="*/ 2147483647 h 224"/>
                <a:gd name="T58" fmla="*/ 2147483647 w 160"/>
                <a:gd name="T59" fmla="*/ 2147483647 h 2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60"/>
                <a:gd name="T91" fmla="*/ 0 h 224"/>
                <a:gd name="T92" fmla="*/ 160 w 160"/>
                <a:gd name="T93" fmla="*/ 224 h 22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60" h="224">
                  <a:moveTo>
                    <a:pt x="152" y="136"/>
                  </a:move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8" name="Freeform 803"/>
            <p:cNvSpPr/>
            <p:nvPr/>
          </p:nvSpPr>
          <p:spPr bwMode="auto">
            <a:xfrm>
              <a:off x="3483608" y="3465373"/>
              <a:ext cx="64701" cy="74570"/>
            </a:xfrm>
            <a:custGeom>
              <a:avLst/>
              <a:gdLst>
                <a:gd name="T0" fmla="*/ 2147483647 w 48"/>
                <a:gd name="T1" fmla="*/ 2147483647 h 56"/>
                <a:gd name="T2" fmla="*/ 2147483647 w 48"/>
                <a:gd name="T3" fmla="*/ 2147483647 h 56"/>
                <a:gd name="T4" fmla="*/ 2147483647 w 48"/>
                <a:gd name="T5" fmla="*/ 2147483647 h 56"/>
                <a:gd name="T6" fmla="*/ 2147483647 w 48"/>
                <a:gd name="T7" fmla="*/ 2147483647 h 56"/>
                <a:gd name="T8" fmla="*/ 2147483647 w 48"/>
                <a:gd name="T9" fmla="*/ 2147483647 h 56"/>
                <a:gd name="T10" fmla="*/ 2147483647 w 48"/>
                <a:gd name="T11" fmla="*/ 0 h 56"/>
                <a:gd name="T12" fmla="*/ 2147483647 w 48"/>
                <a:gd name="T13" fmla="*/ 2147483647 h 56"/>
                <a:gd name="T14" fmla="*/ 0 w 48"/>
                <a:gd name="T15" fmla="*/ 2147483647 h 56"/>
                <a:gd name="T16" fmla="*/ 2147483647 w 48"/>
                <a:gd name="T17" fmla="*/ 2147483647 h 56"/>
                <a:gd name="T18" fmla="*/ 2147483647 w 48"/>
                <a:gd name="T19" fmla="*/ 2147483647 h 56"/>
                <a:gd name="T20" fmla="*/ 2147483647 w 48"/>
                <a:gd name="T21" fmla="*/ 2147483647 h 56"/>
                <a:gd name="T22" fmla="*/ 2147483647 w 48"/>
                <a:gd name="T23" fmla="*/ 2147483647 h 56"/>
                <a:gd name="T24" fmla="*/ 2147483647 w 48"/>
                <a:gd name="T25" fmla="*/ 2147483647 h 56"/>
                <a:gd name="T26" fmla="*/ 2147483647 w 48"/>
                <a:gd name="T27" fmla="*/ 2147483647 h 56"/>
                <a:gd name="T28" fmla="*/ 2147483647 w 48"/>
                <a:gd name="T29" fmla="*/ 2147483647 h 56"/>
                <a:gd name="T30" fmla="*/ 2147483647 w 48"/>
                <a:gd name="T31" fmla="*/ 2147483647 h 56"/>
                <a:gd name="T32" fmla="*/ 2147483647 w 48"/>
                <a:gd name="T33" fmla="*/ 2147483647 h 56"/>
                <a:gd name="T34" fmla="*/ 2147483647 w 48"/>
                <a:gd name="T35" fmla="*/ 2147483647 h 56"/>
                <a:gd name="T36" fmla="*/ 2147483647 w 48"/>
                <a:gd name="T37" fmla="*/ 0 h 56"/>
                <a:gd name="T38" fmla="*/ 2147483647 w 48"/>
                <a:gd name="T39" fmla="*/ 2147483647 h 56"/>
                <a:gd name="T40" fmla="*/ 0 w 48"/>
                <a:gd name="T41" fmla="*/ 2147483647 h 56"/>
                <a:gd name="T42" fmla="*/ 2147483647 w 48"/>
                <a:gd name="T43" fmla="*/ 2147483647 h 56"/>
                <a:gd name="T44" fmla="*/ 2147483647 w 48"/>
                <a:gd name="T45" fmla="*/ 2147483647 h 56"/>
                <a:gd name="T46" fmla="*/ 2147483647 w 48"/>
                <a:gd name="T47" fmla="*/ 2147483647 h 56"/>
                <a:gd name="T48" fmla="*/ 2147483647 w 48"/>
                <a:gd name="T49" fmla="*/ 2147483647 h 56"/>
                <a:gd name="T50" fmla="*/ 2147483647 w 48"/>
                <a:gd name="T51" fmla="*/ 2147483647 h 56"/>
                <a:gd name="T52" fmla="*/ 2147483647 w 48"/>
                <a:gd name="T53" fmla="*/ 2147483647 h 5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"/>
                <a:gd name="T82" fmla="*/ 0 h 56"/>
                <a:gd name="T83" fmla="*/ 48 w 48"/>
                <a:gd name="T84" fmla="*/ 56 h 5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" h="56">
                  <a:moveTo>
                    <a:pt x="48" y="56"/>
                  </a:move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lnTo>
                    <a:pt x="48" y="40"/>
                  </a:lnTo>
                  <a:lnTo>
                    <a:pt x="40" y="24"/>
                  </a:lnTo>
                  <a:lnTo>
                    <a:pt x="48" y="8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8" y="16"/>
                  </a:lnTo>
                  <a:lnTo>
                    <a:pt x="0" y="24"/>
                  </a:lnTo>
                  <a:lnTo>
                    <a:pt x="8" y="40"/>
                  </a:lnTo>
                  <a:lnTo>
                    <a:pt x="16" y="56"/>
                  </a:lnTo>
                  <a:lnTo>
                    <a:pt x="24" y="56"/>
                  </a:lnTo>
                  <a:lnTo>
                    <a:pt x="48" y="5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59" name="Freeform 804"/>
            <p:cNvSpPr/>
            <p:nvPr/>
          </p:nvSpPr>
          <p:spPr bwMode="auto">
            <a:xfrm>
              <a:off x="3075667" y="3582710"/>
              <a:ext cx="214937" cy="300473"/>
            </a:xfrm>
            <a:custGeom>
              <a:avLst/>
              <a:gdLst>
                <a:gd name="T0" fmla="*/ 2147483647 w 160"/>
                <a:gd name="T1" fmla="*/ 2147483647 h 224"/>
                <a:gd name="T2" fmla="*/ 2147483647 w 160"/>
                <a:gd name="T3" fmla="*/ 2147483647 h 224"/>
                <a:gd name="T4" fmla="*/ 2147483647 w 160"/>
                <a:gd name="T5" fmla="*/ 2147483647 h 224"/>
                <a:gd name="T6" fmla="*/ 2147483647 w 160"/>
                <a:gd name="T7" fmla="*/ 2147483647 h 224"/>
                <a:gd name="T8" fmla="*/ 2147483647 w 160"/>
                <a:gd name="T9" fmla="*/ 2147483647 h 224"/>
                <a:gd name="T10" fmla="*/ 2147483647 w 160"/>
                <a:gd name="T11" fmla="*/ 2147483647 h 224"/>
                <a:gd name="T12" fmla="*/ 2147483647 w 160"/>
                <a:gd name="T13" fmla="*/ 2147483647 h 224"/>
                <a:gd name="T14" fmla="*/ 2147483647 w 160"/>
                <a:gd name="T15" fmla="*/ 2147483647 h 224"/>
                <a:gd name="T16" fmla="*/ 2147483647 w 160"/>
                <a:gd name="T17" fmla="*/ 2147483647 h 224"/>
                <a:gd name="T18" fmla="*/ 2147483647 w 160"/>
                <a:gd name="T19" fmla="*/ 2147483647 h 224"/>
                <a:gd name="T20" fmla="*/ 2147483647 w 160"/>
                <a:gd name="T21" fmla="*/ 2147483647 h 224"/>
                <a:gd name="T22" fmla="*/ 2147483647 w 160"/>
                <a:gd name="T23" fmla="*/ 2147483647 h 224"/>
                <a:gd name="T24" fmla="*/ 2147483647 w 160"/>
                <a:gd name="T25" fmla="*/ 2147483647 h 224"/>
                <a:gd name="T26" fmla="*/ 2147483647 w 160"/>
                <a:gd name="T27" fmla="*/ 0 h 224"/>
                <a:gd name="T28" fmla="*/ 2147483647 w 160"/>
                <a:gd name="T29" fmla="*/ 0 h 224"/>
                <a:gd name="T30" fmla="*/ 2147483647 w 160"/>
                <a:gd name="T31" fmla="*/ 2147483647 h 224"/>
                <a:gd name="T32" fmla="*/ 2147483647 w 160"/>
                <a:gd name="T33" fmla="*/ 2147483647 h 224"/>
                <a:gd name="T34" fmla="*/ 2147483647 w 160"/>
                <a:gd name="T35" fmla="*/ 2147483647 h 224"/>
                <a:gd name="T36" fmla="*/ 2147483647 w 160"/>
                <a:gd name="T37" fmla="*/ 2147483647 h 224"/>
                <a:gd name="T38" fmla="*/ 2147483647 w 160"/>
                <a:gd name="T39" fmla="*/ 2147483647 h 224"/>
                <a:gd name="T40" fmla="*/ 2147483647 w 160"/>
                <a:gd name="T41" fmla="*/ 2147483647 h 224"/>
                <a:gd name="T42" fmla="*/ 0 w 160"/>
                <a:gd name="T43" fmla="*/ 2147483647 h 224"/>
                <a:gd name="T44" fmla="*/ 2147483647 w 160"/>
                <a:gd name="T45" fmla="*/ 2147483647 h 224"/>
                <a:gd name="T46" fmla="*/ 2147483647 w 160"/>
                <a:gd name="T47" fmla="*/ 2147483647 h 224"/>
                <a:gd name="T48" fmla="*/ 2147483647 w 160"/>
                <a:gd name="T49" fmla="*/ 2147483647 h 224"/>
                <a:gd name="T50" fmla="*/ 2147483647 w 160"/>
                <a:gd name="T51" fmla="*/ 2147483647 h 224"/>
                <a:gd name="T52" fmla="*/ 2147483647 w 160"/>
                <a:gd name="T53" fmla="*/ 2147483647 h 224"/>
                <a:gd name="T54" fmla="*/ 2147483647 w 160"/>
                <a:gd name="T55" fmla="*/ 2147483647 h 224"/>
                <a:gd name="T56" fmla="*/ 2147483647 w 160"/>
                <a:gd name="T57" fmla="*/ 2147483647 h 224"/>
                <a:gd name="T58" fmla="*/ 2147483647 w 160"/>
                <a:gd name="T59" fmla="*/ 2147483647 h 224"/>
                <a:gd name="T60" fmla="*/ 2147483647 w 160"/>
                <a:gd name="T61" fmla="*/ 2147483647 h 224"/>
                <a:gd name="T62" fmla="*/ 2147483647 w 160"/>
                <a:gd name="T63" fmla="*/ 2147483647 h 224"/>
                <a:gd name="T64" fmla="*/ 2147483647 w 160"/>
                <a:gd name="T65" fmla="*/ 2147483647 h 224"/>
                <a:gd name="T66" fmla="*/ 2147483647 w 160"/>
                <a:gd name="T67" fmla="*/ 2147483647 h 224"/>
                <a:gd name="T68" fmla="*/ 2147483647 w 160"/>
                <a:gd name="T69" fmla="*/ 2147483647 h 224"/>
                <a:gd name="T70" fmla="*/ 2147483647 w 160"/>
                <a:gd name="T71" fmla="*/ 2147483647 h 224"/>
                <a:gd name="T72" fmla="*/ 2147483647 w 160"/>
                <a:gd name="T73" fmla="*/ 2147483647 h 224"/>
                <a:gd name="T74" fmla="*/ 2147483647 w 160"/>
                <a:gd name="T75" fmla="*/ 2147483647 h 224"/>
                <a:gd name="T76" fmla="*/ 2147483647 w 160"/>
                <a:gd name="T77" fmla="*/ 2147483647 h 224"/>
                <a:gd name="T78" fmla="*/ 2147483647 w 160"/>
                <a:gd name="T79" fmla="*/ 2147483647 h 224"/>
                <a:gd name="T80" fmla="*/ 2147483647 w 160"/>
                <a:gd name="T81" fmla="*/ 2147483647 h 224"/>
                <a:gd name="T82" fmla="*/ 2147483647 w 160"/>
                <a:gd name="T83" fmla="*/ 2147483647 h 224"/>
                <a:gd name="T84" fmla="*/ 2147483647 w 160"/>
                <a:gd name="T85" fmla="*/ 2147483647 h 224"/>
                <a:gd name="T86" fmla="*/ 2147483647 w 160"/>
                <a:gd name="T87" fmla="*/ 2147483647 h 224"/>
                <a:gd name="T88" fmla="*/ 2147483647 w 160"/>
                <a:gd name="T89" fmla="*/ 0 h 224"/>
                <a:gd name="T90" fmla="*/ 2147483647 w 160"/>
                <a:gd name="T91" fmla="*/ 0 h 224"/>
                <a:gd name="T92" fmla="*/ 2147483647 w 160"/>
                <a:gd name="T93" fmla="*/ 2147483647 h 224"/>
                <a:gd name="T94" fmla="*/ 2147483647 w 160"/>
                <a:gd name="T95" fmla="*/ 2147483647 h 224"/>
                <a:gd name="T96" fmla="*/ 2147483647 w 160"/>
                <a:gd name="T97" fmla="*/ 2147483647 h 224"/>
                <a:gd name="T98" fmla="*/ 2147483647 w 160"/>
                <a:gd name="T99" fmla="*/ 2147483647 h 224"/>
                <a:gd name="T100" fmla="*/ 2147483647 w 160"/>
                <a:gd name="T101" fmla="*/ 2147483647 h 224"/>
                <a:gd name="T102" fmla="*/ 2147483647 w 160"/>
                <a:gd name="T103" fmla="*/ 2147483647 h 224"/>
                <a:gd name="T104" fmla="*/ 0 w 160"/>
                <a:gd name="T105" fmla="*/ 2147483647 h 224"/>
                <a:gd name="T106" fmla="*/ 2147483647 w 160"/>
                <a:gd name="T107" fmla="*/ 2147483647 h 224"/>
                <a:gd name="T108" fmla="*/ 2147483647 w 160"/>
                <a:gd name="T109" fmla="*/ 2147483647 h 224"/>
                <a:gd name="T110" fmla="*/ 2147483647 w 160"/>
                <a:gd name="T111" fmla="*/ 2147483647 h 224"/>
                <a:gd name="T112" fmla="*/ 2147483647 w 160"/>
                <a:gd name="T113" fmla="*/ 2147483647 h 224"/>
                <a:gd name="T114" fmla="*/ 2147483647 w 160"/>
                <a:gd name="T115" fmla="*/ 2147483647 h 224"/>
                <a:gd name="T116" fmla="*/ 2147483647 w 160"/>
                <a:gd name="T117" fmla="*/ 2147483647 h 224"/>
                <a:gd name="T118" fmla="*/ 2147483647 w 160"/>
                <a:gd name="T119" fmla="*/ 2147483647 h 224"/>
                <a:gd name="T120" fmla="*/ 2147483647 w 160"/>
                <a:gd name="T121" fmla="*/ 2147483647 h 224"/>
                <a:gd name="T122" fmla="*/ 2147483647 w 160"/>
                <a:gd name="T123" fmla="*/ 2147483647 h 224"/>
                <a:gd name="T124" fmla="*/ 2147483647 w 160"/>
                <a:gd name="T125" fmla="*/ 2147483647 h 22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60"/>
                <a:gd name="T190" fmla="*/ 0 h 224"/>
                <a:gd name="T191" fmla="*/ 160 w 160"/>
                <a:gd name="T192" fmla="*/ 224 h 22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60" h="224">
                  <a:moveTo>
                    <a:pt x="152" y="136"/>
                  </a:moveTo>
                  <a:lnTo>
                    <a:pt x="152" y="136"/>
                  </a:ln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lnTo>
                    <a:pt x="144" y="136"/>
                  </a:lnTo>
                  <a:lnTo>
                    <a:pt x="144" y="112"/>
                  </a:lnTo>
                  <a:lnTo>
                    <a:pt x="120" y="120"/>
                  </a:lnTo>
                  <a:lnTo>
                    <a:pt x="104" y="104"/>
                  </a:lnTo>
                  <a:lnTo>
                    <a:pt x="104" y="80"/>
                  </a:lnTo>
                  <a:lnTo>
                    <a:pt x="120" y="56"/>
                  </a:lnTo>
                  <a:lnTo>
                    <a:pt x="136" y="48"/>
                  </a:lnTo>
                  <a:lnTo>
                    <a:pt x="136" y="40"/>
                  </a:lnTo>
                  <a:lnTo>
                    <a:pt x="128" y="24"/>
                  </a:lnTo>
                  <a:lnTo>
                    <a:pt x="112" y="24"/>
                  </a:lnTo>
                  <a:lnTo>
                    <a:pt x="104" y="16"/>
                  </a:lnTo>
                  <a:lnTo>
                    <a:pt x="80" y="0"/>
                  </a:lnTo>
                  <a:lnTo>
                    <a:pt x="72" y="16"/>
                  </a:lnTo>
                  <a:lnTo>
                    <a:pt x="56" y="32"/>
                  </a:lnTo>
                  <a:lnTo>
                    <a:pt x="48" y="40"/>
                  </a:lnTo>
                  <a:lnTo>
                    <a:pt x="32" y="56"/>
                  </a:lnTo>
                  <a:lnTo>
                    <a:pt x="16" y="48"/>
                  </a:lnTo>
                  <a:lnTo>
                    <a:pt x="16" y="40"/>
                  </a:lnTo>
                  <a:lnTo>
                    <a:pt x="0" y="48"/>
                  </a:lnTo>
                  <a:lnTo>
                    <a:pt x="16" y="80"/>
                  </a:lnTo>
                  <a:lnTo>
                    <a:pt x="40" y="120"/>
                  </a:lnTo>
                  <a:lnTo>
                    <a:pt x="64" y="168"/>
                  </a:lnTo>
                  <a:lnTo>
                    <a:pt x="64" y="176"/>
                  </a:lnTo>
                  <a:lnTo>
                    <a:pt x="144" y="224"/>
                  </a:lnTo>
                  <a:lnTo>
                    <a:pt x="152" y="224"/>
                  </a:lnTo>
                  <a:lnTo>
                    <a:pt x="152" y="208"/>
                  </a:lnTo>
                  <a:lnTo>
                    <a:pt x="160" y="184"/>
                  </a:lnTo>
                  <a:lnTo>
                    <a:pt x="160" y="152"/>
                  </a:lnTo>
                  <a:lnTo>
                    <a:pt x="152" y="136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0" name="Freeform 805"/>
            <p:cNvSpPr/>
            <p:nvPr/>
          </p:nvSpPr>
          <p:spPr bwMode="auto">
            <a:xfrm>
              <a:off x="3097599" y="3550909"/>
              <a:ext cx="85536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2147483647 h 80"/>
                <a:gd name="T6" fmla="*/ 2147483647 w 64"/>
                <a:gd name="T7" fmla="*/ 2147483647 h 80"/>
                <a:gd name="T8" fmla="*/ 2147483647 w 64"/>
                <a:gd name="T9" fmla="*/ 2147483647 h 80"/>
                <a:gd name="T10" fmla="*/ 2147483647 w 64"/>
                <a:gd name="T11" fmla="*/ 2147483647 h 80"/>
                <a:gd name="T12" fmla="*/ 2147483647 w 64"/>
                <a:gd name="T13" fmla="*/ 0 h 80"/>
                <a:gd name="T14" fmla="*/ 2147483647 w 64"/>
                <a:gd name="T15" fmla="*/ 2147483647 h 80"/>
                <a:gd name="T16" fmla="*/ 0 w 64"/>
                <a:gd name="T17" fmla="*/ 2147483647 h 80"/>
                <a:gd name="T18" fmla="*/ 2147483647 w 64"/>
                <a:gd name="T19" fmla="*/ 2147483647 h 80"/>
                <a:gd name="T20" fmla="*/ 0 w 64"/>
                <a:gd name="T21" fmla="*/ 2147483647 h 80"/>
                <a:gd name="T22" fmla="*/ 0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16" y="80"/>
                  </a:moveTo>
                  <a:lnTo>
                    <a:pt x="32" y="64"/>
                  </a:lnTo>
                  <a:lnTo>
                    <a:pt x="40" y="5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1" name="Freeform 806"/>
            <p:cNvSpPr/>
            <p:nvPr/>
          </p:nvSpPr>
          <p:spPr bwMode="auto">
            <a:xfrm>
              <a:off x="2947363" y="3304170"/>
              <a:ext cx="96502" cy="42768"/>
            </a:xfrm>
            <a:custGeom>
              <a:avLst/>
              <a:gdLst>
                <a:gd name="T0" fmla="*/ 2147483647 w 72"/>
                <a:gd name="T1" fmla="*/ 2147483647 h 32"/>
                <a:gd name="T2" fmla="*/ 2147483647 w 72"/>
                <a:gd name="T3" fmla="*/ 0 h 32"/>
                <a:gd name="T4" fmla="*/ 2147483647 w 72"/>
                <a:gd name="T5" fmla="*/ 0 h 32"/>
                <a:gd name="T6" fmla="*/ 0 w 72"/>
                <a:gd name="T7" fmla="*/ 2147483647 h 32"/>
                <a:gd name="T8" fmla="*/ 0 w 72"/>
                <a:gd name="T9" fmla="*/ 2147483647 h 32"/>
                <a:gd name="T10" fmla="*/ 2147483647 w 72"/>
                <a:gd name="T11" fmla="*/ 2147483647 h 32"/>
                <a:gd name="T12" fmla="*/ 2147483647 w 72"/>
                <a:gd name="T13" fmla="*/ 2147483647 h 32"/>
                <a:gd name="T14" fmla="*/ 2147483647 w 72"/>
                <a:gd name="T15" fmla="*/ 2147483647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32"/>
                <a:gd name="T26" fmla="*/ 72 w 72"/>
                <a:gd name="T27" fmla="*/ 32 h 3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32">
                  <a:moveTo>
                    <a:pt x="72" y="8"/>
                  </a:moveTo>
                  <a:lnTo>
                    <a:pt x="32" y="0"/>
                  </a:lnTo>
                  <a:lnTo>
                    <a:pt x="16" y="0"/>
                  </a:lnTo>
                  <a:lnTo>
                    <a:pt x="0" y="8"/>
                  </a:lnTo>
                  <a:lnTo>
                    <a:pt x="0" y="24"/>
                  </a:lnTo>
                  <a:lnTo>
                    <a:pt x="16" y="32"/>
                  </a:lnTo>
                  <a:lnTo>
                    <a:pt x="48" y="24"/>
                  </a:lnTo>
                  <a:lnTo>
                    <a:pt x="72" y="8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2" name="Freeform 807"/>
            <p:cNvSpPr/>
            <p:nvPr/>
          </p:nvSpPr>
          <p:spPr bwMode="auto">
            <a:xfrm>
              <a:off x="2893629" y="3271271"/>
              <a:ext cx="74570" cy="64701"/>
            </a:xfrm>
            <a:custGeom>
              <a:avLst/>
              <a:gdLst>
                <a:gd name="T0" fmla="*/ 2147483647 w 56"/>
                <a:gd name="T1" fmla="*/ 2147483647 h 48"/>
                <a:gd name="T2" fmla="*/ 2147483647 w 56"/>
                <a:gd name="T3" fmla="*/ 2147483647 h 48"/>
                <a:gd name="T4" fmla="*/ 2147483647 w 56"/>
                <a:gd name="T5" fmla="*/ 0 h 48"/>
                <a:gd name="T6" fmla="*/ 2147483647 w 56"/>
                <a:gd name="T7" fmla="*/ 0 h 48"/>
                <a:gd name="T8" fmla="*/ 2147483647 w 56"/>
                <a:gd name="T9" fmla="*/ 2147483647 h 48"/>
                <a:gd name="T10" fmla="*/ 2147483647 w 56"/>
                <a:gd name="T11" fmla="*/ 2147483647 h 48"/>
                <a:gd name="T12" fmla="*/ 2147483647 w 56"/>
                <a:gd name="T13" fmla="*/ 2147483647 h 48"/>
                <a:gd name="T14" fmla="*/ 0 w 56"/>
                <a:gd name="T15" fmla="*/ 2147483647 h 48"/>
                <a:gd name="T16" fmla="*/ 0 w 56"/>
                <a:gd name="T17" fmla="*/ 2147483647 h 48"/>
                <a:gd name="T18" fmla="*/ 0 w 56"/>
                <a:gd name="T19" fmla="*/ 2147483647 h 48"/>
                <a:gd name="T20" fmla="*/ 2147483647 w 56"/>
                <a:gd name="T21" fmla="*/ 2147483647 h 48"/>
                <a:gd name="T22" fmla="*/ 2147483647 w 56"/>
                <a:gd name="T23" fmla="*/ 2147483647 h 48"/>
                <a:gd name="T24" fmla="*/ 2147483647 w 56"/>
                <a:gd name="T25" fmla="*/ 2147483647 h 48"/>
                <a:gd name="T26" fmla="*/ 2147483647 w 56"/>
                <a:gd name="T27" fmla="*/ 2147483647 h 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6"/>
                <a:gd name="T43" fmla="*/ 0 h 48"/>
                <a:gd name="T44" fmla="*/ 56 w 56"/>
                <a:gd name="T45" fmla="*/ 48 h 4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6" h="48">
                  <a:moveTo>
                    <a:pt x="56" y="24"/>
                  </a:moveTo>
                  <a:lnTo>
                    <a:pt x="40" y="16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6" y="8"/>
                  </a:lnTo>
                  <a:lnTo>
                    <a:pt x="24" y="24"/>
                  </a:lnTo>
                  <a:lnTo>
                    <a:pt x="8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24" y="48"/>
                  </a:lnTo>
                  <a:lnTo>
                    <a:pt x="40" y="48"/>
                  </a:lnTo>
                  <a:lnTo>
                    <a:pt x="40" y="32"/>
                  </a:lnTo>
                  <a:lnTo>
                    <a:pt x="56" y="24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3" name="Freeform 808"/>
            <p:cNvSpPr/>
            <p:nvPr/>
          </p:nvSpPr>
          <p:spPr bwMode="auto">
            <a:xfrm>
              <a:off x="2474721" y="2992731"/>
              <a:ext cx="515410" cy="332275"/>
            </a:xfrm>
            <a:custGeom>
              <a:avLst/>
              <a:gdLst>
                <a:gd name="T0" fmla="*/ 2147483647 w 384"/>
                <a:gd name="T1" fmla="*/ 2147483647 h 248"/>
                <a:gd name="T2" fmla="*/ 2147483647 w 384"/>
                <a:gd name="T3" fmla="*/ 2147483647 h 248"/>
                <a:gd name="T4" fmla="*/ 2147483647 w 384"/>
                <a:gd name="T5" fmla="*/ 2147483647 h 248"/>
                <a:gd name="T6" fmla="*/ 2147483647 w 384"/>
                <a:gd name="T7" fmla="*/ 2147483647 h 248"/>
                <a:gd name="T8" fmla="*/ 2147483647 w 384"/>
                <a:gd name="T9" fmla="*/ 2147483647 h 248"/>
                <a:gd name="T10" fmla="*/ 2147483647 w 384"/>
                <a:gd name="T11" fmla="*/ 2147483647 h 248"/>
                <a:gd name="T12" fmla="*/ 2147483647 w 384"/>
                <a:gd name="T13" fmla="*/ 2147483647 h 248"/>
                <a:gd name="T14" fmla="*/ 2147483647 w 384"/>
                <a:gd name="T15" fmla="*/ 2147483647 h 248"/>
                <a:gd name="T16" fmla="*/ 2147483647 w 384"/>
                <a:gd name="T17" fmla="*/ 2147483647 h 248"/>
                <a:gd name="T18" fmla="*/ 2147483647 w 384"/>
                <a:gd name="T19" fmla="*/ 2147483647 h 248"/>
                <a:gd name="T20" fmla="*/ 2147483647 w 384"/>
                <a:gd name="T21" fmla="*/ 2147483647 h 248"/>
                <a:gd name="T22" fmla="*/ 2147483647 w 384"/>
                <a:gd name="T23" fmla="*/ 2147483647 h 248"/>
                <a:gd name="T24" fmla="*/ 2147483647 w 384"/>
                <a:gd name="T25" fmla="*/ 2147483647 h 248"/>
                <a:gd name="T26" fmla="*/ 2147483647 w 384"/>
                <a:gd name="T27" fmla="*/ 2147483647 h 248"/>
                <a:gd name="T28" fmla="*/ 2147483647 w 384"/>
                <a:gd name="T29" fmla="*/ 2147483647 h 248"/>
                <a:gd name="T30" fmla="*/ 2147483647 w 384"/>
                <a:gd name="T31" fmla="*/ 2147483647 h 248"/>
                <a:gd name="T32" fmla="*/ 2147483647 w 384"/>
                <a:gd name="T33" fmla="*/ 2147483647 h 248"/>
                <a:gd name="T34" fmla="*/ 2147483647 w 384"/>
                <a:gd name="T35" fmla="*/ 2147483647 h 248"/>
                <a:gd name="T36" fmla="*/ 2147483647 w 384"/>
                <a:gd name="T37" fmla="*/ 2147483647 h 248"/>
                <a:gd name="T38" fmla="*/ 2147483647 w 384"/>
                <a:gd name="T39" fmla="*/ 2147483647 h 248"/>
                <a:gd name="T40" fmla="*/ 2147483647 w 384"/>
                <a:gd name="T41" fmla="*/ 2147483647 h 248"/>
                <a:gd name="T42" fmla="*/ 2147483647 w 384"/>
                <a:gd name="T43" fmla="*/ 2147483647 h 248"/>
                <a:gd name="T44" fmla="*/ 2147483647 w 384"/>
                <a:gd name="T45" fmla="*/ 2147483647 h 248"/>
                <a:gd name="T46" fmla="*/ 2147483647 w 384"/>
                <a:gd name="T47" fmla="*/ 0 h 248"/>
                <a:gd name="T48" fmla="*/ 0 w 384"/>
                <a:gd name="T49" fmla="*/ 0 h 248"/>
                <a:gd name="T50" fmla="*/ 2147483647 w 384"/>
                <a:gd name="T51" fmla="*/ 2147483647 h 248"/>
                <a:gd name="T52" fmla="*/ 2147483647 w 384"/>
                <a:gd name="T53" fmla="*/ 2147483647 h 248"/>
                <a:gd name="T54" fmla="*/ 2147483647 w 384"/>
                <a:gd name="T55" fmla="*/ 2147483647 h 248"/>
                <a:gd name="T56" fmla="*/ 2147483647 w 384"/>
                <a:gd name="T57" fmla="*/ 2147483647 h 248"/>
                <a:gd name="T58" fmla="*/ 2147483647 w 384"/>
                <a:gd name="T59" fmla="*/ 2147483647 h 248"/>
                <a:gd name="T60" fmla="*/ 2147483647 w 384"/>
                <a:gd name="T61" fmla="*/ 2147483647 h 248"/>
                <a:gd name="T62" fmla="*/ 2147483647 w 384"/>
                <a:gd name="T63" fmla="*/ 2147483647 h 248"/>
                <a:gd name="T64" fmla="*/ 2147483647 w 384"/>
                <a:gd name="T65" fmla="*/ 2147483647 h 248"/>
                <a:gd name="T66" fmla="*/ 2147483647 w 384"/>
                <a:gd name="T67" fmla="*/ 2147483647 h 248"/>
                <a:gd name="T68" fmla="*/ 2147483647 w 384"/>
                <a:gd name="T69" fmla="*/ 2147483647 h 248"/>
                <a:gd name="T70" fmla="*/ 2147483647 w 384"/>
                <a:gd name="T71" fmla="*/ 2147483647 h 248"/>
                <a:gd name="T72" fmla="*/ 2147483647 w 384"/>
                <a:gd name="T73" fmla="*/ 2147483647 h 248"/>
                <a:gd name="T74" fmla="*/ 2147483647 w 384"/>
                <a:gd name="T75" fmla="*/ 2147483647 h 248"/>
                <a:gd name="T76" fmla="*/ 2147483647 w 384"/>
                <a:gd name="T77" fmla="*/ 2147483647 h 248"/>
                <a:gd name="T78" fmla="*/ 2147483647 w 384"/>
                <a:gd name="T79" fmla="*/ 2147483647 h 248"/>
                <a:gd name="T80" fmla="*/ 2147483647 w 384"/>
                <a:gd name="T81" fmla="*/ 2147483647 h 248"/>
                <a:gd name="T82" fmla="*/ 2147483647 w 384"/>
                <a:gd name="T83" fmla="*/ 2147483647 h 248"/>
                <a:gd name="T84" fmla="*/ 2147483647 w 384"/>
                <a:gd name="T85" fmla="*/ 2147483647 h 248"/>
                <a:gd name="T86" fmla="*/ 2147483647 w 384"/>
                <a:gd name="T87" fmla="*/ 2147483647 h 248"/>
                <a:gd name="T88" fmla="*/ 2147483647 w 384"/>
                <a:gd name="T89" fmla="*/ 2147483647 h 248"/>
                <a:gd name="T90" fmla="*/ 2147483647 w 384"/>
                <a:gd name="T91" fmla="*/ 2147483647 h 248"/>
                <a:gd name="T92" fmla="*/ 2147483647 w 384"/>
                <a:gd name="T93" fmla="*/ 2147483647 h 248"/>
                <a:gd name="T94" fmla="*/ 2147483647 w 384"/>
                <a:gd name="T95" fmla="*/ 2147483647 h 248"/>
                <a:gd name="T96" fmla="*/ 2147483647 w 384"/>
                <a:gd name="T97" fmla="*/ 2147483647 h 248"/>
                <a:gd name="T98" fmla="*/ 2147483647 w 384"/>
                <a:gd name="T99" fmla="*/ 2147483647 h 248"/>
                <a:gd name="T100" fmla="*/ 2147483647 w 384"/>
                <a:gd name="T101" fmla="*/ 2147483647 h 248"/>
                <a:gd name="T102" fmla="*/ 2147483647 w 384"/>
                <a:gd name="T103" fmla="*/ 2147483647 h 248"/>
                <a:gd name="T104" fmla="*/ 2147483647 w 384"/>
                <a:gd name="T105" fmla="*/ 2147483647 h 248"/>
                <a:gd name="T106" fmla="*/ 2147483647 w 384"/>
                <a:gd name="T107" fmla="*/ 2147483647 h 248"/>
                <a:gd name="T108" fmla="*/ 2147483647 w 384"/>
                <a:gd name="T109" fmla="*/ 2147483647 h 24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84"/>
                <a:gd name="T166" fmla="*/ 0 h 248"/>
                <a:gd name="T167" fmla="*/ 384 w 384"/>
                <a:gd name="T168" fmla="*/ 248 h 24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84" h="248">
                  <a:moveTo>
                    <a:pt x="320" y="232"/>
                  </a:moveTo>
                  <a:lnTo>
                    <a:pt x="336" y="232"/>
                  </a:lnTo>
                  <a:lnTo>
                    <a:pt x="328" y="216"/>
                  </a:lnTo>
                  <a:lnTo>
                    <a:pt x="336" y="208"/>
                  </a:lnTo>
                  <a:lnTo>
                    <a:pt x="352" y="208"/>
                  </a:lnTo>
                  <a:lnTo>
                    <a:pt x="360" y="200"/>
                  </a:lnTo>
                  <a:lnTo>
                    <a:pt x="376" y="192"/>
                  </a:lnTo>
                  <a:lnTo>
                    <a:pt x="384" y="160"/>
                  </a:lnTo>
                  <a:lnTo>
                    <a:pt x="336" y="168"/>
                  </a:lnTo>
                  <a:lnTo>
                    <a:pt x="312" y="192"/>
                  </a:lnTo>
                  <a:lnTo>
                    <a:pt x="280" y="200"/>
                  </a:lnTo>
                  <a:lnTo>
                    <a:pt x="248" y="160"/>
                  </a:lnTo>
                  <a:lnTo>
                    <a:pt x="248" y="104"/>
                  </a:lnTo>
                  <a:lnTo>
                    <a:pt x="256" y="96"/>
                  </a:lnTo>
                  <a:lnTo>
                    <a:pt x="232" y="88"/>
                  </a:lnTo>
                  <a:lnTo>
                    <a:pt x="216" y="72"/>
                  </a:lnTo>
                  <a:lnTo>
                    <a:pt x="208" y="56"/>
                  </a:lnTo>
                  <a:lnTo>
                    <a:pt x="192" y="40"/>
                  </a:lnTo>
                  <a:lnTo>
                    <a:pt x="168" y="4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04" y="16"/>
                  </a:lnTo>
                  <a:lnTo>
                    <a:pt x="72" y="16"/>
                  </a:lnTo>
                  <a:lnTo>
                    <a:pt x="32" y="0"/>
                  </a:lnTo>
                  <a:lnTo>
                    <a:pt x="0" y="0"/>
                  </a:lnTo>
                  <a:lnTo>
                    <a:pt x="24" y="48"/>
                  </a:lnTo>
                  <a:lnTo>
                    <a:pt x="40" y="72"/>
                  </a:lnTo>
                  <a:lnTo>
                    <a:pt x="32" y="80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80" y="128"/>
                  </a:lnTo>
                  <a:lnTo>
                    <a:pt x="96" y="144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64" y="80"/>
                  </a:lnTo>
                  <a:lnTo>
                    <a:pt x="40" y="40"/>
                  </a:lnTo>
                  <a:lnTo>
                    <a:pt x="32" y="16"/>
                  </a:lnTo>
                  <a:lnTo>
                    <a:pt x="48" y="24"/>
                  </a:lnTo>
                  <a:lnTo>
                    <a:pt x="72" y="64"/>
                  </a:lnTo>
                  <a:lnTo>
                    <a:pt x="80" y="80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112" y="112"/>
                  </a:lnTo>
                  <a:lnTo>
                    <a:pt x="120" y="120"/>
                  </a:lnTo>
                  <a:lnTo>
                    <a:pt x="144" y="144"/>
                  </a:lnTo>
                  <a:lnTo>
                    <a:pt x="144" y="168"/>
                  </a:lnTo>
                  <a:lnTo>
                    <a:pt x="144" y="184"/>
                  </a:lnTo>
                  <a:lnTo>
                    <a:pt x="200" y="216"/>
                  </a:lnTo>
                  <a:lnTo>
                    <a:pt x="224" y="224"/>
                  </a:lnTo>
                  <a:lnTo>
                    <a:pt x="264" y="240"/>
                  </a:lnTo>
                  <a:lnTo>
                    <a:pt x="280" y="232"/>
                  </a:lnTo>
                  <a:lnTo>
                    <a:pt x="288" y="232"/>
                  </a:lnTo>
                  <a:lnTo>
                    <a:pt x="312" y="248"/>
                  </a:lnTo>
                  <a:lnTo>
                    <a:pt x="312" y="240"/>
                  </a:lnTo>
                  <a:lnTo>
                    <a:pt x="320" y="2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4" name="Freeform 809"/>
            <p:cNvSpPr/>
            <p:nvPr/>
          </p:nvSpPr>
          <p:spPr bwMode="auto">
            <a:xfrm>
              <a:off x="3097599" y="3550909"/>
              <a:ext cx="85536" cy="107468"/>
            </a:xfrm>
            <a:custGeom>
              <a:avLst/>
              <a:gdLst>
                <a:gd name="T0" fmla="*/ 2147483647 w 64"/>
                <a:gd name="T1" fmla="*/ 2147483647 h 80"/>
                <a:gd name="T2" fmla="*/ 2147483647 w 64"/>
                <a:gd name="T3" fmla="*/ 2147483647 h 80"/>
                <a:gd name="T4" fmla="*/ 2147483647 w 64"/>
                <a:gd name="T5" fmla="*/ 2147483647 h 80"/>
                <a:gd name="T6" fmla="*/ 2147483647 w 64"/>
                <a:gd name="T7" fmla="*/ 2147483647 h 80"/>
                <a:gd name="T8" fmla="*/ 2147483647 w 64"/>
                <a:gd name="T9" fmla="*/ 2147483647 h 80"/>
                <a:gd name="T10" fmla="*/ 2147483647 w 64"/>
                <a:gd name="T11" fmla="*/ 2147483647 h 80"/>
                <a:gd name="T12" fmla="*/ 2147483647 w 64"/>
                <a:gd name="T13" fmla="*/ 0 h 80"/>
                <a:gd name="T14" fmla="*/ 2147483647 w 64"/>
                <a:gd name="T15" fmla="*/ 2147483647 h 80"/>
                <a:gd name="T16" fmla="*/ 0 w 64"/>
                <a:gd name="T17" fmla="*/ 2147483647 h 80"/>
                <a:gd name="T18" fmla="*/ 2147483647 w 64"/>
                <a:gd name="T19" fmla="*/ 2147483647 h 80"/>
                <a:gd name="T20" fmla="*/ 0 w 64"/>
                <a:gd name="T21" fmla="*/ 2147483647 h 80"/>
                <a:gd name="T22" fmla="*/ 0 w 64"/>
                <a:gd name="T23" fmla="*/ 2147483647 h 80"/>
                <a:gd name="T24" fmla="*/ 2147483647 w 64"/>
                <a:gd name="T25" fmla="*/ 2147483647 h 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80"/>
                <a:gd name="T41" fmla="*/ 64 w 64"/>
                <a:gd name="T42" fmla="*/ 80 h 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80">
                  <a:moveTo>
                    <a:pt x="16" y="80"/>
                  </a:moveTo>
                  <a:lnTo>
                    <a:pt x="32" y="64"/>
                  </a:lnTo>
                  <a:lnTo>
                    <a:pt x="40" y="56"/>
                  </a:lnTo>
                  <a:lnTo>
                    <a:pt x="56" y="40"/>
                  </a:lnTo>
                  <a:lnTo>
                    <a:pt x="64" y="24"/>
                  </a:lnTo>
                  <a:lnTo>
                    <a:pt x="48" y="16"/>
                  </a:lnTo>
                  <a:lnTo>
                    <a:pt x="16" y="0"/>
                  </a:lnTo>
                  <a:lnTo>
                    <a:pt x="16" y="8"/>
                  </a:lnTo>
                  <a:lnTo>
                    <a:pt x="0" y="48"/>
                  </a:lnTo>
                  <a:lnTo>
                    <a:pt x="8" y="64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16" y="80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5" name="Freeform 810"/>
            <p:cNvSpPr/>
            <p:nvPr/>
          </p:nvSpPr>
          <p:spPr bwMode="auto">
            <a:xfrm>
              <a:off x="2474721" y="2992731"/>
              <a:ext cx="515410" cy="332275"/>
            </a:xfrm>
            <a:custGeom>
              <a:avLst/>
              <a:gdLst>
                <a:gd name="T0" fmla="*/ 2147483647 w 384"/>
                <a:gd name="T1" fmla="*/ 2147483647 h 248"/>
                <a:gd name="T2" fmla="*/ 2147483647 w 384"/>
                <a:gd name="T3" fmla="*/ 2147483647 h 248"/>
                <a:gd name="T4" fmla="*/ 2147483647 w 384"/>
                <a:gd name="T5" fmla="*/ 2147483647 h 248"/>
                <a:gd name="T6" fmla="*/ 2147483647 w 384"/>
                <a:gd name="T7" fmla="*/ 2147483647 h 248"/>
                <a:gd name="T8" fmla="*/ 2147483647 w 384"/>
                <a:gd name="T9" fmla="*/ 2147483647 h 248"/>
                <a:gd name="T10" fmla="*/ 2147483647 w 384"/>
                <a:gd name="T11" fmla="*/ 2147483647 h 248"/>
                <a:gd name="T12" fmla="*/ 2147483647 w 384"/>
                <a:gd name="T13" fmla="*/ 2147483647 h 248"/>
                <a:gd name="T14" fmla="*/ 2147483647 w 384"/>
                <a:gd name="T15" fmla="*/ 2147483647 h 248"/>
                <a:gd name="T16" fmla="*/ 2147483647 w 384"/>
                <a:gd name="T17" fmla="*/ 2147483647 h 248"/>
                <a:gd name="T18" fmla="*/ 2147483647 w 384"/>
                <a:gd name="T19" fmla="*/ 2147483647 h 248"/>
                <a:gd name="T20" fmla="*/ 2147483647 w 384"/>
                <a:gd name="T21" fmla="*/ 2147483647 h 248"/>
                <a:gd name="T22" fmla="*/ 2147483647 w 384"/>
                <a:gd name="T23" fmla="*/ 2147483647 h 248"/>
                <a:gd name="T24" fmla="*/ 2147483647 w 384"/>
                <a:gd name="T25" fmla="*/ 2147483647 h 248"/>
                <a:gd name="T26" fmla="*/ 2147483647 w 384"/>
                <a:gd name="T27" fmla="*/ 2147483647 h 248"/>
                <a:gd name="T28" fmla="*/ 2147483647 w 384"/>
                <a:gd name="T29" fmla="*/ 2147483647 h 248"/>
                <a:gd name="T30" fmla="*/ 2147483647 w 384"/>
                <a:gd name="T31" fmla="*/ 2147483647 h 248"/>
                <a:gd name="T32" fmla="*/ 2147483647 w 384"/>
                <a:gd name="T33" fmla="*/ 2147483647 h 248"/>
                <a:gd name="T34" fmla="*/ 2147483647 w 384"/>
                <a:gd name="T35" fmla="*/ 2147483647 h 248"/>
                <a:gd name="T36" fmla="*/ 2147483647 w 384"/>
                <a:gd name="T37" fmla="*/ 2147483647 h 248"/>
                <a:gd name="T38" fmla="*/ 2147483647 w 384"/>
                <a:gd name="T39" fmla="*/ 2147483647 h 248"/>
                <a:gd name="T40" fmla="*/ 2147483647 w 384"/>
                <a:gd name="T41" fmla="*/ 2147483647 h 248"/>
                <a:gd name="T42" fmla="*/ 2147483647 w 384"/>
                <a:gd name="T43" fmla="*/ 2147483647 h 248"/>
                <a:gd name="T44" fmla="*/ 2147483647 w 384"/>
                <a:gd name="T45" fmla="*/ 2147483647 h 248"/>
                <a:gd name="T46" fmla="*/ 2147483647 w 384"/>
                <a:gd name="T47" fmla="*/ 2147483647 h 248"/>
                <a:gd name="T48" fmla="*/ 2147483647 w 384"/>
                <a:gd name="T49" fmla="*/ 0 h 248"/>
                <a:gd name="T50" fmla="*/ 0 w 384"/>
                <a:gd name="T51" fmla="*/ 0 h 248"/>
                <a:gd name="T52" fmla="*/ 2147483647 w 384"/>
                <a:gd name="T53" fmla="*/ 2147483647 h 248"/>
                <a:gd name="T54" fmla="*/ 2147483647 w 384"/>
                <a:gd name="T55" fmla="*/ 2147483647 h 248"/>
                <a:gd name="T56" fmla="*/ 2147483647 w 384"/>
                <a:gd name="T57" fmla="*/ 2147483647 h 248"/>
                <a:gd name="T58" fmla="*/ 2147483647 w 384"/>
                <a:gd name="T59" fmla="*/ 2147483647 h 248"/>
                <a:gd name="T60" fmla="*/ 2147483647 w 384"/>
                <a:gd name="T61" fmla="*/ 2147483647 h 248"/>
                <a:gd name="T62" fmla="*/ 2147483647 w 384"/>
                <a:gd name="T63" fmla="*/ 2147483647 h 248"/>
                <a:gd name="T64" fmla="*/ 2147483647 w 384"/>
                <a:gd name="T65" fmla="*/ 2147483647 h 248"/>
                <a:gd name="T66" fmla="*/ 2147483647 w 384"/>
                <a:gd name="T67" fmla="*/ 2147483647 h 248"/>
                <a:gd name="T68" fmla="*/ 2147483647 w 384"/>
                <a:gd name="T69" fmla="*/ 2147483647 h 248"/>
                <a:gd name="T70" fmla="*/ 2147483647 w 384"/>
                <a:gd name="T71" fmla="*/ 2147483647 h 248"/>
                <a:gd name="T72" fmla="*/ 2147483647 w 384"/>
                <a:gd name="T73" fmla="*/ 2147483647 h 248"/>
                <a:gd name="T74" fmla="*/ 2147483647 w 384"/>
                <a:gd name="T75" fmla="*/ 2147483647 h 248"/>
                <a:gd name="T76" fmla="*/ 2147483647 w 384"/>
                <a:gd name="T77" fmla="*/ 2147483647 h 248"/>
                <a:gd name="T78" fmla="*/ 2147483647 w 384"/>
                <a:gd name="T79" fmla="*/ 2147483647 h 248"/>
                <a:gd name="T80" fmla="*/ 2147483647 w 384"/>
                <a:gd name="T81" fmla="*/ 2147483647 h 248"/>
                <a:gd name="T82" fmla="*/ 2147483647 w 384"/>
                <a:gd name="T83" fmla="*/ 2147483647 h 248"/>
                <a:gd name="T84" fmla="*/ 2147483647 w 384"/>
                <a:gd name="T85" fmla="*/ 2147483647 h 248"/>
                <a:gd name="T86" fmla="*/ 2147483647 w 384"/>
                <a:gd name="T87" fmla="*/ 2147483647 h 248"/>
                <a:gd name="T88" fmla="*/ 2147483647 w 384"/>
                <a:gd name="T89" fmla="*/ 2147483647 h 248"/>
                <a:gd name="T90" fmla="*/ 2147483647 w 384"/>
                <a:gd name="T91" fmla="*/ 2147483647 h 248"/>
                <a:gd name="T92" fmla="*/ 2147483647 w 384"/>
                <a:gd name="T93" fmla="*/ 2147483647 h 248"/>
                <a:gd name="T94" fmla="*/ 2147483647 w 384"/>
                <a:gd name="T95" fmla="*/ 2147483647 h 248"/>
                <a:gd name="T96" fmla="*/ 2147483647 w 384"/>
                <a:gd name="T97" fmla="*/ 2147483647 h 248"/>
                <a:gd name="T98" fmla="*/ 2147483647 w 384"/>
                <a:gd name="T99" fmla="*/ 2147483647 h 248"/>
                <a:gd name="T100" fmla="*/ 2147483647 w 384"/>
                <a:gd name="T101" fmla="*/ 2147483647 h 248"/>
                <a:gd name="T102" fmla="*/ 2147483647 w 384"/>
                <a:gd name="T103" fmla="*/ 2147483647 h 248"/>
                <a:gd name="T104" fmla="*/ 2147483647 w 384"/>
                <a:gd name="T105" fmla="*/ 2147483647 h 248"/>
                <a:gd name="T106" fmla="*/ 2147483647 w 384"/>
                <a:gd name="T107" fmla="*/ 2147483647 h 248"/>
                <a:gd name="T108" fmla="*/ 2147483647 w 384"/>
                <a:gd name="T109" fmla="*/ 2147483647 h 248"/>
                <a:gd name="T110" fmla="*/ 2147483647 w 384"/>
                <a:gd name="T111" fmla="*/ 2147483647 h 2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384"/>
                <a:gd name="T169" fmla="*/ 0 h 248"/>
                <a:gd name="T170" fmla="*/ 384 w 384"/>
                <a:gd name="T171" fmla="*/ 248 h 2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384" h="248">
                  <a:moveTo>
                    <a:pt x="320" y="232"/>
                  </a:moveTo>
                  <a:lnTo>
                    <a:pt x="336" y="232"/>
                  </a:lnTo>
                  <a:lnTo>
                    <a:pt x="328" y="216"/>
                  </a:lnTo>
                  <a:lnTo>
                    <a:pt x="336" y="208"/>
                  </a:lnTo>
                  <a:lnTo>
                    <a:pt x="352" y="208"/>
                  </a:lnTo>
                  <a:lnTo>
                    <a:pt x="360" y="200"/>
                  </a:lnTo>
                  <a:lnTo>
                    <a:pt x="376" y="192"/>
                  </a:lnTo>
                  <a:lnTo>
                    <a:pt x="384" y="160"/>
                  </a:lnTo>
                  <a:lnTo>
                    <a:pt x="336" y="168"/>
                  </a:lnTo>
                  <a:lnTo>
                    <a:pt x="312" y="192"/>
                  </a:lnTo>
                  <a:lnTo>
                    <a:pt x="280" y="200"/>
                  </a:lnTo>
                  <a:lnTo>
                    <a:pt x="248" y="160"/>
                  </a:lnTo>
                  <a:lnTo>
                    <a:pt x="248" y="104"/>
                  </a:lnTo>
                  <a:lnTo>
                    <a:pt x="256" y="96"/>
                  </a:lnTo>
                  <a:lnTo>
                    <a:pt x="232" y="88"/>
                  </a:lnTo>
                  <a:lnTo>
                    <a:pt x="216" y="72"/>
                  </a:lnTo>
                  <a:lnTo>
                    <a:pt x="208" y="56"/>
                  </a:lnTo>
                  <a:lnTo>
                    <a:pt x="192" y="40"/>
                  </a:lnTo>
                  <a:lnTo>
                    <a:pt x="168" y="48"/>
                  </a:lnTo>
                  <a:lnTo>
                    <a:pt x="136" y="16"/>
                  </a:lnTo>
                  <a:lnTo>
                    <a:pt x="112" y="8"/>
                  </a:lnTo>
                  <a:lnTo>
                    <a:pt x="104" y="16"/>
                  </a:lnTo>
                  <a:lnTo>
                    <a:pt x="72" y="16"/>
                  </a:lnTo>
                  <a:lnTo>
                    <a:pt x="32" y="0"/>
                  </a:lnTo>
                  <a:lnTo>
                    <a:pt x="0" y="0"/>
                  </a:lnTo>
                  <a:lnTo>
                    <a:pt x="24" y="48"/>
                  </a:lnTo>
                  <a:lnTo>
                    <a:pt x="40" y="72"/>
                  </a:lnTo>
                  <a:lnTo>
                    <a:pt x="32" y="80"/>
                  </a:lnTo>
                  <a:lnTo>
                    <a:pt x="64" y="96"/>
                  </a:lnTo>
                  <a:lnTo>
                    <a:pt x="64" y="120"/>
                  </a:lnTo>
                  <a:lnTo>
                    <a:pt x="80" y="128"/>
                  </a:lnTo>
                  <a:lnTo>
                    <a:pt x="96" y="144"/>
                  </a:lnTo>
                  <a:lnTo>
                    <a:pt x="96" y="128"/>
                  </a:lnTo>
                  <a:lnTo>
                    <a:pt x="80" y="120"/>
                  </a:lnTo>
                  <a:lnTo>
                    <a:pt x="64" y="80"/>
                  </a:lnTo>
                  <a:lnTo>
                    <a:pt x="40" y="40"/>
                  </a:lnTo>
                  <a:lnTo>
                    <a:pt x="32" y="16"/>
                  </a:lnTo>
                  <a:lnTo>
                    <a:pt x="48" y="24"/>
                  </a:lnTo>
                  <a:lnTo>
                    <a:pt x="72" y="64"/>
                  </a:lnTo>
                  <a:lnTo>
                    <a:pt x="80" y="80"/>
                  </a:lnTo>
                  <a:lnTo>
                    <a:pt x="96" y="88"/>
                  </a:lnTo>
                  <a:lnTo>
                    <a:pt x="96" y="104"/>
                  </a:lnTo>
                  <a:lnTo>
                    <a:pt x="112" y="112"/>
                  </a:lnTo>
                  <a:lnTo>
                    <a:pt x="120" y="120"/>
                  </a:lnTo>
                  <a:lnTo>
                    <a:pt x="144" y="144"/>
                  </a:lnTo>
                  <a:lnTo>
                    <a:pt x="144" y="168"/>
                  </a:lnTo>
                  <a:lnTo>
                    <a:pt x="144" y="184"/>
                  </a:lnTo>
                  <a:lnTo>
                    <a:pt x="200" y="216"/>
                  </a:lnTo>
                  <a:lnTo>
                    <a:pt x="224" y="224"/>
                  </a:lnTo>
                  <a:lnTo>
                    <a:pt x="264" y="240"/>
                  </a:lnTo>
                  <a:lnTo>
                    <a:pt x="280" y="232"/>
                  </a:lnTo>
                  <a:lnTo>
                    <a:pt x="288" y="232"/>
                  </a:lnTo>
                  <a:lnTo>
                    <a:pt x="312" y="248"/>
                  </a:lnTo>
                  <a:lnTo>
                    <a:pt x="312" y="240"/>
                  </a:lnTo>
                  <a:lnTo>
                    <a:pt x="320" y="2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6" name="Freeform 778"/>
            <p:cNvSpPr/>
            <p:nvPr/>
          </p:nvSpPr>
          <p:spPr bwMode="auto">
            <a:xfrm>
              <a:off x="2071166" y="1789743"/>
              <a:ext cx="1449727" cy="999017"/>
            </a:xfrm>
            <a:custGeom>
              <a:avLst/>
              <a:gdLst>
                <a:gd name="T0" fmla="*/ 2147483647 w 1080"/>
                <a:gd name="T1" fmla="*/ 2147483647 h 744"/>
                <a:gd name="T2" fmla="*/ 2147483647 w 1080"/>
                <a:gd name="T3" fmla="*/ 2147483647 h 744"/>
                <a:gd name="T4" fmla="*/ 2147483647 w 1080"/>
                <a:gd name="T5" fmla="*/ 2147483647 h 744"/>
                <a:gd name="T6" fmla="*/ 2147483647 w 1080"/>
                <a:gd name="T7" fmla="*/ 2147483647 h 744"/>
                <a:gd name="T8" fmla="*/ 2147483647 w 1080"/>
                <a:gd name="T9" fmla="*/ 2147483647 h 744"/>
                <a:gd name="T10" fmla="*/ 2147483647 w 1080"/>
                <a:gd name="T11" fmla="*/ 2147483647 h 744"/>
                <a:gd name="T12" fmla="*/ 2147483647 w 1080"/>
                <a:gd name="T13" fmla="*/ 2147483647 h 744"/>
                <a:gd name="T14" fmla="*/ 2147483647 w 1080"/>
                <a:gd name="T15" fmla="*/ 2147483647 h 744"/>
                <a:gd name="T16" fmla="*/ 2147483647 w 1080"/>
                <a:gd name="T17" fmla="*/ 2147483647 h 744"/>
                <a:gd name="T18" fmla="*/ 2147483647 w 1080"/>
                <a:gd name="T19" fmla="*/ 2147483647 h 744"/>
                <a:gd name="T20" fmla="*/ 2147483647 w 1080"/>
                <a:gd name="T21" fmla="*/ 2147483647 h 744"/>
                <a:gd name="T22" fmla="*/ 2147483647 w 1080"/>
                <a:gd name="T23" fmla="*/ 2147483647 h 744"/>
                <a:gd name="T24" fmla="*/ 2147483647 w 1080"/>
                <a:gd name="T25" fmla="*/ 2147483647 h 744"/>
                <a:gd name="T26" fmla="*/ 2147483647 w 1080"/>
                <a:gd name="T27" fmla="*/ 2147483647 h 744"/>
                <a:gd name="T28" fmla="*/ 2147483647 w 1080"/>
                <a:gd name="T29" fmla="*/ 2147483647 h 744"/>
                <a:gd name="T30" fmla="*/ 2147483647 w 1080"/>
                <a:gd name="T31" fmla="*/ 2147483647 h 744"/>
                <a:gd name="T32" fmla="*/ 2147483647 w 1080"/>
                <a:gd name="T33" fmla="*/ 2147483647 h 744"/>
                <a:gd name="T34" fmla="*/ 2147483647 w 1080"/>
                <a:gd name="T35" fmla="*/ 2147483647 h 744"/>
                <a:gd name="T36" fmla="*/ 2147483647 w 1080"/>
                <a:gd name="T37" fmla="*/ 2147483647 h 744"/>
                <a:gd name="T38" fmla="*/ 2147483647 w 1080"/>
                <a:gd name="T39" fmla="*/ 2147483647 h 744"/>
                <a:gd name="T40" fmla="*/ 2147483647 w 1080"/>
                <a:gd name="T41" fmla="*/ 2147483647 h 744"/>
                <a:gd name="T42" fmla="*/ 2147483647 w 1080"/>
                <a:gd name="T43" fmla="*/ 2147483647 h 744"/>
                <a:gd name="T44" fmla="*/ 2147483647 w 1080"/>
                <a:gd name="T45" fmla="*/ 2147483647 h 744"/>
                <a:gd name="T46" fmla="*/ 2147483647 w 1080"/>
                <a:gd name="T47" fmla="*/ 2147483647 h 744"/>
                <a:gd name="T48" fmla="*/ 2147483647 w 1080"/>
                <a:gd name="T49" fmla="*/ 2147483647 h 744"/>
                <a:gd name="T50" fmla="*/ 2147483647 w 1080"/>
                <a:gd name="T51" fmla="*/ 2147483647 h 744"/>
                <a:gd name="T52" fmla="*/ 2147483647 w 1080"/>
                <a:gd name="T53" fmla="*/ 2147483647 h 744"/>
                <a:gd name="T54" fmla="*/ 2147483647 w 1080"/>
                <a:gd name="T55" fmla="*/ 2147483647 h 744"/>
                <a:gd name="T56" fmla="*/ 2147483647 w 1080"/>
                <a:gd name="T57" fmla="*/ 2147483647 h 744"/>
                <a:gd name="T58" fmla="*/ 2147483647 w 1080"/>
                <a:gd name="T59" fmla="*/ 2147483647 h 744"/>
                <a:gd name="T60" fmla="*/ 2147483647 w 1080"/>
                <a:gd name="T61" fmla="*/ 2147483647 h 744"/>
                <a:gd name="T62" fmla="*/ 2147483647 w 1080"/>
                <a:gd name="T63" fmla="*/ 2147483647 h 744"/>
                <a:gd name="T64" fmla="*/ 2147483647 w 1080"/>
                <a:gd name="T65" fmla="*/ 2147483647 h 744"/>
                <a:gd name="T66" fmla="*/ 2147483647 w 1080"/>
                <a:gd name="T67" fmla="*/ 2147483647 h 744"/>
                <a:gd name="T68" fmla="*/ 2147483647 w 1080"/>
                <a:gd name="T69" fmla="*/ 2147483647 h 744"/>
                <a:gd name="T70" fmla="*/ 2147483647 w 1080"/>
                <a:gd name="T71" fmla="*/ 2147483647 h 744"/>
                <a:gd name="T72" fmla="*/ 2147483647 w 1080"/>
                <a:gd name="T73" fmla="*/ 2147483647 h 744"/>
                <a:gd name="T74" fmla="*/ 2147483647 w 1080"/>
                <a:gd name="T75" fmla="*/ 2147483647 h 744"/>
                <a:gd name="T76" fmla="*/ 2147483647 w 1080"/>
                <a:gd name="T77" fmla="*/ 2147483647 h 744"/>
                <a:gd name="T78" fmla="*/ 2147483647 w 1080"/>
                <a:gd name="T79" fmla="*/ 2147483647 h 744"/>
                <a:gd name="T80" fmla="*/ 2147483647 w 1080"/>
                <a:gd name="T81" fmla="*/ 0 h 744"/>
                <a:gd name="T82" fmla="*/ 2147483647 w 1080"/>
                <a:gd name="T83" fmla="*/ 2147483647 h 744"/>
                <a:gd name="T84" fmla="*/ 2147483647 w 1080"/>
                <a:gd name="T85" fmla="*/ 2147483647 h 744"/>
                <a:gd name="T86" fmla="*/ 2147483647 w 1080"/>
                <a:gd name="T87" fmla="*/ 2147483647 h 744"/>
                <a:gd name="T88" fmla="*/ 2147483647 w 1080"/>
                <a:gd name="T89" fmla="*/ 2147483647 h 744"/>
                <a:gd name="T90" fmla="*/ 2147483647 w 1080"/>
                <a:gd name="T91" fmla="*/ 2147483647 h 744"/>
                <a:gd name="T92" fmla="*/ 2147483647 w 1080"/>
                <a:gd name="T93" fmla="*/ 2147483647 h 744"/>
                <a:gd name="T94" fmla="*/ 2147483647 w 1080"/>
                <a:gd name="T95" fmla="*/ 2147483647 h 744"/>
                <a:gd name="T96" fmla="*/ 2147483647 w 1080"/>
                <a:gd name="T97" fmla="*/ 2147483647 h 744"/>
                <a:gd name="T98" fmla="*/ 2147483647 w 1080"/>
                <a:gd name="T99" fmla="*/ 2147483647 h 744"/>
                <a:gd name="T100" fmla="*/ 2147483647 w 1080"/>
                <a:gd name="T101" fmla="*/ 2147483647 h 744"/>
                <a:gd name="T102" fmla="*/ 2147483647 w 1080"/>
                <a:gd name="T103" fmla="*/ 2147483647 h 744"/>
                <a:gd name="T104" fmla="*/ 2147483647 w 1080"/>
                <a:gd name="T105" fmla="*/ 2147483647 h 744"/>
                <a:gd name="T106" fmla="*/ 2147483647 w 1080"/>
                <a:gd name="T107" fmla="*/ 2147483647 h 744"/>
                <a:gd name="T108" fmla="*/ 2147483647 w 1080"/>
                <a:gd name="T109" fmla="*/ 2147483647 h 744"/>
                <a:gd name="T110" fmla="*/ 0 w 1080"/>
                <a:gd name="T111" fmla="*/ 2147483647 h 744"/>
                <a:gd name="T112" fmla="*/ 2147483647 w 1080"/>
                <a:gd name="T113" fmla="*/ 2147483647 h 744"/>
                <a:gd name="T114" fmla="*/ 2147483647 w 1080"/>
                <a:gd name="T115" fmla="*/ 2147483647 h 744"/>
                <a:gd name="T116" fmla="*/ 2147483647 w 1080"/>
                <a:gd name="T117" fmla="*/ 2147483647 h 744"/>
                <a:gd name="T118" fmla="*/ 2147483647 w 1080"/>
                <a:gd name="T119" fmla="*/ 2147483647 h 744"/>
                <a:gd name="T120" fmla="*/ 2147483647 w 1080"/>
                <a:gd name="T121" fmla="*/ 2147483647 h 744"/>
                <a:gd name="T122" fmla="*/ 2147483647 w 1080"/>
                <a:gd name="T123" fmla="*/ 2147483647 h 74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080"/>
                <a:gd name="T187" fmla="*/ 0 h 744"/>
                <a:gd name="T188" fmla="*/ 1080 w 1080"/>
                <a:gd name="T189" fmla="*/ 744 h 74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080" h="744">
                  <a:moveTo>
                    <a:pt x="624" y="632"/>
                  </a:moveTo>
                  <a:lnTo>
                    <a:pt x="648" y="640"/>
                  </a:lnTo>
                  <a:lnTo>
                    <a:pt x="720" y="672"/>
                  </a:lnTo>
                  <a:lnTo>
                    <a:pt x="744" y="720"/>
                  </a:lnTo>
                  <a:lnTo>
                    <a:pt x="744" y="744"/>
                  </a:lnTo>
                  <a:lnTo>
                    <a:pt x="792" y="728"/>
                  </a:lnTo>
                  <a:lnTo>
                    <a:pt x="824" y="704"/>
                  </a:lnTo>
                  <a:lnTo>
                    <a:pt x="840" y="704"/>
                  </a:lnTo>
                  <a:lnTo>
                    <a:pt x="880" y="696"/>
                  </a:lnTo>
                  <a:lnTo>
                    <a:pt x="912" y="656"/>
                  </a:lnTo>
                  <a:lnTo>
                    <a:pt x="928" y="656"/>
                  </a:lnTo>
                  <a:lnTo>
                    <a:pt x="936" y="696"/>
                  </a:lnTo>
                  <a:lnTo>
                    <a:pt x="952" y="688"/>
                  </a:lnTo>
                  <a:lnTo>
                    <a:pt x="968" y="688"/>
                  </a:lnTo>
                  <a:lnTo>
                    <a:pt x="960" y="704"/>
                  </a:lnTo>
                  <a:lnTo>
                    <a:pt x="968" y="720"/>
                  </a:lnTo>
                  <a:lnTo>
                    <a:pt x="1000" y="688"/>
                  </a:lnTo>
                  <a:lnTo>
                    <a:pt x="1016" y="672"/>
                  </a:lnTo>
                  <a:lnTo>
                    <a:pt x="976" y="672"/>
                  </a:lnTo>
                  <a:lnTo>
                    <a:pt x="960" y="648"/>
                  </a:lnTo>
                  <a:lnTo>
                    <a:pt x="976" y="632"/>
                  </a:lnTo>
                  <a:lnTo>
                    <a:pt x="976" y="616"/>
                  </a:lnTo>
                  <a:lnTo>
                    <a:pt x="920" y="632"/>
                  </a:lnTo>
                  <a:lnTo>
                    <a:pt x="896" y="656"/>
                  </a:lnTo>
                  <a:lnTo>
                    <a:pt x="904" y="624"/>
                  </a:lnTo>
                  <a:lnTo>
                    <a:pt x="936" y="608"/>
                  </a:lnTo>
                  <a:lnTo>
                    <a:pt x="952" y="592"/>
                  </a:lnTo>
                  <a:lnTo>
                    <a:pt x="1000" y="600"/>
                  </a:lnTo>
                  <a:lnTo>
                    <a:pt x="1032" y="592"/>
                  </a:lnTo>
                  <a:lnTo>
                    <a:pt x="1064" y="576"/>
                  </a:lnTo>
                  <a:lnTo>
                    <a:pt x="1080" y="560"/>
                  </a:lnTo>
                  <a:lnTo>
                    <a:pt x="1064" y="520"/>
                  </a:lnTo>
                  <a:lnTo>
                    <a:pt x="1064" y="496"/>
                  </a:lnTo>
                  <a:lnTo>
                    <a:pt x="1008" y="472"/>
                  </a:lnTo>
                  <a:lnTo>
                    <a:pt x="1008" y="456"/>
                  </a:lnTo>
                  <a:lnTo>
                    <a:pt x="968" y="368"/>
                  </a:lnTo>
                  <a:lnTo>
                    <a:pt x="952" y="408"/>
                  </a:lnTo>
                  <a:lnTo>
                    <a:pt x="928" y="416"/>
                  </a:lnTo>
                  <a:lnTo>
                    <a:pt x="920" y="408"/>
                  </a:lnTo>
                  <a:lnTo>
                    <a:pt x="904" y="408"/>
                  </a:lnTo>
                  <a:lnTo>
                    <a:pt x="904" y="352"/>
                  </a:lnTo>
                  <a:lnTo>
                    <a:pt x="880" y="344"/>
                  </a:lnTo>
                  <a:lnTo>
                    <a:pt x="864" y="320"/>
                  </a:lnTo>
                  <a:lnTo>
                    <a:pt x="840" y="320"/>
                  </a:lnTo>
                  <a:lnTo>
                    <a:pt x="816" y="312"/>
                  </a:lnTo>
                  <a:lnTo>
                    <a:pt x="800" y="320"/>
                  </a:lnTo>
                  <a:lnTo>
                    <a:pt x="800" y="336"/>
                  </a:lnTo>
                  <a:lnTo>
                    <a:pt x="800" y="360"/>
                  </a:lnTo>
                  <a:lnTo>
                    <a:pt x="800" y="400"/>
                  </a:lnTo>
                  <a:lnTo>
                    <a:pt x="792" y="416"/>
                  </a:lnTo>
                  <a:lnTo>
                    <a:pt x="816" y="464"/>
                  </a:lnTo>
                  <a:lnTo>
                    <a:pt x="776" y="504"/>
                  </a:lnTo>
                  <a:lnTo>
                    <a:pt x="784" y="560"/>
                  </a:lnTo>
                  <a:lnTo>
                    <a:pt x="768" y="576"/>
                  </a:lnTo>
                  <a:lnTo>
                    <a:pt x="752" y="568"/>
                  </a:lnTo>
                  <a:lnTo>
                    <a:pt x="744" y="496"/>
                  </a:lnTo>
                  <a:lnTo>
                    <a:pt x="704" y="488"/>
                  </a:lnTo>
                  <a:lnTo>
                    <a:pt x="632" y="448"/>
                  </a:lnTo>
                  <a:lnTo>
                    <a:pt x="616" y="448"/>
                  </a:lnTo>
                  <a:lnTo>
                    <a:pt x="600" y="408"/>
                  </a:lnTo>
                  <a:lnTo>
                    <a:pt x="592" y="400"/>
                  </a:lnTo>
                  <a:lnTo>
                    <a:pt x="624" y="304"/>
                  </a:lnTo>
                  <a:lnTo>
                    <a:pt x="640" y="280"/>
                  </a:lnTo>
                  <a:lnTo>
                    <a:pt x="664" y="272"/>
                  </a:lnTo>
                  <a:lnTo>
                    <a:pt x="672" y="272"/>
                  </a:lnTo>
                  <a:lnTo>
                    <a:pt x="688" y="232"/>
                  </a:lnTo>
                  <a:lnTo>
                    <a:pt x="696" y="200"/>
                  </a:lnTo>
                  <a:lnTo>
                    <a:pt x="736" y="192"/>
                  </a:lnTo>
                  <a:lnTo>
                    <a:pt x="752" y="176"/>
                  </a:lnTo>
                  <a:lnTo>
                    <a:pt x="744" y="136"/>
                  </a:lnTo>
                  <a:lnTo>
                    <a:pt x="752" y="112"/>
                  </a:lnTo>
                  <a:lnTo>
                    <a:pt x="736" y="96"/>
                  </a:lnTo>
                  <a:lnTo>
                    <a:pt x="712" y="88"/>
                  </a:lnTo>
                  <a:lnTo>
                    <a:pt x="704" y="128"/>
                  </a:lnTo>
                  <a:lnTo>
                    <a:pt x="680" y="168"/>
                  </a:lnTo>
                  <a:lnTo>
                    <a:pt x="672" y="120"/>
                  </a:lnTo>
                  <a:lnTo>
                    <a:pt x="656" y="104"/>
                  </a:lnTo>
                  <a:lnTo>
                    <a:pt x="640" y="128"/>
                  </a:lnTo>
                  <a:lnTo>
                    <a:pt x="632" y="104"/>
                  </a:lnTo>
                  <a:lnTo>
                    <a:pt x="616" y="80"/>
                  </a:lnTo>
                  <a:lnTo>
                    <a:pt x="608" y="40"/>
                  </a:lnTo>
                  <a:lnTo>
                    <a:pt x="584" y="0"/>
                  </a:lnTo>
                  <a:lnTo>
                    <a:pt x="568" y="56"/>
                  </a:lnTo>
                  <a:lnTo>
                    <a:pt x="568" y="80"/>
                  </a:lnTo>
                  <a:lnTo>
                    <a:pt x="592" y="104"/>
                  </a:lnTo>
                  <a:lnTo>
                    <a:pt x="600" y="128"/>
                  </a:lnTo>
                  <a:lnTo>
                    <a:pt x="576" y="144"/>
                  </a:lnTo>
                  <a:lnTo>
                    <a:pt x="568" y="136"/>
                  </a:lnTo>
                  <a:lnTo>
                    <a:pt x="552" y="136"/>
                  </a:lnTo>
                  <a:lnTo>
                    <a:pt x="544" y="160"/>
                  </a:lnTo>
                  <a:lnTo>
                    <a:pt x="512" y="152"/>
                  </a:lnTo>
                  <a:lnTo>
                    <a:pt x="472" y="152"/>
                  </a:lnTo>
                  <a:lnTo>
                    <a:pt x="448" y="136"/>
                  </a:lnTo>
                  <a:lnTo>
                    <a:pt x="416" y="144"/>
                  </a:lnTo>
                  <a:lnTo>
                    <a:pt x="416" y="152"/>
                  </a:lnTo>
                  <a:lnTo>
                    <a:pt x="424" y="176"/>
                  </a:lnTo>
                  <a:lnTo>
                    <a:pt x="408" y="176"/>
                  </a:lnTo>
                  <a:lnTo>
                    <a:pt x="392" y="152"/>
                  </a:lnTo>
                  <a:lnTo>
                    <a:pt x="344" y="160"/>
                  </a:lnTo>
                  <a:lnTo>
                    <a:pt x="328" y="144"/>
                  </a:lnTo>
                  <a:lnTo>
                    <a:pt x="336" y="128"/>
                  </a:lnTo>
                  <a:lnTo>
                    <a:pt x="304" y="120"/>
                  </a:lnTo>
                  <a:lnTo>
                    <a:pt x="272" y="104"/>
                  </a:lnTo>
                  <a:lnTo>
                    <a:pt x="232" y="88"/>
                  </a:lnTo>
                  <a:lnTo>
                    <a:pt x="200" y="96"/>
                  </a:lnTo>
                  <a:lnTo>
                    <a:pt x="176" y="64"/>
                  </a:lnTo>
                  <a:lnTo>
                    <a:pt x="96" y="104"/>
                  </a:lnTo>
                  <a:lnTo>
                    <a:pt x="80" y="120"/>
                  </a:lnTo>
                  <a:lnTo>
                    <a:pt x="48" y="112"/>
                  </a:lnTo>
                  <a:lnTo>
                    <a:pt x="24" y="96"/>
                  </a:lnTo>
                  <a:lnTo>
                    <a:pt x="0" y="88"/>
                  </a:lnTo>
                  <a:lnTo>
                    <a:pt x="0" y="368"/>
                  </a:lnTo>
                  <a:lnTo>
                    <a:pt x="40" y="392"/>
                  </a:lnTo>
                  <a:lnTo>
                    <a:pt x="72" y="376"/>
                  </a:lnTo>
                  <a:lnTo>
                    <a:pt x="120" y="456"/>
                  </a:lnTo>
                  <a:lnTo>
                    <a:pt x="144" y="472"/>
                  </a:lnTo>
                  <a:lnTo>
                    <a:pt x="144" y="504"/>
                  </a:lnTo>
                  <a:lnTo>
                    <a:pt x="152" y="528"/>
                  </a:lnTo>
                  <a:lnTo>
                    <a:pt x="184" y="576"/>
                  </a:lnTo>
                  <a:lnTo>
                    <a:pt x="232" y="600"/>
                  </a:lnTo>
                  <a:lnTo>
                    <a:pt x="232" y="624"/>
                  </a:lnTo>
                  <a:lnTo>
                    <a:pt x="584" y="624"/>
                  </a:lnTo>
                  <a:lnTo>
                    <a:pt x="624" y="632"/>
                  </a:lnTo>
                  <a:close/>
                </a:path>
              </a:pathLst>
            </a:custGeom>
            <a:grpFill/>
            <a:ln w="3175" cmpd="sng">
              <a:solidFill>
                <a:schemeClr val="bg1">
                  <a:lumMod val="85000"/>
                </a:schemeClr>
              </a:solidFill>
              <a:miter lim="800000"/>
            </a:ln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4158480" y="1105619"/>
            <a:ext cx="6950987" cy="496959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09600">
              <a:lnSpc>
                <a:spcPct val="150000"/>
              </a:lnSpc>
            </a:pPr>
            <a:r>
              <a:rPr lang="zh-CN" altLang="en-US" sz="2800" b="1" dirty="0">
                <a:solidFill>
                  <a:srgbClr val="676661"/>
                </a:solidFill>
                <a:ea typeface="微软雅黑" panose="020B0503020204020204" charset="-122"/>
              </a:rPr>
              <a:t>▷资源碎片化：资料散落于</a:t>
            </a:r>
            <a:r>
              <a:rPr lang="en-US" altLang="zh-CN" sz="2800" b="1" dirty="0">
                <a:solidFill>
                  <a:srgbClr val="676661"/>
                </a:solidFill>
                <a:ea typeface="微软雅黑" panose="020B0503020204020204" charset="-122"/>
              </a:rPr>
              <a:t>CC98</a:t>
            </a:r>
            <a:r>
              <a:rPr lang="zh-CN" altLang="en-US" sz="2800" b="1" dirty="0">
                <a:solidFill>
                  <a:srgbClr val="676661"/>
                </a:solidFill>
                <a:ea typeface="微软雅黑" panose="020B0503020204020204" charset="-122"/>
              </a:rPr>
              <a:t>、朵朵、网盘，寻找成本高</a:t>
            </a:r>
          </a:p>
          <a:p>
            <a:pPr algn="l" defTabSz="609600">
              <a:lnSpc>
                <a:spcPct val="100000"/>
              </a:lnSpc>
            </a:pPr>
            <a:endParaRPr lang="zh-CN" altLang="en-US" sz="2800" b="1" dirty="0">
              <a:solidFill>
                <a:srgbClr val="676661"/>
              </a:solidFill>
              <a:ea typeface="微软雅黑" panose="020B0503020204020204" charset="-122"/>
            </a:endParaRPr>
          </a:p>
          <a:p>
            <a:pPr algn="l" defTabSz="609600">
              <a:lnSpc>
                <a:spcPct val="150000"/>
              </a:lnSpc>
            </a:pPr>
            <a:r>
              <a:rPr lang="en-US" altLang="en-US" sz="2800" b="1" dirty="0">
                <a:solidFill>
                  <a:srgbClr val="676661"/>
                </a:solidFill>
                <a:ea typeface="微软雅黑" panose="020B0503020204020204" charset="-122"/>
              </a:rPr>
              <a:t>▷</a:t>
            </a:r>
            <a:r>
              <a:rPr lang="zh-CN" altLang="en-US" sz="2800" b="1" dirty="0">
                <a:solidFill>
                  <a:srgbClr val="676661"/>
                </a:solidFill>
                <a:ea typeface="微软雅黑" panose="020B0503020204020204" charset="-122"/>
              </a:rPr>
              <a:t>学习孤岛化：遇到难题无人交流，缺乏即时反馈与共学氛围</a:t>
            </a:r>
          </a:p>
          <a:p>
            <a:pPr algn="l" defTabSz="609600">
              <a:lnSpc>
                <a:spcPct val="100000"/>
              </a:lnSpc>
            </a:pPr>
            <a:endParaRPr lang="zh-CN" altLang="en-US" sz="2800" b="1" dirty="0">
              <a:solidFill>
                <a:srgbClr val="676661"/>
              </a:solidFill>
              <a:ea typeface="微软雅黑" panose="020B0503020204020204" charset="-122"/>
            </a:endParaRPr>
          </a:p>
          <a:p>
            <a:pPr algn="l" defTabSz="609600">
              <a:lnSpc>
                <a:spcPct val="150000"/>
              </a:lnSpc>
            </a:pPr>
            <a:r>
              <a:rPr lang="en-US" altLang="en-US" sz="2800" b="1" dirty="0">
                <a:solidFill>
                  <a:srgbClr val="676661"/>
                </a:solidFill>
                <a:ea typeface="微软雅黑" panose="020B0503020204020204" charset="-122"/>
              </a:rPr>
              <a:t>▷</a:t>
            </a:r>
            <a:r>
              <a:rPr lang="zh-CN" altLang="en-US" sz="2800" b="1" dirty="0">
                <a:solidFill>
                  <a:srgbClr val="676661"/>
                </a:solidFill>
                <a:ea typeface="微软雅黑" panose="020B0503020204020204" charset="-122"/>
              </a:rPr>
              <a:t>平台同质化：功能单一，或与现有平台重合，缺乏独特价值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55" y="2266450"/>
            <a:ext cx="3040520" cy="2255849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4815840" y="3400425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64585" y="130836"/>
            <a:ext cx="2794875" cy="91016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defTabSz="914400"/>
            <a:r>
              <a:rPr lang="zh-CN" alt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简介</a:t>
            </a:r>
            <a:endParaRPr lang="zh-CN" altLang="en-US" sz="2800" b="1" kern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菱形 9"/>
          <p:cNvSpPr/>
          <p:nvPr/>
        </p:nvSpPr>
        <p:spPr>
          <a:xfrm>
            <a:off x="3271943" y="719666"/>
            <a:ext cx="5648114" cy="5648114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矩形 12"/>
          <p:cNvSpPr/>
          <p:nvPr/>
        </p:nvSpPr>
        <p:spPr>
          <a:xfrm>
            <a:off x="3842264" y="1505450"/>
            <a:ext cx="4467585" cy="4194350"/>
          </a:xfrm>
          <a:prstGeom prst="rect">
            <a:avLst/>
          </a:prstGeom>
          <a:solidFill>
            <a:srgbClr val="79A5B2"/>
          </a:solidFill>
          <a:ln w="38100">
            <a:solidFill>
              <a:srgbClr val="F5F0EA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8422" tIns="278422" rIns="278422" bIns="278422" numCol="1" spcCol="1270" anchor="ctr" anchorCtr="0">
            <a:noAutofit/>
          </a:bodyPr>
          <a:lstStyle/>
          <a:p>
            <a:pPr lvl="0" algn="ctr" defTabSz="2044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600" kern="1200"/>
          </a:p>
        </p:txBody>
      </p:sp>
      <p:grpSp>
        <p:nvGrpSpPr>
          <p:cNvPr id="25" name="Group 32"/>
          <p:cNvGrpSpPr>
            <a:grpSpLocks noChangeAspect="1"/>
          </p:cNvGrpSpPr>
          <p:nvPr/>
        </p:nvGrpSpPr>
        <p:grpSpPr bwMode="auto">
          <a:xfrm>
            <a:off x="5141561" y="1995376"/>
            <a:ext cx="1840502" cy="1185924"/>
            <a:chOff x="4354" y="1098"/>
            <a:chExt cx="800" cy="568"/>
          </a:xfrm>
          <a:solidFill>
            <a:srgbClr val="F5F0EA"/>
          </a:solidFill>
        </p:grpSpPr>
        <p:sp>
          <p:nvSpPr>
            <p:cNvPr id="26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10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36"/>
            <p:cNvSpPr/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37"/>
            <p:cNvSpPr/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172682" y="3372262"/>
            <a:ext cx="3797846" cy="286364"/>
            <a:chOff x="4840431" y="2041402"/>
            <a:chExt cx="2505257" cy="199137"/>
          </a:xfrm>
        </p:grpSpPr>
        <p:cxnSp>
          <p:nvCxnSpPr>
            <p:cNvPr id="70" name="直接连接符 69"/>
            <p:cNvCxnSpPr/>
            <p:nvPr/>
          </p:nvCxnSpPr>
          <p:spPr>
            <a:xfrm>
              <a:off x="4840431" y="2142637"/>
              <a:ext cx="1127340" cy="0"/>
            </a:xfrm>
            <a:prstGeom prst="line">
              <a:avLst/>
            </a:prstGeom>
            <a:ln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6218348" y="2142637"/>
              <a:ext cx="1127340" cy="0"/>
            </a:xfrm>
            <a:prstGeom prst="line">
              <a:avLst/>
            </a:prstGeom>
            <a:ln>
              <a:solidFill>
                <a:srgbClr val="F5F0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椭圆 71"/>
            <p:cNvSpPr/>
            <p:nvPr/>
          </p:nvSpPr>
          <p:spPr>
            <a:xfrm>
              <a:off x="5996400" y="2041402"/>
              <a:ext cx="199137" cy="199137"/>
            </a:xfrm>
            <a:prstGeom prst="ellipse">
              <a:avLst/>
            </a:prstGeom>
            <a:noFill/>
            <a:ln>
              <a:solidFill>
                <a:srgbClr val="F5F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75" name="矩形 74"/>
          <p:cNvSpPr/>
          <p:nvPr/>
        </p:nvSpPr>
        <p:spPr>
          <a:xfrm>
            <a:off x="3959225" y="3996690"/>
            <a:ext cx="4316730" cy="11398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F5F0EA"/>
                </a:solidFill>
              </a:rPr>
              <a:t>拾光伴学平台</a:t>
            </a:r>
          </a:p>
          <a:p>
            <a:pPr algn="ctr"/>
            <a:endParaRPr lang="zh-CN" altLang="en-US" sz="2000" dirty="0">
              <a:solidFill>
                <a:srgbClr val="F5F0EA"/>
              </a:solidFill>
            </a:endParaRPr>
          </a:p>
          <a:p>
            <a:pPr algn="ctr"/>
            <a:r>
              <a:rPr lang="zh-CN" altLang="en-US" sz="2000" dirty="0">
                <a:solidFill>
                  <a:srgbClr val="F5F0EA"/>
                </a:solidFill>
              </a:rPr>
              <a:t> 你的个性化学业成长伙伴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1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>
            <a:off x="762148" y="2069753"/>
            <a:ext cx="10782442" cy="643467"/>
            <a:chOff x="715150" y="3107266"/>
            <a:chExt cx="10782442" cy="643467"/>
          </a:xfrm>
        </p:grpSpPr>
        <p:cxnSp>
          <p:nvCxnSpPr>
            <p:cNvPr id="3" name="直接连接符 2"/>
            <p:cNvCxnSpPr/>
            <p:nvPr>
              <p:custDataLst>
                <p:tags r:id="rId29"/>
              </p:custDataLst>
            </p:nvPr>
          </p:nvCxnSpPr>
          <p:spPr>
            <a:xfrm>
              <a:off x="1037167" y="3429000"/>
              <a:ext cx="10460425" cy="0"/>
            </a:xfrm>
            <a:prstGeom prst="line">
              <a:avLst/>
            </a:prstGeom>
            <a:ln w="50800">
              <a:solidFill>
                <a:srgbClr val="67666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/>
            <p:cNvGrpSpPr/>
            <p:nvPr/>
          </p:nvGrpSpPr>
          <p:grpSpPr>
            <a:xfrm>
              <a:off x="715150" y="3107266"/>
              <a:ext cx="760724" cy="643467"/>
              <a:chOff x="877502" y="2895600"/>
              <a:chExt cx="1001802" cy="1066800"/>
            </a:xfrm>
          </p:grpSpPr>
          <p:sp>
            <p:nvSpPr>
              <p:cNvPr id="7" name="平行四边形 6"/>
              <p:cNvSpPr/>
              <p:nvPr/>
            </p:nvSpPr>
            <p:spPr>
              <a:xfrm flipH="1">
                <a:off x="877502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/>
              <p:cNvSpPr/>
              <p:nvPr>
                <p:custDataLst>
                  <p:tags r:id="rId30"/>
                </p:custDataLst>
              </p:nvPr>
            </p:nvSpPr>
            <p:spPr>
              <a:xfrm flipH="1">
                <a:off x="1164601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/>
              <p:cNvSpPr/>
              <p:nvPr>
                <p:custDataLst>
                  <p:tags r:id="rId31"/>
                </p:custDataLst>
              </p:nvPr>
            </p:nvSpPr>
            <p:spPr>
              <a:xfrm flipH="1">
                <a:off x="1464437" y="28956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平行四边形 10"/>
              <p:cNvSpPr/>
              <p:nvPr/>
            </p:nvSpPr>
            <p:spPr>
              <a:xfrm>
                <a:off x="877502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平行四边形 11"/>
              <p:cNvSpPr/>
              <p:nvPr>
                <p:custDataLst>
                  <p:tags r:id="rId32"/>
                </p:custDataLst>
              </p:nvPr>
            </p:nvSpPr>
            <p:spPr>
              <a:xfrm>
                <a:off x="1164601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平行四边形 12"/>
              <p:cNvSpPr/>
              <p:nvPr>
                <p:custDataLst>
                  <p:tags r:id="rId33"/>
                </p:custDataLst>
              </p:nvPr>
            </p:nvSpPr>
            <p:spPr>
              <a:xfrm>
                <a:off x="1464437" y="3429000"/>
                <a:ext cx="414867" cy="533400"/>
              </a:xfrm>
              <a:prstGeom prst="parallelogram">
                <a:avLst>
                  <a:gd name="adj" fmla="val 41326"/>
                </a:avLst>
              </a:prstGeom>
              <a:solidFill>
                <a:srgbClr val="6766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2092664" y="2209454"/>
            <a:ext cx="2493284" cy="1150600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5F0EA"/>
                </a:solidFill>
                <a:latin typeface="仿宋" panose="02010609060101010101" charset="-122"/>
                <a:ea typeface="仿宋" panose="02010609060101010101" charset="-122"/>
              </a:rPr>
              <a:t>资源导航</a:t>
            </a: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5382401" y="2209453"/>
            <a:ext cx="2351171" cy="1150601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5F0EA"/>
                </a:solidFill>
                <a:latin typeface="仿宋" panose="02010609060101010101" charset="-122"/>
                <a:ea typeface="仿宋" panose="02010609060101010101" charset="-122"/>
              </a:rPr>
              <a:t>自习室</a:t>
            </a:r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8672138" y="2209453"/>
            <a:ext cx="2195396" cy="1150601"/>
          </a:xfrm>
          <a:prstGeom prst="rect">
            <a:avLst/>
          </a:prstGeom>
          <a:solidFill>
            <a:srgbClr val="79A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5F0EA"/>
                </a:solidFill>
                <a:latin typeface="仿宋" panose="02010609060101010101" charset="-122"/>
                <a:ea typeface="仿宋" panose="02010609060101010101" charset="-122"/>
              </a:rPr>
              <a:t>讨论区</a:t>
            </a:r>
          </a:p>
        </p:txBody>
      </p:sp>
      <p:sp>
        <p:nvSpPr>
          <p:cNvPr id="19" name="等腰三角形 18"/>
          <p:cNvSpPr/>
          <p:nvPr>
            <p:custDataLst>
              <p:tags r:id="rId5"/>
            </p:custDataLst>
          </p:nvPr>
        </p:nvSpPr>
        <p:spPr>
          <a:xfrm flipH="1">
            <a:off x="1950551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>
            <p:custDataLst>
              <p:tags r:id="rId6"/>
            </p:custDataLst>
          </p:nvPr>
        </p:nvSpPr>
        <p:spPr>
          <a:xfrm flipH="1">
            <a:off x="5240288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>
            <p:custDataLst>
              <p:tags r:id="rId7"/>
            </p:custDataLst>
          </p:nvPr>
        </p:nvSpPr>
        <p:spPr>
          <a:xfrm flipH="1">
            <a:off x="8530025" y="2209453"/>
            <a:ext cx="142113" cy="182033"/>
          </a:xfrm>
          <a:prstGeom prst="triangle">
            <a:avLst>
              <a:gd name="adj" fmla="val 0"/>
            </a:avLst>
          </a:prstGeom>
          <a:solidFill>
            <a:srgbClr val="3C5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2092325" y="3639820"/>
            <a:ext cx="2683510" cy="4330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一站式聚合，精准触达</a:t>
            </a:r>
            <a:b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/>
          <p:nvPr>
            <p:custDataLst>
              <p:tags r:id="rId9"/>
            </p:custDataLst>
          </p:nvPr>
        </p:nvSpPr>
        <p:spPr>
          <a:xfrm>
            <a:off x="5272405" y="3639820"/>
            <a:ext cx="2524760" cy="8083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场景化整合，独特体验</a:t>
            </a:r>
          </a:p>
        </p:txBody>
      </p:sp>
      <p:sp>
        <p:nvSpPr>
          <p:cNvPr id="30" name="矩形 29"/>
          <p:cNvSpPr/>
          <p:nvPr>
            <p:custDataLst>
              <p:tags r:id="rId10"/>
            </p:custDataLst>
          </p:nvPr>
        </p:nvSpPr>
        <p:spPr>
          <a:xfrm>
            <a:off x="8358505" y="3639820"/>
            <a:ext cx="2869565" cy="486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/>
              <a:t>      即时互动，学伴共进</a:t>
            </a:r>
          </a:p>
        </p:txBody>
      </p:sp>
      <p:grpSp>
        <p:nvGrpSpPr>
          <p:cNvPr id="40" name="组合 39"/>
          <p:cNvGrpSpPr/>
          <p:nvPr>
            <p:custDataLst>
              <p:tags r:id="rId11"/>
            </p:custDataLst>
          </p:nvPr>
        </p:nvGrpSpPr>
        <p:grpSpPr>
          <a:xfrm>
            <a:off x="2341013" y="4352050"/>
            <a:ext cx="2144974" cy="95792"/>
            <a:chOff x="2186940" y="5110307"/>
            <a:chExt cx="1981835" cy="161214"/>
          </a:xfrm>
        </p:grpSpPr>
        <p:cxnSp>
          <p:nvCxnSpPr>
            <p:cNvPr id="32" name="直接连接符 31"/>
            <p:cNvCxnSpPr/>
            <p:nvPr>
              <p:custDataLst>
                <p:tags r:id="rId24"/>
              </p:custDataLst>
            </p:nvPr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25"/>
              </p:custDataLst>
            </p:nvPr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平行四边形 35"/>
            <p:cNvSpPr/>
            <p:nvPr>
              <p:custDataLst>
                <p:tags r:id="rId26"/>
              </p:custDataLst>
            </p:nvPr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平行四边形 37"/>
            <p:cNvSpPr/>
            <p:nvPr>
              <p:custDataLst>
                <p:tags r:id="rId27"/>
              </p:custDataLst>
            </p:nvPr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平行四边形 38"/>
            <p:cNvSpPr/>
            <p:nvPr>
              <p:custDataLst>
                <p:tags r:id="rId28"/>
              </p:custDataLst>
            </p:nvPr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>
            <p:custDataLst>
              <p:tags r:id="rId12"/>
            </p:custDataLst>
          </p:nvPr>
        </p:nvGrpSpPr>
        <p:grpSpPr>
          <a:xfrm>
            <a:off x="5479448" y="4352008"/>
            <a:ext cx="1981835" cy="107926"/>
            <a:chOff x="2186940" y="5110307"/>
            <a:chExt cx="1981835" cy="161214"/>
          </a:xfrm>
        </p:grpSpPr>
        <p:cxnSp>
          <p:nvCxnSpPr>
            <p:cNvPr id="42" name="直接连接符 41"/>
            <p:cNvCxnSpPr/>
            <p:nvPr>
              <p:custDataLst>
                <p:tags r:id="rId19"/>
              </p:custDataLst>
            </p:nvPr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>
              <p:custDataLst>
                <p:tags r:id="rId20"/>
              </p:custDataLst>
            </p:nvPr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平行四边形 43"/>
            <p:cNvSpPr/>
            <p:nvPr>
              <p:custDataLst>
                <p:tags r:id="rId21"/>
              </p:custDataLst>
            </p:nvPr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平行四边形 44"/>
            <p:cNvSpPr/>
            <p:nvPr>
              <p:custDataLst>
                <p:tags r:id="rId22"/>
              </p:custDataLst>
            </p:nvPr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/>
            <p:cNvSpPr/>
            <p:nvPr>
              <p:custDataLst>
                <p:tags r:id="rId23"/>
              </p:custDataLst>
            </p:nvPr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8769186" y="4352008"/>
            <a:ext cx="1981835" cy="107926"/>
            <a:chOff x="2186940" y="5110307"/>
            <a:chExt cx="1981835" cy="161214"/>
          </a:xfrm>
        </p:grpSpPr>
        <p:cxnSp>
          <p:nvCxnSpPr>
            <p:cNvPr id="48" name="直接连接符 47"/>
            <p:cNvCxnSpPr/>
            <p:nvPr>
              <p:custDataLst>
                <p:tags r:id="rId14"/>
              </p:custDataLst>
            </p:nvPr>
          </p:nvCxnSpPr>
          <p:spPr>
            <a:xfrm>
              <a:off x="21869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>
              <p:custDataLst>
                <p:tags r:id="rId15"/>
              </p:custDataLst>
            </p:nvPr>
          </p:nvCxnSpPr>
          <p:spPr>
            <a:xfrm>
              <a:off x="3406140" y="5190914"/>
              <a:ext cx="762635" cy="0"/>
            </a:xfrm>
            <a:prstGeom prst="line">
              <a:avLst/>
            </a:prstGeom>
            <a:ln>
              <a:solidFill>
                <a:srgbClr val="6766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平行四边形 49"/>
            <p:cNvSpPr/>
            <p:nvPr>
              <p:custDataLst>
                <p:tags r:id="rId16"/>
              </p:custDataLst>
            </p:nvPr>
          </p:nvSpPr>
          <p:spPr>
            <a:xfrm flipH="1">
              <a:off x="3131018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平行四边形 50"/>
            <p:cNvSpPr/>
            <p:nvPr>
              <p:custDataLst>
                <p:tags r:id="rId17"/>
              </p:custDataLst>
            </p:nvPr>
          </p:nvSpPr>
          <p:spPr>
            <a:xfrm flipH="1">
              <a:off x="3067986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平行四边形 51"/>
            <p:cNvSpPr/>
            <p:nvPr>
              <p:custDataLst>
                <p:tags r:id="rId18"/>
              </p:custDataLst>
            </p:nvPr>
          </p:nvSpPr>
          <p:spPr>
            <a:xfrm flipH="1">
              <a:off x="3191343" y="5110307"/>
              <a:ext cx="93678" cy="161214"/>
            </a:xfrm>
            <a:prstGeom prst="parallelogram">
              <a:avLst>
                <a:gd name="adj" fmla="val 53189"/>
              </a:avLst>
            </a:pr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 userDrawn="1"/>
        </p:nvSpPr>
        <p:spPr>
          <a:xfrm>
            <a:off x="1207839" y="170013"/>
            <a:ext cx="3060787" cy="98156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800" b="1">
                <a:solidFill>
                  <a:schemeClr val="tx1">
                    <a:lumMod val="50000"/>
                    <a:lumOff val="50000"/>
                  </a:schemeClr>
                </a:solidFill>
              </a:rPr>
              <a:t>核心功能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1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82883" y="1623742"/>
              <a:ext cx="1620880" cy="50820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charset="-122"/>
                  <a:ea typeface="微软雅黑" panose="020B0503020204020204" charset="-122"/>
                </a:rPr>
                <a:t>第</a:t>
              </a:r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二</a:t>
              </a:r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charset="-122"/>
                  <a:ea typeface="微软雅黑" panose="020B0503020204020204" charset="-122"/>
                </a:rPr>
                <a:t>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项目规划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1418" y="184665"/>
            <a:ext cx="3098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endParaRPr lang="zh-CN" altLang="en-US" sz="2400" b="1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1171469" y="184726"/>
            <a:ext cx="1404620" cy="4603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方案</a:t>
            </a:r>
            <a:endParaRPr lang="zh-CN" altLang="en-US" sz="2400" b="1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E657119C-6982-421D-8BA7-E74DEB70A7D9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898" y="876112"/>
            <a:ext cx="6908322" cy="278028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2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3243213" y="3656436"/>
            <a:ext cx="6306934" cy="45273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▷项目规划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前后端分离架构，支持并行开发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敏捷开发：分两阶段交付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轻量级</a:t>
            </a:r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推荐算法（二期规划）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完整的</a:t>
            </a:r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Git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工作流与</a:t>
            </a:r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CI/CD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自动化部署</a:t>
            </a:r>
          </a:p>
          <a:p>
            <a:pPr algn="l"/>
            <a:endParaRPr lang="zh-CN" altLang="en-US" sz="2400" b="1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2" y="184602"/>
            <a:ext cx="11847583" cy="654419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5" name="矩形 4"/>
          <p:cNvSpPr/>
          <p:nvPr/>
        </p:nvSpPr>
        <p:spPr>
          <a:xfrm>
            <a:off x="1171418" y="184665"/>
            <a:ext cx="14046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</a:rPr>
              <a:t>里程计划</a:t>
            </a:r>
          </a:p>
        </p:txBody>
      </p:sp>
      <p:sp>
        <p:nvSpPr>
          <p:cNvPr id="6" name="五边形 5"/>
          <p:cNvSpPr/>
          <p:nvPr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0405" y="-139532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2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3683901" y="345797"/>
            <a:ext cx="4820918" cy="4822970"/>
            <a:chOff x="4170953" y="833056"/>
            <a:chExt cx="3846813" cy="3848451"/>
          </a:xfrm>
        </p:grpSpPr>
        <p:grpSp>
          <p:nvGrpSpPr>
            <p:cNvPr id="131" name="组合 130"/>
            <p:cNvGrpSpPr/>
            <p:nvPr/>
          </p:nvGrpSpPr>
          <p:grpSpPr>
            <a:xfrm>
              <a:off x="4170953" y="833056"/>
              <a:ext cx="3846813" cy="3848451"/>
              <a:chOff x="4170953" y="833056"/>
              <a:chExt cx="3846813" cy="384845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273247" y="926495"/>
                <a:ext cx="3645505" cy="3645505"/>
                <a:chOff x="3651549" y="975481"/>
                <a:chExt cx="2929467" cy="2929467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3651549" y="975481"/>
                  <a:ext cx="2929467" cy="2929467"/>
                </a:xfrm>
                <a:prstGeom prst="ellipse">
                  <a:avLst/>
                </a:prstGeom>
                <a:solidFill>
                  <a:srgbClr val="F5F0E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856282" y="1186757"/>
                  <a:ext cx="2520000" cy="2519829"/>
                </a:xfrm>
                <a:prstGeom prst="ellipse">
                  <a:avLst/>
                </a:prstGeom>
                <a:solidFill>
                  <a:srgbClr val="79A5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1" name="直接连接符 30"/>
              <p:cNvCxnSpPr/>
              <p:nvPr/>
            </p:nvCxnSpPr>
            <p:spPr>
              <a:xfrm rot="-5400000" flipH="1">
                <a:off x="4224639" y="255943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4976471" flipH="1">
                <a:off x="4237730" y="234718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4552941" flipH="1">
                <a:off x="4276806" y="21381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4129412" flipH="1">
                <a:off x="4341273" y="193550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705882" flipH="1">
                <a:off x="4430155" y="174231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3282353" flipH="1">
                <a:off x="4542104" y="156150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58823" flipH="1">
                <a:off x="4675423" y="139583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435294" flipH="1">
                <a:off x="4828091" y="124779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011765" flipH="1">
                <a:off x="4997794" y="111963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588235" flipH="1">
                <a:off x="5181960" y="101331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164706" flipH="1">
                <a:off x="5377796" y="93042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741177" flipH="1">
                <a:off x="5582334" y="8722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317647" flipH="1">
                <a:off x="5792473" y="83960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105883" flipH="1">
                <a:off x="6005028" y="83305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529412" flipH="1">
                <a:off x="6216777" y="85267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952941" flipH="1">
                <a:off x="6424510" y="8981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1376471" flipH="1">
                <a:off x="6625077" y="9688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1800000" flipH="1">
                <a:off x="6815439" y="10636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223529" flipH="1">
                <a:off x="6992710" y="11811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647059" flipH="1">
                <a:off x="7154201" y="13194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3070588" flipH="1">
                <a:off x="7297467" y="147661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3494117" flipH="1">
                <a:off x="7420334" y="165018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3917647" flipH="1">
                <a:off x="7520940" y="18375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41176" flipH="1">
                <a:off x="7597760" y="203583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4764706" flipH="1">
                <a:off x="7649630" y="22420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5188236" flipH="1">
                <a:off x="7675763" y="24531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5611765" flipH="1">
                <a:off x="7675763" y="266576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6035294" flipH="1">
                <a:off x="7649630" y="287680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6458824" flipH="1">
                <a:off x="7597760" y="308304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6882353" flipH="1">
                <a:off x="7520940" y="328133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7305883" flipH="1">
                <a:off x="7420334" y="3468691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7729412" flipH="1">
                <a:off x="7297467" y="3642260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8152941" flipH="1">
                <a:off x="7154201" y="379941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8576471" flipH="1">
                <a:off x="6992710" y="393777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9000000" flipH="1">
                <a:off x="6815439" y="4055236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9423529" flipH="1">
                <a:off x="6625077" y="41500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9847059" flipH="1">
                <a:off x="6424509" y="422070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10270589" flipH="1">
                <a:off x="6216777" y="4266197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0694117" flipH="1">
                <a:off x="6005028" y="4285818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11117648" flipH="1">
                <a:off x="5792473" y="42792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11541176" flipH="1">
                <a:off x="5582334" y="424664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11964706" flipH="1">
                <a:off x="5377796" y="418845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12388235" flipH="1">
                <a:off x="5181960" y="410556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12811765" flipH="1">
                <a:off x="4997794" y="399923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13235294" flipH="1">
                <a:off x="4828092" y="3871082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13658824" flipH="1">
                <a:off x="4675423" y="372304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14082352" flipH="1">
                <a:off x="4542104" y="355736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14505883" flipH="1">
                <a:off x="4430155" y="3376564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14929413" flipH="1">
                <a:off x="4341273" y="3183373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15352941" flipH="1">
                <a:off x="4276806" y="2980725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15776472" flipH="1">
                <a:off x="4237730" y="2771689"/>
                <a:ext cx="288318" cy="395689"/>
              </a:xfrm>
              <a:prstGeom prst="line">
                <a:avLst/>
              </a:prstGeom>
              <a:ln w="57150">
                <a:solidFill>
                  <a:srgbClr val="79A5B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组合 136"/>
            <p:cNvGrpSpPr/>
            <p:nvPr/>
          </p:nvGrpSpPr>
          <p:grpSpPr>
            <a:xfrm>
              <a:off x="5093797" y="2186051"/>
              <a:ext cx="1999050" cy="158900"/>
              <a:chOff x="5010088" y="1993966"/>
              <a:chExt cx="1999050" cy="158900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5010088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6109586" y="2074746"/>
                <a:ext cx="899552" cy="0"/>
              </a:xfrm>
              <a:prstGeom prst="line">
                <a:avLst/>
              </a:prstGeom>
              <a:ln>
                <a:solidFill>
                  <a:srgbClr val="F5F0E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椭圆 135"/>
              <p:cNvSpPr/>
              <p:nvPr/>
            </p:nvSpPr>
            <p:spPr>
              <a:xfrm>
                <a:off x="5932484" y="1993966"/>
                <a:ext cx="158900" cy="158900"/>
              </a:xfrm>
              <a:prstGeom prst="ellipse">
                <a:avLst/>
              </a:prstGeom>
              <a:noFill/>
              <a:ln>
                <a:solidFill>
                  <a:srgbClr val="F5F0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5290721" y="1616208"/>
              <a:ext cx="1605204" cy="5148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defTabSz="914400"/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charset="-122"/>
                  <a:ea typeface="微软雅黑" panose="020B0503020204020204" charset="-122"/>
                </a:rPr>
                <a:t>第</a:t>
              </a:r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三</a:t>
              </a:r>
              <a:r>
                <a:rPr lang="zh-CN" altLang="en-US" sz="3600" kern="0" dirty="0">
                  <a:solidFill>
                    <a:srgbClr val="F5F0EA"/>
                  </a:solidFill>
                  <a:latin typeface="微软雅黑" panose="020B0503020204020204" charset="-122"/>
                  <a:ea typeface="微软雅黑" panose="020B0503020204020204" charset="-122"/>
                </a:rPr>
                <a:t>部分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4559561" y="2396875"/>
              <a:ext cx="3067521" cy="6622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4800" b="1" dirty="0">
                  <a:solidFill>
                    <a:srgbClr val="F5F0EA"/>
                  </a:solidFill>
                </a:rPr>
                <a:t>『</a:t>
              </a:r>
              <a:r>
                <a:rPr lang="zh-CN" altLang="en-US" sz="4800" b="1" dirty="0">
                  <a:solidFill>
                    <a:srgbClr val="F5F0EA"/>
                  </a:solidFill>
                </a:rPr>
                <a:t>预期成果</a:t>
              </a:r>
              <a:r>
                <a:rPr lang="en-US" altLang="zh-CN" sz="4800" b="1" dirty="0">
                  <a:solidFill>
                    <a:srgbClr val="F5F0EA"/>
                  </a:solidFill>
                </a:rPr>
                <a:t>』</a:t>
              </a:r>
            </a:p>
          </p:txBody>
        </p:sp>
        <p:grpSp>
          <p:nvGrpSpPr>
            <p:cNvPr id="140" name="Group 67"/>
            <p:cNvGrpSpPr>
              <a:grpSpLocks noChangeAspect="1"/>
            </p:cNvGrpSpPr>
            <p:nvPr/>
          </p:nvGrpSpPr>
          <p:grpSpPr bwMode="auto">
            <a:xfrm>
              <a:off x="5486103" y="3161047"/>
              <a:ext cx="1214438" cy="898525"/>
              <a:chOff x="6149" y="2123"/>
              <a:chExt cx="765" cy="566"/>
            </a:xfrm>
            <a:solidFill>
              <a:srgbClr val="F5F0EA"/>
            </a:solidFill>
          </p:grpSpPr>
          <p:sp>
            <p:nvSpPr>
              <p:cNvPr id="141" name="Freeform 68"/>
              <p:cNvSpPr/>
              <p:nvPr/>
            </p:nvSpPr>
            <p:spPr bwMode="auto">
              <a:xfrm>
                <a:off x="6281" y="2401"/>
                <a:ext cx="501" cy="288"/>
              </a:xfrm>
              <a:custGeom>
                <a:avLst/>
                <a:gdLst>
                  <a:gd name="T0" fmla="*/ 485 w 524"/>
                  <a:gd name="T1" fmla="*/ 56 h 300"/>
                  <a:gd name="T2" fmla="*/ 473 w 524"/>
                  <a:gd name="T3" fmla="*/ 36 h 300"/>
                  <a:gd name="T4" fmla="*/ 450 w 524"/>
                  <a:gd name="T5" fmla="*/ 26 h 300"/>
                  <a:gd name="T6" fmla="*/ 318 w 524"/>
                  <a:gd name="T7" fmla="*/ 0 h 300"/>
                  <a:gd name="T8" fmla="*/ 356 w 524"/>
                  <a:gd name="T9" fmla="*/ 25 h 300"/>
                  <a:gd name="T10" fmla="*/ 296 w 524"/>
                  <a:gd name="T11" fmla="*/ 215 h 300"/>
                  <a:gd name="T12" fmla="*/ 262 w 524"/>
                  <a:gd name="T13" fmla="*/ 74 h 300"/>
                  <a:gd name="T14" fmla="*/ 228 w 524"/>
                  <a:gd name="T15" fmla="*/ 215 h 300"/>
                  <a:gd name="T16" fmla="*/ 168 w 524"/>
                  <a:gd name="T17" fmla="*/ 25 h 300"/>
                  <a:gd name="T18" fmla="*/ 206 w 524"/>
                  <a:gd name="T19" fmla="*/ 0 h 300"/>
                  <a:gd name="T20" fmla="*/ 74 w 524"/>
                  <a:gd name="T21" fmla="*/ 26 h 300"/>
                  <a:gd name="T22" fmla="*/ 51 w 524"/>
                  <a:gd name="T23" fmla="*/ 36 h 300"/>
                  <a:gd name="T24" fmla="*/ 39 w 524"/>
                  <a:gd name="T25" fmla="*/ 56 h 300"/>
                  <a:gd name="T26" fmla="*/ 0 w 524"/>
                  <a:gd name="T27" fmla="*/ 228 h 300"/>
                  <a:gd name="T28" fmla="*/ 73 w 524"/>
                  <a:gd name="T29" fmla="*/ 254 h 300"/>
                  <a:gd name="T30" fmla="*/ 249 w 524"/>
                  <a:gd name="T31" fmla="*/ 300 h 300"/>
                  <a:gd name="T32" fmla="*/ 262 w 524"/>
                  <a:gd name="T33" fmla="*/ 300 h 300"/>
                  <a:gd name="T34" fmla="*/ 275 w 524"/>
                  <a:gd name="T35" fmla="*/ 300 h 300"/>
                  <a:gd name="T36" fmla="*/ 451 w 524"/>
                  <a:gd name="T37" fmla="*/ 254 h 300"/>
                  <a:gd name="T38" fmla="*/ 524 w 524"/>
                  <a:gd name="T39" fmla="*/ 228 h 300"/>
                  <a:gd name="T40" fmla="*/ 485 w 524"/>
                  <a:gd name="T41" fmla="*/ 56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24" h="300">
                    <a:moveTo>
                      <a:pt x="485" y="56"/>
                    </a:moveTo>
                    <a:cubicBezTo>
                      <a:pt x="484" y="48"/>
                      <a:pt x="479" y="41"/>
                      <a:pt x="473" y="36"/>
                    </a:cubicBezTo>
                    <a:cubicBezTo>
                      <a:pt x="467" y="30"/>
                      <a:pt x="459" y="27"/>
                      <a:pt x="450" y="26"/>
                    </a:cubicBezTo>
                    <a:cubicBezTo>
                      <a:pt x="318" y="0"/>
                      <a:pt x="318" y="0"/>
                      <a:pt x="318" y="0"/>
                    </a:cubicBezTo>
                    <a:cubicBezTo>
                      <a:pt x="356" y="25"/>
                      <a:pt x="356" y="25"/>
                      <a:pt x="356" y="25"/>
                    </a:cubicBezTo>
                    <a:cubicBezTo>
                      <a:pt x="296" y="215"/>
                      <a:pt x="296" y="215"/>
                      <a:pt x="296" y="215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28" y="215"/>
                      <a:pt x="228" y="215"/>
                      <a:pt x="228" y="215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65" y="27"/>
                      <a:pt x="57" y="30"/>
                      <a:pt x="51" y="36"/>
                    </a:cubicBezTo>
                    <a:cubicBezTo>
                      <a:pt x="45" y="41"/>
                      <a:pt x="40" y="48"/>
                      <a:pt x="39" y="56"/>
                    </a:cubicBezTo>
                    <a:cubicBezTo>
                      <a:pt x="0" y="228"/>
                      <a:pt x="0" y="228"/>
                      <a:pt x="0" y="228"/>
                    </a:cubicBezTo>
                    <a:cubicBezTo>
                      <a:pt x="73" y="254"/>
                      <a:pt x="73" y="254"/>
                      <a:pt x="73" y="254"/>
                    </a:cubicBezTo>
                    <a:cubicBezTo>
                      <a:pt x="98" y="279"/>
                      <a:pt x="167" y="298"/>
                      <a:pt x="249" y="300"/>
                    </a:cubicBezTo>
                    <a:cubicBezTo>
                      <a:pt x="262" y="300"/>
                      <a:pt x="262" y="300"/>
                      <a:pt x="262" y="300"/>
                    </a:cubicBezTo>
                    <a:cubicBezTo>
                      <a:pt x="275" y="300"/>
                      <a:pt x="275" y="300"/>
                      <a:pt x="275" y="300"/>
                    </a:cubicBezTo>
                    <a:cubicBezTo>
                      <a:pt x="357" y="298"/>
                      <a:pt x="426" y="279"/>
                      <a:pt x="451" y="254"/>
                    </a:cubicBezTo>
                    <a:cubicBezTo>
                      <a:pt x="524" y="228"/>
                      <a:pt x="524" y="228"/>
                      <a:pt x="524" y="228"/>
                    </a:cubicBezTo>
                    <a:lnTo>
                      <a:pt x="48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69"/>
              <p:cNvSpPr/>
              <p:nvPr/>
            </p:nvSpPr>
            <p:spPr bwMode="auto">
              <a:xfrm>
                <a:off x="6503" y="2419"/>
                <a:ext cx="57" cy="53"/>
              </a:xfrm>
              <a:custGeom>
                <a:avLst/>
                <a:gdLst>
                  <a:gd name="T0" fmla="*/ 29 w 57"/>
                  <a:gd name="T1" fmla="*/ 0 h 53"/>
                  <a:gd name="T2" fmla="*/ 0 w 57"/>
                  <a:gd name="T3" fmla="*/ 11 h 53"/>
                  <a:gd name="T4" fmla="*/ 29 w 57"/>
                  <a:gd name="T5" fmla="*/ 53 h 53"/>
                  <a:gd name="T6" fmla="*/ 57 w 57"/>
                  <a:gd name="T7" fmla="*/ 11 h 53"/>
                  <a:gd name="T8" fmla="*/ 29 w 57"/>
                  <a:gd name="T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3">
                    <a:moveTo>
                      <a:pt x="29" y="0"/>
                    </a:moveTo>
                    <a:lnTo>
                      <a:pt x="0" y="11"/>
                    </a:lnTo>
                    <a:lnTo>
                      <a:pt x="29" y="53"/>
                    </a:lnTo>
                    <a:lnTo>
                      <a:pt x="57" y="1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70"/>
              <p:cNvSpPr/>
              <p:nvPr/>
            </p:nvSpPr>
            <p:spPr bwMode="auto">
              <a:xfrm>
                <a:off x="6410" y="2123"/>
                <a:ext cx="243" cy="292"/>
              </a:xfrm>
              <a:custGeom>
                <a:avLst/>
                <a:gdLst>
                  <a:gd name="T0" fmla="*/ 240 w 254"/>
                  <a:gd name="T1" fmla="*/ 140 h 304"/>
                  <a:gd name="T2" fmla="*/ 127 w 254"/>
                  <a:gd name="T3" fmla="*/ 0 h 304"/>
                  <a:gd name="T4" fmla="*/ 14 w 254"/>
                  <a:gd name="T5" fmla="*/ 140 h 304"/>
                  <a:gd name="T6" fmla="*/ 8 w 254"/>
                  <a:gd name="T7" fmla="*/ 177 h 304"/>
                  <a:gd name="T8" fmla="*/ 26 w 254"/>
                  <a:gd name="T9" fmla="*/ 202 h 304"/>
                  <a:gd name="T10" fmla="*/ 127 w 254"/>
                  <a:gd name="T11" fmla="*/ 304 h 304"/>
                  <a:gd name="T12" fmla="*/ 228 w 254"/>
                  <a:gd name="T13" fmla="*/ 202 h 304"/>
                  <a:gd name="T14" fmla="*/ 246 w 254"/>
                  <a:gd name="T15" fmla="*/ 177 h 304"/>
                  <a:gd name="T16" fmla="*/ 240 w 254"/>
                  <a:gd name="T17" fmla="*/ 14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4" h="304">
                    <a:moveTo>
                      <a:pt x="240" y="140"/>
                    </a:moveTo>
                    <a:cubicBezTo>
                      <a:pt x="240" y="61"/>
                      <a:pt x="208" y="0"/>
                      <a:pt x="127" y="0"/>
                    </a:cubicBezTo>
                    <a:cubicBezTo>
                      <a:pt x="46" y="0"/>
                      <a:pt x="14" y="62"/>
                      <a:pt x="14" y="140"/>
                    </a:cubicBezTo>
                    <a:cubicBezTo>
                      <a:pt x="5" y="144"/>
                      <a:pt x="0" y="154"/>
                      <a:pt x="8" y="177"/>
                    </a:cubicBezTo>
                    <a:cubicBezTo>
                      <a:pt x="12" y="188"/>
                      <a:pt x="20" y="197"/>
                      <a:pt x="26" y="202"/>
                    </a:cubicBezTo>
                    <a:cubicBezTo>
                      <a:pt x="49" y="260"/>
                      <a:pt x="94" y="304"/>
                      <a:pt x="127" y="304"/>
                    </a:cubicBezTo>
                    <a:cubicBezTo>
                      <a:pt x="160" y="304"/>
                      <a:pt x="205" y="260"/>
                      <a:pt x="228" y="202"/>
                    </a:cubicBezTo>
                    <a:cubicBezTo>
                      <a:pt x="234" y="197"/>
                      <a:pt x="242" y="188"/>
                      <a:pt x="246" y="177"/>
                    </a:cubicBezTo>
                    <a:cubicBezTo>
                      <a:pt x="254" y="154"/>
                      <a:pt x="249" y="144"/>
                      <a:pt x="240" y="1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71"/>
              <p:cNvSpPr>
                <a:spLocks noEditPoints="1"/>
              </p:cNvSpPr>
              <p:nvPr/>
            </p:nvSpPr>
            <p:spPr bwMode="auto">
              <a:xfrm>
                <a:off x="6149" y="2218"/>
                <a:ext cx="765" cy="365"/>
              </a:xfrm>
              <a:custGeom>
                <a:avLst/>
                <a:gdLst>
                  <a:gd name="T0" fmla="*/ 128 w 800"/>
                  <a:gd name="T1" fmla="*/ 380 h 380"/>
                  <a:gd name="T2" fmla="*/ 48 w 800"/>
                  <a:gd name="T3" fmla="*/ 352 h 380"/>
                  <a:gd name="T4" fmla="*/ 0 w 800"/>
                  <a:gd name="T5" fmla="*/ 336 h 380"/>
                  <a:gd name="T6" fmla="*/ 25 w 800"/>
                  <a:gd name="T7" fmla="*/ 224 h 380"/>
                  <a:gd name="T8" fmla="*/ 33 w 800"/>
                  <a:gd name="T9" fmla="*/ 211 h 380"/>
                  <a:gd name="T10" fmla="*/ 48 w 800"/>
                  <a:gd name="T11" fmla="*/ 204 h 380"/>
                  <a:gd name="T12" fmla="*/ 141 w 800"/>
                  <a:gd name="T13" fmla="*/ 183 h 380"/>
                  <a:gd name="T14" fmla="*/ 105 w 800"/>
                  <a:gd name="T15" fmla="*/ 131 h 380"/>
                  <a:gd name="T16" fmla="*/ 93 w 800"/>
                  <a:gd name="T17" fmla="*/ 114 h 380"/>
                  <a:gd name="T18" fmla="*/ 97 w 800"/>
                  <a:gd name="T19" fmla="*/ 90 h 380"/>
                  <a:gd name="T20" fmla="*/ 170 w 800"/>
                  <a:gd name="T21" fmla="*/ 0 h 380"/>
                  <a:gd name="T22" fmla="*/ 170 w 800"/>
                  <a:gd name="T23" fmla="*/ 0 h 380"/>
                  <a:gd name="T24" fmla="*/ 244 w 800"/>
                  <a:gd name="T25" fmla="*/ 90 h 380"/>
                  <a:gd name="T26" fmla="*/ 247 w 800"/>
                  <a:gd name="T27" fmla="*/ 114 h 380"/>
                  <a:gd name="T28" fmla="*/ 236 w 800"/>
                  <a:gd name="T29" fmla="*/ 131 h 380"/>
                  <a:gd name="T30" fmla="*/ 199 w 800"/>
                  <a:gd name="T31" fmla="*/ 183 h 380"/>
                  <a:gd name="T32" fmla="*/ 240 w 800"/>
                  <a:gd name="T33" fmla="*/ 192 h 380"/>
                  <a:gd name="T34" fmla="*/ 209 w 800"/>
                  <a:gd name="T35" fmla="*/ 199 h 380"/>
                  <a:gd name="T36" fmla="*/ 177 w 800"/>
                  <a:gd name="T37" fmla="*/ 213 h 380"/>
                  <a:gd name="T38" fmla="*/ 159 w 800"/>
                  <a:gd name="T39" fmla="*/ 243 h 380"/>
                  <a:gd name="T40" fmla="*/ 128 w 800"/>
                  <a:gd name="T41" fmla="*/ 380 h 380"/>
                  <a:gd name="T42" fmla="*/ 775 w 800"/>
                  <a:gd name="T43" fmla="*/ 224 h 380"/>
                  <a:gd name="T44" fmla="*/ 767 w 800"/>
                  <a:gd name="T45" fmla="*/ 211 h 380"/>
                  <a:gd name="T46" fmla="*/ 752 w 800"/>
                  <a:gd name="T47" fmla="*/ 204 h 380"/>
                  <a:gd name="T48" fmla="*/ 659 w 800"/>
                  <a:gd name="T49" fmla="*/ 183 h 380"/>
                  <a:gd name="T50" fmla="*/ 695 w 800"/>
                  <a:gd name="T51" fmla="*/ 131 h 380"/>
                  <a:gd name="T52" fmla="*/ 707 w 800"/>
                  <a:gd name="T53" fmla="*/ 114 h 380"/>
                  <a:gd name="T54" fmla="*/ 703 w 800"/>
                  <a:gd name="T55" fmla="*/ 90 h 380"/>
                  <a:gd name="T56" fmla="*/ 630 w 800"/>
                  <a:gd name="T57" fmla="*/ 0 h 380"/>
                  <a:gd name="T58" fmla="*/ 630 w 800"/>
                  <a:gd name="T59" fmla="*/ 0 h 380"/>
                  <a:gd name="T60" fmla="*/ 556 w 800"/>
                  <a:gd name="T61" fmla="*/ 90 h 380"/>
                  <a:gd name="T62" fmla="*/ 553 w 800"/>
                  <a:gd name="T63" fmla="*/ 114 h 380"/>
                  <a:gd name="T64" fmla="*/ 564 w 800"/>
                  <a:gd name="T65" fmla="*/ 131 h 380"/>
                  <a:gd name="T66" fmla="*/ 601 w 800"/>
                  <a:gd name="T67" fmla="*/ 183 h 380"/>
                  <a:gd name="T68" fmla="*/ 560 w 800"/>
                  <a:gd name="T69" fmla="*/ 192 h 380"/>
                  <a:gd name="T70" fmla="*/ 591 w 800"/>
                  <a:gd name="T71" fmla="*/ 199 h 380"/>
                  <a:gd name="T72" fmla="*/ 623 w 800"/>
                  <a:gd name="T73" fmla="*/ 213 h 380"/>
                  <a:gd name="T74" fmla="*/ 641 w 800"/>
                  <a:gd name="T75" fmla="*/ 243 h 380"/>
                  <a:gd name="T76" fmla="*/ 672 w 800"/>
                  <a:gd name="T77" fmla="*/ 380 h 380"/>
                  <a:gd name="T78" fmla="*/ 752 w 800"/>
                  <a:gd name="T79" fmla="*/ 352 h 380"/>
                  <a:gd name="T80" fmla="*/ 800 w 800"/>
                  <a:gd name="T81" fmla="*/ 336 h 380"/>
                  <a:gd name="T82" fmla="*/ 775 w 800"/>
                  <a:gd name="T83" fmla="*/ 224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0" h="380">
                    <a:moveTo>
                      <a:pt x="128" y="380"/>
                    </a:moveTo>
                    <a:cubicBezTo>
                      <a:pt x="90" y="375"/>
                      <a:pt x="60" y="365"/>
                      <a:pt x="48" y="352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25" y="224"/>
                      <a:pt x="25" y="224"/>
                      <a:pt x="25" y="224"/>
                    </a:cubicBezTo>
                    <a:cubicBezTo>
                      <a:pt x="27" y="219"/>
                      <a:pt x="29" y="215"/>
                      <a:pt x="33" y="211"/>
                    </a:cubicBezTo>
                    <a:cubicBezTo>
                      <a:pt x="38" y="207"/>
                      <a:pt x="43" y="205"/>
                      <a:pt x="48" y="204"/>
                    </a:cubicBezTo>
                    <a:cubicBezTo>
                      <a:pt x="141" y="183"/>
                      <a:pt x="141" y="183"/>
                      <a:pt x="141" y="183"/>
                    </a:cubicBezTo>
                    <a:cubicBezTo>
                      <a:pt x="127" y="171"/>
                      <a:pt x="113" y="152"/>
                      <a:pt x="105" y="131"/>
                    </a:cubicBezTo>
                    <a:cubicBezTo>
                      <a:pt x="101" y="128"/>
                      <a:pt x="96" y="122"/>
                      <a:pt x="93" y="114"/>
                    </a:cubicBezTo>
                    <a:cubicBezTo>
                      <a:pt x="88" y="100"/>
                      <a:pt x="91" y="93"/>
                      <a:pt x="97" y="90"/>
                    </a:cubicBezTo>
                    <a:cubicBezTo>
                      <a:pt x="97" y="40"/>
                      <a:pt x="118" y="0"/>
                      <a:pt x="170" y="0"/>
                    </a:cubicBezTo>
                    <a:cubicBezTo>
                      <a:pt x="170" y="0"/>
                      <a:pt x="170" y="0"/>
                      <a:pt x="170" y="0"/>
                    </a:cubicBezTo>
                    <a:cubicBezTo>
                      <a:pt x="223" y="0"/>
                      <a:pt x="244" y="40"/>
                      <a:pt x="244" y="90"/>
                    </a:cubicBezTo>
                    <a:cubicBezTo>
                      <a:pt x="249" y="93"/>
                      <a:pt x="253" y="100"/>
                      <a:pt x="247" y="114"/>
                    </a:cubicBezTo>
                    <a:cubicBezTo>
                      <a:pt x="245" y="122"/>
                      <a:pt x="240" y="128"/>
                      <a:pt x="236" y="131"/>
                    </a:cubicBezTo>
                    <a:cubicBezTo>
                      <a:pt x="227" y="152"/>
                      <a:pt x="213" y="171"/>
                      <a:pt x="199" y="183"/>
                    </a:cubicBezTo>
                    <a:cubicBezTo>
                      <a:pt x="240" y="192"/>
                      <a:pt x="240" y="192"/>
                      <a:pt x="240" y="192"/>
                    </a:cubicBezTo>
                    <a:cubicBezTo>
                      <a:pt x="209" y="199"/>
                      <a:pt x="209" y="199"/>
                      <a:pt x="209" y="199"/>
                    </a:cubicBezTo>
                    <a:cubicBezTo>
                      <a:pt x="197" y="200"/>
                      <a:pt x="186" y="205"/>
                      <a:pt x="177" y="213"/>
                    </a:cubicBezTo>
                    <a:cubicBezTo>
                      <a:pt x="168" y="221"/>
                      <a:pt x="162" y="231"/>
                      <a:pt x="159" y="243"/>
                    </a:cubicBezTo>
                    <a:lnTo>
                      <a:pt x="128" y="380"/>
                    </a:lnTo>
                    <a:close/>
                    <a:moveTo>
                      <a:pt x="775" y="224"/>
                    </a:moveTo>
                    <a:cubicBezTo>
                      <a:pt x="773" y="219"/>
                      <a:pt x="771" y="215"/>
                      <a:pt x="767" y="211"/>
                    </a:cubicBezTo>
                    <a:cubicBezTo>
                      <a:pt x="762" y="207"/>
                      <a:pt x="757" y="205"/>
                      <a:pt x="752" y="204"/>
                    </a:cubicBezTo>
                    <a:cubicBezTo>
                      <a:pt x="659" y="183"/>
                      <a:pt x="659" y="183"/>
                      <a:pt x="659" y="183"/>
                    </a:cubicBezTo>
                    <a:cubicBezTo>
                      <a:pt x="673" y="171"/>
                      <a:pt x="687" y="152"/>
                      <a:pt x="695" y="131"/>
                    </a:cubicBezTo>
                    <a:cubicBezTo>
                      <a:pt x="699" y="128"/>
                      <a:pt x="704" y="121"/>
                      <a:pt x="707" y="114"/>
                    </a:cubicBezTo>
                    <a:cubicBezTo>
                      <a:pt x="712" y="100"/>
                      <a:pt x="709" y="93"/>
                      <a:pt x="703" y="90"/>
                    </a:cubicBezTo>
                    <a:cubicBezTo>
                      <a:pt x="703" y="40"/>
                      <a:pt x="682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ubicBezTo>
                      <a:pt x="577" y="0"/>
                      <a:pt x="556" y="40"/>
                      <a:pt x="556" y="90"/>
                    </a:cubicBezTo>
                    <a:cubicBezTo>
                      <a:pt x="551" y="93"/>
                      <a:pt x="547" y="100"/>
                      <a:pt x="553" y="114"/>
                    </a:cubicBezTo>
                    <a:cubicBezTo>
                      <a:pt x="555" y="121"/>
                      <a:pt x="560" y="128"/>
                      <a:pt x="564" y="131"/>
                    </a:cubicBezTo>
                    <a:cubicBezTo>
                      <a:pt x="573" y="152"/>
                      <a:pt x="587" y="171"/>
                      <a:pt x="601" y="183"/>
                    </a:cubicBezTo>
                    <a:cubicBezTo>
                      <a:pt x="560" y="192"/>
                      <a:pt x="560" y="192"/>
                      <a:pt x="560" y="192"/>
                    </a:cubicBezTo>
                    <a:cubicBezTo>
                      <a:pt x="591" y="199"/>
                      <a:pt x="591" y="199"/>
                      <a:pt x="591" y="199"/>
                    </a:cubicBezTo>
                    <a:cubicBezTo>
                      <a:pt x="603" y="200"/>
                      <a:pt x="614" y="205"/>
                      <a:pt x="623" y="213"/>
                    </a:cubicBezTo>
                    <a:cubicBezTo>
                      <a:pt x="632" y="221"/>
                      <a:pt x="638" y="231"/>
                      <a:pt x="641" y="243"/>
                    </a:cubicBezTo>
                    <a:cubicBezTo>
                      <a:pt x="672" y="380"/>
                      <a:pt x="672" y="380"/>
                      <a:pt x="672" y="380"/>
                    </a:cubicBezTo>
                    <a:cubicBezTo>
                      <a:pt x="710" y="375"/>
                      <a:pt x="740" y="365"/>
                      <a:pt x="752" y="352"/>
                    </a:cubicBezTo>
                    <a:cubicBezTo>
                      <a:pt x="800" y="336"/>
                      <a:pt x="800" y="336"/>
                      <a:pt x="800" y="336"/>
                    </a:cubicBezTo>
                    <a:lnTo>
                      <a:pt x="775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095375" y="198120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095331" y="1579280"/>
            <a:ext cx="3071516" cy="549783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之前的项目：</a:t>
            </a:r>
          </a:p>
          <a:p>
            <a:pPr algn="l">
              <a:lnSpc>
                <a:spcPct val="100000"/>
              </a:lnSpc>
            </a:pPr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、功能单一，无法满足真实学习场景</a:t>
            </a:r>
          </a:p>
          <a:p>
            <a:pPr algn="l">
              <a:lnSpc>
                <a:spcPct val="100000"/>
              </a:lnSpc>
            </a:pPr>
            <a:endParaRPr lang="zh-CN" altLang="en-US" sz="2400" b="1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、功能与</a:t>
            </a:r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cc98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等已有平台重合</a:t>
            </a:r>
          </a:p>
          <a:p>
            <a:pPr algn="l">
              <a:lnSpc>
                <a:spcPct val="100000"/>
              </a:lnSpc>
            </a:pPr>
            <a:endParaRPr lang="zh-CN" altLang="en-US" sz="2400" b="1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、开发流程不合理，缺乏后期审核与维护</a:t>
            </a:r>
          </a:p>
        </p:txBody>
      </p:sp>
      <p:sp>
        <p:nvSpPr>
          <p:cNvPr id="7" name="文本框 6"/>
          <p:cNvSpPr txBox="1"/>
          <p:nvPr userDrawn="1"/>
        </p:nvSpPr>
        <p:spPr>
          <a:xfrm>
            <a:off x="7802383" y="1579280"/>
            <a:ext cx="3565587" cy="5086033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我们的优势：</a:t>
            </a:r>
          </a:p>
          <a:p>
            <a:pPr algn="l"/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、一站式学业闭环体验：打破平台切换壁垒，实现高效无缝的学习体验</a:t>
            </a:r>
          </a:p>
          <a:p>
            <a:pPr algn="l"/>
            <a:endParaRPr lang="zh-CN" altLang="en-US" sz="2400" b="1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、轻量化资源聚合：</a:t>
            </a:r>
          </a:p>
          <a:p>
            <a:pPr algn="l"/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以智能导航替代笨重存储，尊重版权，直达资源</a:t>
            </a:r>
          </a:p>
          <a:p>
            <a:pPr algn="l"/>
            <a:endParaRPr lang="zh-CN" altLang="en-US" sz="2400" b="1" kern="0" dirty="0">
              <a:solidFill>
                <a:srgbClr val="67666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b="1" kern="0" dirty="0">
                <a:solidFill>
                  <a:srgbClr val="67666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敏捷迭代开发模式：小步快跑，持续收集用户反馈，确保产品生命力。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875665" y="453390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4" name="图片 3" descr="post_object_image_24117256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84" y="0"/>
            <a:ext cx="587455" cy="926478"/>
          </a:xfrm>
          <a:prstGeom prst="rect">
            <a:avLst/>
          </a:prstGeom>
        </p:spPr>
      </p:pic>
      <p:pic>
        <p:nvPicPr>
          <p:cNvPr id="5" name="图片 4" descr="post_object_image_24474564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66" y="-122399"/>
            <a:ext cx="733225" cy="1014141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875639" y="109144"/>
            <a:ext cx="2425726" cy="654761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800" b="1">
                <a:solidFill>
                  <a:schemeClr val="tx1">
                    <a:lumMod val="50000"/>
                    <a:lumOff val="50000"/>
                  </a:schemeClr>
                </a:solidFill>
              </a:rPr>
              <a:t>项目对比</a:t>
            </a:r>
          </a:p>
        </p:txBody>
      </p:sp>
      <p:pic>
        <p:nvPicPr>
          <p:cNvPr id="14" name="图片 13" descr="post_object_image_12788188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668" y="2536835"/>
            <a:ext cx="3174582" cy="1494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ost_object_image_12210626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81112" y="1390009"/>
            <a:ext cx="2769164" cy="2768149"/>
          </a:xfrm>
          <a:prstGeom prst="rect">
            <a:avLst/>
          </a:prstGeom>
        </p:spPr>
      </p:pic>
      <p:pic>
        <p:nvPicPr>
          <p:cNvPr id="5" name="图片 4" descr="post_object_image_299061527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601251" y="1404927"/>
            <a:ext cx="2753211" cy="2753211"/>
          </a:xfrm>
          <a:prstGeom prst="rect">
            <a:avLst/>
          </a:prstGeom>
        </p:spPr>
      </p:pic>
      <p:pic>
        <p:nvPicPr>
          <p:cNvPr id="6" name="图片 5" descr="post_object_image_130008568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309923" y="1404931"/>
            <a:ext cx="2753207" cy="2753207"/>
          </a:xfrm>
          <a:prstGeom prst="rect">
            <a:avLst/>
          </a:prstGeom>
        </p:spPr>
      </p:pic>
      <p:pic>
        <p:nvPicPr>
          <p:cNvPr id="8" name="图片 7" descr="post_object_image_197626190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81177" y="3566694"/>
            <a:ext cx="2769086" cy="591444"/>
          </a:xfrm>
          <a:prstGeom prst="rect">
            <a:avLst/>
          </a:prstGeom>
        </p:spPr>
      </p:pic>
      <p:pic>
        <p:nvPicPr>
          <p:cNvPr id="9" name="图片 8" descr="post_object_image_264856919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601283" y="3566694"/>
            <a:ext cx="2753207" cy="607081"/>
          </a:xfrm>
          <a:prstGeom prst="rect">
            <a:avLst/>
          </a:prstGeom>
        </p:spPr>
      </p:pic>
      <p:pic>
        <p:nvPicPr>
          <p:cNvPr id="10" name="图片 9" descr="post_object_image_68772796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309950" y="3566694"/>
            <a:ext cx="2753207" cy="591444"/>
          </a:xfrm>
          <a:prstGeom prst="rect">
            <a:avLst/>
          </a:prstGeom>
        </p:spPr>
      </p:pic>
      <p:pic>
        <p:nvPicPr>
          <p:cNvPr id="3" name="图片 2" descr="post_object_image_24117256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3343" y="0"/>
            <a:ext cx="611682" cy="1021059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1285909" y="167467"/>
            <a:ext cx="2232772" cy="54169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800" b="1">
                <a:solidFill>
                  <a:schemeClr val="tx1">
                    <a:lumMod val="50000"/>
                    <a:lumOff val="50000"/>
                  </a:schemeClr>
                </a:solidFill>
              </a:rPr>
              <a:t>可预期成果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659002" y="1947031"/>
            <a:ext cx="818263" cy="11599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16" name="文本框 15"/>
          <p:cNvSpPr txBox="1"/>
          <p:nvPr userDrawn="1">
            <p:custDataLst>
              <p:tags r:id="rId7"/>
            </p:custDataLst>
          </p:nvPr>
        </p:nvSpPr>
        <p:spPr>
          <a:xfrm>
            <a:off x="866775" y="4345305"/>
            <a:ext cx="2976245" cy="1191895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r>
              <a:rPr lang="zh-CN" altLang="en-US" sz="2400"/>
              <a:t>一个可直接投入使用的轻量化应用平台</a:t>
            </a:r>
          </a:p>
        </p:txBody>
      </p:sp>
      <p:sp>
        <p:nvSpPr>
          <p:cNvPr id="17" name="文本框 16"/>
          <p:cNvSpPr txBox="1"/>
          <p:nvPr userDrawn="1">
            <p:custDataLst>
              <p:tags r:id="rId8"/>
            </p:custDataLst>
          </p:nvPr>
        </p:nvSpPr>
        <p:spPr>
          <a:xfrm>
            <a:off x="4648835" y="4345305"/>
            <a:ext cx="2737485" cy="92773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400"/>
              <a:t>一套可持续运营的内容与数据资产</a:t>
            </a:r>
          </a:p>
        </p:txBody>
      </p:sp>
      <p:sp>
        <p:nvSpPr>
          <p:cNvPr id="18" name="文本框 17"/>
          <p:cNvSpPr txBox="1"/>
          <p:nvPr userDrawn="1">
            <p:custDataLst>
              <p:tags r:id="rId9"/>
            </p:custDataLst>
          </p:nvPr>
        </p:nvSpPr>
        <p:spPr>
          <a:xfrm>
            <a:off x="8300085" y="4345305"/>
            <a:ext cx="2947670" cy="20320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400"/>
              <a:t>一次从需求到产品的全栈开发实践经验</a:t>
            </a:r>
          </a:p>
        </p:txBody>
      </p:sp>
      <p:pic>
        <p:nvPicPr>
          <p:cNvPr id="19" name="图片 18" descr="post_object_image_187442402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350082" y="1981374"/>
            <a:ext cx="1831142" cy="1585384"/>
          </a:xfrm>
          <a:prstGeom prst="rect">
            <a:avLst/>
          </a:prstGeom>
        </p:spPr>
      </p:pic>
      <p:pic>
        <p:nvPicPr>
          <p:cNvPr id="20" name="图片 19" descr="post_object_image_365103934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238311" y="1981437"/>
            <a:ext cx="1479016" cy="1472102"/>
          </a:xfrm>
          <a:prstGeom prst="rect">
            <a:avLst/>
          </a:prstGeom>
        </p:spPr>
      </p:pic>
      <p:pic>
        <p:nvPicPr>
          <p:cNvPr id="21" name="图片 20" descr="post_object_image_20102094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867110" y="1981437"/>
            <a:ext cx="1700277" cy="1472082"/>
          </a:xfrm>
          <a:prstGeom prst="rect">
            <a:avLst/>
          </a:prstGeom>
        </p:spPr>
      </p:pic>
      <p:pic>
        <p:nvPicPr>
          <p:cNvPr id="2" name="图片 1" descr="post_object_image_244745647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3381" y="0"/>
            <a:ext cx="697893" cy="8917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1588148" y="-2857500"/>
            <a:ext cx="9020476" cy="1083694"/>
            <a:chOff x="993739" y="977900"/>
            <a:chExt cx="7851007" cy="1083694"/>
          </a:xfrm>
        </p:grpSpPr>
        <p:sp>
          <p:nvSpPr>
            <p:cNvPr id="20" name="任意多边形 19"/>
            <p:cNvSpPr/>
            <p:nvPr/>
          </p:nvSpPr>
          <p:spPr>
            <a:xfrm rot="10800000">
              <a:off x="7399213" y="1246138"/>
              <a:ext cx="1445533" cy="736666"/>
            </a:xfrm>
            <a:custGeom>
              <a:avLst/>
              <a:gdLst>
                <a:gd name="connsiteX0" fmla="*/ 0 w 3003081"/>
                <a:gd name="connsiteY0" fmla="*/ 0 h 1530417"/>
                <a:gd name="connsiteX1" fmla="*/ 765208 w 3003081"/>
                <a:gd name="connsiteY1" fmla="*/ 0 h 1530417"/>
                <a:gd name="connsiteX2" fmla="*/ 765209 w 3003081"/>
                <a:gd name="connsiteY2" fmla="*/ 0 h 1530417"/>
                <a:gd name="connsiteX3" fmla="*/ 3003081 w 3003081"/>
                <a:gd name="connsiteY3" fmla="*/ 0 h 1530417"/>
                <a:gd name="connsiteX4" fmla="*/ 3003081 w 3003081"/>
                <a:gd name="connsiteY4" fmla="*/ 1530417 h 1530417"/>
                <a:gd name="connsiteX5" fmla="*/ 765209 w 3003081"/>
                <a:gd name="connsiteY5" fmla="*/ 1530417 h 1530417"/>
                <a:gd name="connsiteX6" fmla="*/ 765208 w 3003081"/>
                <a:gd name="connsiteY6" fmla="*/ 1530417 h 1530417"/>
                <a:gd name="connsiteX7" fmla="*/ 0 w 3003081"/>
                <a:gd name="connsiteY7" fmla="*/ 1530417 h 1530417"/>
                <a:gd name="connsiteX8" fmla="*/ 765208 w 3003081"/>
                <a:gd name="connsiteY8" fmla="*/ 765210 h 1530417"/>
                <a:gd name="connsiteX9" fmla="*/ 765208 w 3003081"/>
                <a:gd name="connsiteY9" fmla="*/ 765208 h 153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3081" h="1530417">
                  <a:moveTo>
                    <a:pt x="0" y="0"/>
                  </a:moveTo>
                  <a:lnTo>
                    <a:pt x="765208" y="0"/>
                  </a:lnTo>
                  <a:lnTo>
                    <a:pt x="765209" y="0"/>
                  </a:lnTo>
                  <a:lnTo>
                    <a:pt x="3003081" y="0"/>
                  </a:lnTo>
                  <a:lnTo>
                    <a:pt x="3003081" y="1530417"/>
                  </a:lnTo>
                  <a:lnTo>
                    <a:pt x="765209" y="1530417"/>
                  </a:lnTo>
                  <a:lnTo>
                    <a:pt x="765208" y="1530417"/>
                  </a:lnTo>
                  <a:lnTo>
                    <a:pt x="0" y="1530417"/>
                  </a:lnTo>
                  <a:lnTo>
                    <a:pt x="765208" y="765210"/>
                  </a:lnTo>
                  <a:lnTo>
                    <a:pt x="765208" y="765208"/>
                  </a:lnTo>
                  <a:close/>
                </a:path>
              </a:pathLst>
            </a:cu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993739" y="1324928"/>
              <a:ext cx="1445533" cy="736666"/>
            </a:xfrm>
            <a:custGeom>
              <a:avLst/>
              <a:gdLst>
                <a:gd name="connsiteX0" fmla="*/ 0 w 3003081"/>
                <a:gd name="connsiteY0" fmla="*/ 0 h 1530417"/>
                <a:gd name="connsiteX1" fmla="*/ 765208 w 3003081"/>
                <a:gd name="connsiteY1" fmla="*/ 0 h 1530417"/>
                <a:gd name="connsiteX2" fmla="*/ 765209 w 3003081"/>
                <a:gd name="connsiteY2" fmla="*/ 0 h 1530417"/>
                <a:gd name="connsiteX3" fmla="*/ 3003081 w 3003081"/>
                <a:gd name="connsiteY3" fmla="*/ 0 h 1530417"/>
                <a:gd name="connsiteX4" fmla="*/ 3003081 w 3003081"/>
                <a:gd name="connsiteY4" fmla="*/ 1530417 h 1530417"/>
                <a:gd name="connsiteX5" fmla="*/ 765209 w 3003081"/>
                <a:gd name="connsiteY5" fmla="*/ 1530417 h 1530417"/>
                <a:gd name="connsiteX6" fmla="*/ 765208 w 3003081"/>
                <a:gd name="connsiteY6" fmla="*/ 1530417 h 1530417"/>
                <a:gd name="connsiteX7" fmla="*/ 0 w 3003081"/>
                <a:gd name="connsiteY7" fmla="*/ 1530417 h 1530417"/>
                <a:gd name="connsiteX8" fmla="*/ 765208 w 3003081"/>
                <a:gd name="connsiteY8" fmla="*/ 765210 h 1530417"/>
                <a:gd name="connsiteX9" fmla="*/ 765208 w 3003081"/>
                <a:gd name="connsiteY9" fmla="*/ 765208 h 153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3081" h="1530417">
                  <a:moveTo>
                    <a:pt x="0" y="0"/>
                  </a:moveTo>
                  <a:lnTo>
                    <a:pt x="765208" y="0"/>
                  </a:lnTo>
                  <a:lnTo>
                    <a:pt x="765209" y="0"/>
                  </a:lnTo>
                  <a:lnTo>
                    <a:pt x="3003081" y="0"/>
                  </a:lnTo>
                  <a:lnTo>
                    <a:pt x="3003081" y="1530417"/>
                  </a:lnTo>
                  <a:lnTo>
                    <a:pt x="765209" y="1530417"/>
                  </a:lnTo>
                  <a:lnTo>
                    <a:pt x="765208" y="1530417"/>
                  </a:lnTo>
                  <a:lnTo>
                    <a:pt x="0" y="1530417"/>
                  </a:lnTo>
                  <a:lnTo>
                    <a:pt x="765208" y="765210"/>
                  </a:lnTo>
                  <a:lnTo>
                    <a:pt x="765208" y="765208"/>
                  </a:lnTo>
                  <a:close/>
                </a:path>
              </a:pathLst>
            </a:custGeom>
            <a:solidFill>
              <a:srgbClr val="6766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797449" y="977900"/>
              <a:ext cx="6243587" cy="726290"/>
            </a:xfrm>
            <a:prstGeom prst="rect">
              <a:avLst/>
            </a:prstGeom>
            <a:solidFill>
              <a:srgbClr val="676661"/>
            </a:solidFill>
            <a:ln w="28575">
              <a:solidFill>
                <a:srgbClr val="F5F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30" name="任意多边形 29"/>
          <p:cNvSpPr/>
          <p:nvPr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rgbClr val="F5F0E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793477" y="2752253"/>
            <a:ext cx="864852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6600" b="1" dirty="0">
                <a:solidFill>
                  <a:srgbClr val="7776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感谢各位老师评判指导</a:t>
            </a:r>
          </a:p>
        </p:txBody>
      </p:sp>
      <p:sp>
        <p:nvSpPr>
          <p:cNvPr id="85" name="矩形 84"/>
          <p:cNvSpPr/>
          <p:nvPr/>
        </p:nvSpPr>
        <p:spPr>
          <a:xfrm>
            <a:off x="3904632" y="6050305"/>
            <a:ext cx="357124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5F0EA"/>
                </a:solidFill>
                <a:latin typeface="微软雅黑" panose="020B0503020204020204" charset="-122"/>
                <a:ea typeface="微软雅黑" panose="020B0503020204020204" charset="-122"/>
              </a:rPr>
              <a:t>           答辩人：张钦宇</a:t>
            </a: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8.20322834645668,&quot;left&quot;:60.01165354330709,&quot;top&quot;:162.97267716535433,&quot;width&quot;:849.0111811023622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70047244094485,&quot;left&quot;:68.25,&quot;top&quot;:109.44952755905513,&quot;width&quot;:817.4}"/>
</p:tagLst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0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7666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taW5kX2ZyZWUiLAoJIkRlZmluaXRpb24iIDogIkpUZENKVEl5Ym05MFpTVXlNaVV6UVNVeU1pVXlNaVV5UXlVeU1tMWhjbWRwYmlVeU1pVXpRU1UzUWlVeU1tTm9hV3hrVFdGeVoybHVWeVV5TWlVelFURXdKVEpESlRJeVkyaHBiR1JOWVhKbmFXNUlKVEl5SlROQk5TVXlReVV5TW0xaGNtZHBia2dsTWpJbE0wRXhNQ1UzUkNVeVF5VXlNbU5vYVd4a2NtVnVKVEl5SlROQkpUVkNKVGRDSlRJeWNHRnlaVzUwSlRJeUpUTkJKVEl5Y205dmRDVXlNaVV5UXlVeU1tTm9hV3hrY21WdUpUSXlKVE5CSlRWQ0pUZENKVEl5Y0dGeVpXNTBKVEl5SlROQkpUSXlaVFV5TUdNd01XWTVZVGN4SlRJeUpUSkRKVEl5WTJocGJHUnlaVzRsTWpJbE0wRWxOVUlsTlVRbE1rTWxNakpwWkNVeU1pVXpRU1V5TW1WbE5UQXpaV1V3T0RBM01pVXlNaVV5UXlVeU1uUnBkR3hsSlRJeUpUTkJKVEl5Vm5WbExtcHpKVEl3TXlVeU1pVTNSQ1V5UXlVM1FpVXlNbkJoY21WdWRDVXlNaVV6UVNVeU1tVTFNakJqTURGbU9XRTNNU1V5TWlVeVF5VXlNbU5vYVd4a2NtVnVKVEl5SlROQkpUVkNKVFZFSlRKREpUSXlhV1FsTWpJbE0wRWxNakpsWXpaaE16VXpaakEyTm1RbE1qSWxNa01sTWpKMGFYUnNaU1V5TWlVelFTVXlNa1ZzWlcxbGJuUWxNakJRYkhWekpUSXlKVGRFSlRWRUpUSkRKVEl5YVdRbE1qSWxNMEVsTWpKbE5USXdZekF4WmpsaE56RWxNaklsTWtNbE1qSjBhWFJzWlNVeU1pVXpRU1V5TWlWRk5TVTRPU1U0UkNWRk55VkJRaVZCUmlVeU1pVXlReVV5TW5OMWJXMWhjbWxsY3lVeU1pVXpRU1UxUWlVM1FpVXlNbkJoY21WdWRDVXlNaVV6UVNVeU1tVTFNakJqTURGbU9XRTNNU1V5TWlVeVF5VXlNbkpoYm1kbEpUSXlKVE5CSlRJeU1DVXlRekVsTWpJbE1rTWxNakpqYUdsc1pISmxiaVV5TWlVelFTVTFRaVUxUkNVeVF5VXlNbWxrSlRJeUpUTkJKVEl5WXpVMVpXRmtaVGd0TURCbE55MDBPV1JpTFRrd00yVXRZMkpsWmprMU5EQTBNRGt6SlRJeUpUSkRKVEl5ZEdsMGJHVWxNaklsTTBFbE1qSWxSVGNsUWtJbE9EUWxSVFFsUWtJbFFqWWxSVFVsT0VNbE9UWWxSVFVsUWtNbE9EQWxSVFVsT0VZbE9URWxNaklsTWtNbE1qSnpkVzF0WVhKNUpUSXlKVE5CZEhKMVpTVTNSQ1UxUkNVM1JDVXlReVUzUWlVeU1uQmhjbVZ1ZENVeU1pVXpRU1V5TW5KdmIzUWxNaklsTWtNbE1qSmphR2xzWkhKbGJpVXlNaVV6UVNVMVFpVTNRaVV5TW5CaGNtVnVkQ1V5TWlVelFTVXlNak16WldOaVlUaGpOemRtTVNVeU1pVXlReVV5TW1Ob2FXeGtjbVZ1SlRJeUpUTkJKVFZDSlRWRUpUSkRKVEl5YVdRbE1qSWxNMEVsTWpJMk9UUTJOek5pTkdGaU5tWWxNaklsTWtNbE1qSjBhWFJzWlNVeU1pVXpRU1V5TWs1dlpHVXVhbk1sTWpJbE4wUWxNa01sTjBJbE1qSndZWEpsYm5RbE1qSWxNMEVsTWpJek0yVmpZbUU0WXpjM1pqRWxNaklsTWtNbE1qSmphR2xzWkhKbGJpVXlNaVV6UVNVMVFpVTFSQ1V5UXlVeU1tbGtKVEl5SlROQkpUSXlOVE5pWm1JNVlXVmpOR1E0SlRJeUpUSkRKVEl5ZEdsMGJHVWxNaklsTTBFbE1qSkZlSEJ5WlhOekpVVTJKVUV4SlRnMkpVVTJKVGxGSlVJMkpUSXlKVGRFSlRWRUpUSkRKVEl5YVdRbE1qSWxNMEVsTWpJek0yVmpZbUU0WXpjM1pqRWxNaklsTWtNbE1qSjBhWFJzWlNVeU1pVXpRU1V5TWlWRk5TVTVNQ1U0UlNWRk55VkJRaVZCUmlVeU1pVXlReVV5TW5OMWJXMWhjbWxsY3lVeU1pVXpRU1UxUWlVM1FpVXlNbkJoY21WdWRDVXlNaVV6UVNVeU1qTXpaV05pWVRoak56ZG1NU1V5TWlVeVF5VXlNbkpoYm1kbEpUSXlKVE5CSlRJeU1DVXlRekVsTWpJbE1rTWxNakpqYUdsc1pISmxiaVV5TWlVelFTVTFRaVUxUkNVeVF5VXlNbWxrSlRJeUpUTkJKVEl5TXprNU5XRTNNV1V0WlRreFppMDBZV1ptTFRrek5XRXRaREZtTlRSak5UWTBPVEF4SlRJeUpUSkRKVEl5ZEdsMGJHVWxNaklsTTBFbE1qSlNSVk5VWm5Wc0pUSXdRVkJKSlRJeUpUSkRKVEl5YzNWdGJXRnllU1V5TWlVelFYUnlkV1VsTjBRbE5VUWxOMFFsTWtNbE4wSWxNakp3WVhKbGJuUWxNaklsTTBFbE1qSnliMjkwSlRJeUpUSkRKVEl5WTJocGJHUnlaVzRsTWpJbE0wRWxOVUlsTjBJbE1qSndZWEpsYm5RbE1qSWxNMEVsTWpJM09EazVZbVUzWm1VMlpXSWxNaklsTWtNbE1qSmphR2xzWkhKbGJpVXlNaVV6UVNVMVFpVTFSQ1V5UXlVeU1tbGtKVEl5SlROQkpUSXlORFU0Wm1NNE1HWTBOakE1SlRJeUpUSkRKVEl5ZEdsMGJHVWxNaklsTTBFbE1qSlRVVXhwZEdVbFJVWWxRa01sT0RnbFJUVWxRa01sT0RBbFJUVWxPRVlsT1RFbFJVWWxRa01sT0RrbE1rWk5lVk5SVENVeU1pVTNSQ1UxUkNVeVF5VXlNbWxrSlRJeUpUTkJKVEl5TnpnNU9XSmxOMlpsTm1WaUpUSXlKVEpESlRJeWRHbDBiR1VsTWpJbE0wRWxNaklsUlRZbE9UVWxRakFsUlRZbE9FUWxRVVVsUlRVbFFrRWxPVE1sTWpJbE1rTWxNakp6ZFcxdFlYSnBaWE1sTWpJbE0wRWxOVUlsTjBJbE1qSndZWEpsYm5RbE1qSWxNMEVsTWpJM09EazVZbVUzWm1VMlpXSWxNaklsTWtNbE1qSnlZVzVuWlNVeU1pVXpRU1V5TWpBbE1rTXdKVEl5SlRKREpUSXlZMmhwYkdSeVpXNGxNaklsTTBFbE5VSWxOVVFsTWtNbE1qSnBaQ1V5TWlVelFTVXlNalkxT1RKaE5ERmhMVGxpWmpZdE5HSTFaUzA1TkdFM0xUQTVNekkzT0RFelpEVmxZeVV5TWlVeVF5VXlNblJwZEd4bEpUSXlKVE5CSlRJeUpVVTNKVGswSlRsR0pVVTBKVUpCSlVFM0pUSXlKVEpESlRJeWMzVnRiV0Z5ZVNVeU1pVXpRWFJ5ZFdVbE4wUWxOVVFsTjBRbE1rTWxOMElsTWpKd1lYSmxiblFsTWpJbE0wRWxNakp5YjI5MEpUSXlKVEpESlRJeVkyaHBiR1J5Wlc0bE1qSWxNMEVsTlVJbE4wSWxNakp3WVhKbGJuUWxNaklsTTBFbE1qSmtZVEl3WmpSallUVmxNamtsTWpJbE1rTWxNakpqYUdsc1pISmxiaVV5TWlVelFTVTFRaVUxUkNVeVF5VXlNbWxrSlRJeUpUTkJKVEl5TWpZNU9XUTRaamszWVdWa0pUSXlKVEpESlRJeWRHbDBiR1VsTWpJbE0wRWxNakpPWjJsdWVDVXlNaVV5UXlVeU1tTjFjM1J2YlZkcFpIUm9KVEl5SlROQk5UY3VNeVUzUkNVeVF5VTNRaVV5TW5CaGNtVnVkQ1V5TWlVelFTVXlNbVJoTWpCbU5HTmhOV1V5T1NVeU1pVXlReVV5TW1Ob2FXeGtjbVZ1SlRJeUpUTkJKVFZDSlRWRUpUSkRKVEl5YVdRbE1qSWxNMEVsTWpJNE16VTBOMlEwT1RJNVl6QWxNaklsTWtNbE1qSjBhWFJzWlNVeU1pVXpRU1V5TWlWRk5DVkNRU1U1TVNWRk5pVTVReVU0UkNWRk5TVTRRU1ZCTVNWRk5TVTVPU1ZCT0NWRk5TVkJSU1ZDT1NWRk5TVTVPU1ZCT0NWRk5TVTRReVU1TmlWRk9TVTRNeVZCT0NWRk55VkNSQ1ZDTWlVeU1pVTNSQ1UxUkNVeVF5VXlNbWxrSlRJeUpUTkJKVEl5WkdFeU1HWTBZMkUxWlRJNUpUSXlKVEpESlRJeWRHbDBiR1VsTWpJbE0wRWxNaklsUlRrbE9ETWxRVGdsUlRjbFFrUWxRaklsTWpJbE4wUWxOVVFsTWtNbE1qSnliMjkwSlRJeUpUTkJkSEoxWlNVeVF5VXlNbk4wZVd4bEpUSXlKVE5CSlRkQ0pUSXlZbUZqYTJkeWIzVnVaQzFqYjJ4dmNpVXlNaVV6UVNVeU1pVXlNekpqTnpsak1TVXlNaVUzUkNVeVF5VXlNblJvWlcxbEpUSXlKVE5CSlRJeUpUZENKVFZESlRJeVltRmphMmR5YjNWdVpDVTFReVV5TWlVelFTVTFReVV5TWlVeU0yWm1abVptWmlVMVF5VXlNaVV5UXlVMVF5VXlNblJvZFcxaVZYSnNKVFZESlRJeUpUTkJKVFZESlRJeWFIUjBjSE1sTTBFbE1rWWxNa1ozZDNjdWNISnZZMlZ6YzI5dUxtTnZiU1V5Um1GemMyVjBjeVV5Um1sdFlXZGxjeVV5Um0xcGJtUWxNa1p0Y2k1cWNHY2xOVU1sTWpJbE1rTWxOVU1sTWpKMGFHbHVibVZ5SlRWREpUSXlKVE5CWm1Gc2MyVWxNa01sTlVNbE1qSjBhWFJzWlNVMVF5VXlNaVV6UVNVMVF5VXlNaVZGT1NWQ1FpVTVPQ1ZGT0NWQlJTVkJOQ1ZGT1NWQk15VTRSU1ZGTmlWQk1DVkNReVUxUXlVeU1pVXlReVUxUXlVeU1tMWhjbWRwYmtnbE5VTWxNaklsTTBFek1DVXlReVUxUXlVeU1tMWhjbWRwYmxjbE5VTWxNaklsTTBFNE1DVXlReVUxUXlVeU1tTm9hV3hrVFdGeVoybHVTQ1UxUXlVeU1pVXpRVEl3SlRKREpUVkRKVEl5WTJocGJHUk5ZWEpuYVc1WEpUVkRKVEl5SlROQk1USWxNa01sTlVNbE1qSmpiMjF0YjI0bE5VTWxNaklsTTBFbE4wSWxOVU1sTWpKbVlXMXBiSGtsTlVNbE1qSWxNMEVsTlVNbE1qSWxSVFVsUWtVbFFVVWxSVGdsUWtRbFFVWWxSVGtsT1VJbE9EVWxSVGtsUWtJbE9URWxOVU1sTWpJbE1rTWxOVU1sTWpKaWIyeGtKVFZESlRJeUpUTkJkSEoxWlNVeVF5VTFReVV5TW1sMFlXeHBZeVUxUXlVeU1pVXpRV1poYkhObEpUSkRKVFZESlRJeWRHVjRkRUZzYVdkdUpUVkRKVEl5SlROQkpUVkRKVEl5YkdWbWRDVTFReVV5TWlVM1JDVXlReVUxUXlVeU1tTnZibTVsWTNScGIyNVRkSGxzWlNVMVF5VXlNaVV6UVNVM1FpVTFReVV5TW14cGJtVlhhV1IwYUNVMVF5VXlNaVV6UVRJbE1rTWxOVU1sTWpKc2FXNWxRMjlzYjNJbE5VTWxNaklsTTBFbE5VTWxNakp5WjJJb01URXpKVEpESlRJd01qQXpKVEpESlRJd05EVXBKVFZESlRJeUpUSkRKVFZESlRJeVkyOXNiM0lsTlVNbE1qSWxNMEVsTlVNbE1qSWxNak5tWm1abVptWWxOVU1sTWpJbE4wUWxNa01sTlVNbE1qSmpaVzUwWlhKVWIzQnBZeVUxUXlVeU1pVXpRU1UzUWlVMVF5VXlNbUpoWTJ0bmNtOTFibVJEYjJ4dmNpVTFReVV5TWlVelFTVTFReVV5TWlVeU0yWm1OVE0xWXlVMVF5VXlNaVV5UXlVMVF5VXlNbU52Ykc5eUpUVkRKVEl5SlROQkpUVkRKVEl5SlRJelptWm1KVFZESlRJeUpUSkRKVFZESlRJeVptOXVkQzF6YVhwbEpUVkRKVEl5SlROQkpUVkRKVEl5TWpSd2VDVTFReVV5TWlVeVF5VTFReVV5TW1KdmNtUmxjaTF5WVdScGRYTWxOVU1sTWpJbE0wRWxOVU1sTWpJMWNIZ2xOVU1sTWpJbE1rTWxOVU1sTWpKd1lXUmthVzVuSlRWREpUSXlKVE5CSlRWREpUSXlNVFp3ZUNVeU1ESTJjSGdsTWpBeE5uQjRKVEl3TWpad2VDVTFReVV5TWlVeVF5VTFReVV5TW5SbGVIUkJiR2xuYmlVMVF5VXlNaVV6UVNVMVF5VXlNbXhsWm5RbE5VTWxNaklsTWtNbE5VTWxNakptYjI1MExXWmhiV2xzZVNVMVF5VXlNaVV6UVNVMVF5VXlNaVZGTlNWQ1JTVkJSU1ZGT0NWQ1JDVkJSaVZGT1NVNVFpVTROU1ZGT1NWQ1FpVTVNU1UxUXlVeU1pVXlReVUxUXlVeU1tWnZiblF0ZDJWcFoyaDBKVFZESlRJeUpUTkJKVFZESlRJeVltOXNaQ1UxUXlVeU1pVXlReVUxUXlVeU1tWnZiblF0YzNSNWJHVWxOVU1sTWpJbE0wRWxOVU1sTWpKdWIzSnRZV3dsTlVNbE1qSWxNa01sTlVNbE1qSmliM0prWlhJdFkyOXNiM0lsTlVNbE1qSWxNMEVsTlVNbE1qSWxNak5tWmpVek5XTWxOVU1sTWpJbE1rTWxOVU1sTWpKc2FXNWxVM1I1YkdVbE5VTWxNaklsTTBFbE4wSWxOVU1sTWpKc2FXNWxWSGx3WlNVMVF5VXlNaVV6UVNVMVF5VXlNbU4xY25abEpUVkRKVEl5SlRkRUpUZEVKVEpESlRWREpUSXljMlZqVkc5d2FXTWxOVU1sTWpJbE0wRWxOMElsTlVNbE1qSmlZV05yWjNKdmRXNWtRMjlzYjNJbE5VTWxNaklsTTBFbE5VTWxNaklsTWpOa1ltVXlaVE1sTlVNbE1qSWxNa01sTlVNbE1qSmliM0prWlhJbE5VTWxNaklsTTBFbE5VTWxNakl4Y0hnbE1qQnpiMnhwWkNVeU1ISm5ZaWd4T0RjbE1rTXhPRGNsTWtNeE9EY3BKVFZESlRJeUpUSkRKVFZESlRJeVltOXlaR1Z5TFhKaFpHbDFjeVUxUXlVeU1pVXpRU1UxUXlVeU1qVndlQ1UxUXlVeU1pVXlReVUxUXlVeU1tTnZiRzl5SlRWREpUSXlKVE5CSlRWREpUSXlKVEl6TkRNMFlqVTBKVFZESlRJeUpUSkRKVFZESlRJeVptOXVkQzF6YVhwbEpUVkRKVEl5SlROQkpUVkRKVEl5TVRkd2VDVTFReVV5TWlVeVF5VTFReVV5TW5CaFpHUnBibWNsTlVNbE1qSWxNMEVsTlVNbE1qSXhNSEI0SlRJd01qQndlQ1V5TURFd2NIZ2xNakF5TUhCNEpUVkRKVEl5SlRKREpUVkRKVEl5YkdsdVpWTjBlV3hsSlRWREpUSXlKVE5CSlRkQ0pUVkRKVEl5YkdsdVpWUjVjR1VsTlVNbE1qSWxNMEVsTlVNbE1qSmpkWEoyWlNVMVF5VXlNaVV5UXlVMVF5VXlNbXhwYm1WWGFXUjBhQ1UxUXlVeU1pVXpRU1UxUXlVeU1qSWxOVU1sTWpJbE1rTWxOVU1sTWpKc2FXNWxRMjlzYjNJbE5VTWxNaklsTTBFbE5VTWxNaklsTWpNME16UmlOVFFsTlVNbE1qSWxOMFFsTWtNbE5VTWxNakowWlhoMFFXeHBaMjRsTlVNbE1qSWxNMEVsTlVNbE1qSnNaV1owSlRWREpUSXlKVEpESlRWREpUSXlabTl1ZEMxbVlXMXBiSGtsTlVNbE1qSWxNMEVsTlVNbE1qSWxSVFVsUWtVbFFVVWxSVGdsUWtRbFFVWWxSVGtsT1VJbE9EVWxSVGtsUWtJbE9URWxOVU1sTWpJbE1rTWxOVU1sTWpKbWIyNTBMWGRsYVdkb2RDVTFReVV5TWlVelFTVTFReVV5TW01dmNtMWhiQ1UxUXlVeU1pVXlReVUxUXlVeU1tWnZiblF0YzNSNWJHVWxOVU1sTWpJbE0wRWxOVU1sTWpKdWIzSnRZV3dsTlVNbE1qSWxNa01sTlVNbE1qSmliM0prWlhJdFkyOXNiM0lsTlVNbE1qSWxNMEVsTlVNbE1qSWxNak5rWW1VeVpUTWxOVU1sTWpJbE1rTWxOVU1sTWpKaWIzSmtaWEl0ZDJsa2RHZ2xOVU1sTWpJbE0wRWxOVU1sTWpJd0pUVkRKVEl5SlRKREpUVkRKVEl5WW05eVpHVnlMWE4wZVd4bEpUVkRKVEl5SlROQkpUVkRKVEl5YzI5c2FXUWxOVU1sTWpJbE4wUWxNa01sTlVNbE1qSmphR2xzWkZSdmNHbGpKVFZESlRJeUpUTkJKVGRDSlRWREpUSXlabTl1ZEMxemFYcGxKVFZESlRJeUpUTkJKVFZESlRJeU1UTndlQ1UxUXlVeU1pVXlReVUxUXlVeU1tTnZiRzl5SlRWREpUSXlKVE5CSlRWREpUSXlKVEl6TkRNMFlqVTBKVFZESlRJeUpUSkRKVFZESlRJeWNHRmtaR2x1WnlVMVF5VXlNaVV6UVNVMVF5VXlNakp3ZUNVeU1EaHdlQ1V5TURSd2VDVXlNQ1UxUXlVeU1pVXlReVUxUXlVeU1teHBibVZUZEhsc1pTVTFReVV5TWlVelFTVTNRaVUxUXlVeU1teHBibVZVZVhCbEpUVkRKVEl5SlROQkpUVkRKVEl5WTNWeWRtVWxOVU1sTWpJbE1rTWxOVU1sTWpKc2FXNWxWMmxrZEdnbE5VTWxNaklsTTBFeEpUSkRKVFZESlRJeWJHbHVaVU52Ykc5eUpUVkRKVEl5SlROQkpUVkRKVEl5SlRJek5ETTBZalUwSlRWREpUSXlKVGRFSlRKREpUVkRKVEl5ZEdWNGRFRnNhV2R1SlRWREpUSXlKVE5CSlRWREpUSXliR1ZtZENVMVF5VXlNaVV5UXlVMVF5VXlNbVp2Ym5RdFptRnRhV3g1SlRWREpUSXlKVE5CSlRWREpUSXlKVVUxSlVKRkpVRkZKVVU0SlVKRUpVRkdKVVU1SlRsQ0pUZzFKVVU1SlVKQ0pUa3hKVFZESlRJeUpUSkRKVFZESlRJeVptOXVkQzEzWldsbmFIUWxOVU1sTWpJbE0wRWxOVU1sTWpKdWIzSnRZV3dsTlVNbE1qSWxNa01sTlVNbE1qSm1iMjUwTFhOMGVXeGxKVFZESlRJeUpUTkJKVFZESlRJeWJtOXliV0ZzSlRWREpUSXlKVGRFSlRKREpUVkRKVEl5YVdRbE5VTWxNaklsTTBFbE5VTWxNakpqZFhOMGIyMXBjMlZmWkRBMlpqVmlOV014T0daaEpUVkRKVEl5SlRkRUpUSXlKVEpESlRJeWFXUWxNaklsTTBFbE1qSnliMjkwSlRJeUpUSkRKVEl5ZEdsMGJHVWxNaklsTTBFbE1qSWxSVFlsT0VFbE9EQWxSVFlsT1VNbFFVWWxSVFlsT1RZbFFqa2xSVFlsUVRFbE9EZ2xNaklsTWtNbE1qSnpkSEoxWTNSMWNtVWxNaklsTTBFbE1qSnRhVzVrWDJaeVpXVWxNaklsTWtNbE1qSm1jbVZsUTJocGJHUnlaVzRsTWpJbE0wRWxOVUlsTlVRbE1rTWxNakowWlhoMFFYVjBiMWR5WVhCWGFXUjBhQ1V5TWlVelFUa3dNQ1V5UXlVeU1tUmhkR0VsTWpJbE0wRWxOMElsTWpKeWFXZG9kQzFqYjI1MFpXNTBMV2x1WkdWNEpUSXlKVE5CTkNVM1JDVXlReVV5TW1Wa2FYUnZjbFpsY25OcGIyNGxNaklsTTBFbE1qSldNaVV5TWlVeVF5VXlNbU52YlcxbGJuUnpKVEl5SlROQkpUVkNKVFZFSlRKREpUSXlkMkYwWlhKdFlYSnJKVEl5SlROQkpUSXlKVEl5SlRKREpUSXljMmh2ZDFkaGRHVnliV0Z5YXlVeU1pVXpRV1poYkhObEpUSkRKVEl5ZEc5a2IweHBjM1FsTWpJbE0wRWxOMElsTjBRbE4wUT0iLAoJIkZpbGVJZCIgOiAicG9fYmhnZGRqZWRnamdnYmEiCn0K"/>
    </extobj>
  </extobjs>
</s:customData>
</file>

<file path=customXml/itemProps1.xml><?xml version="1.0" encoding="utf-8"?>
<ds:datastoreItem xmlns:ds="http://schemas.openxmlformats.org/officeDocument/2006/customXml" ds:itemID="{1ECA6AC0-ED03-4555-9FCD-1C26DD6A60C0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393</Words>
  <Application>Microsoft Office PowerPoint</Application>
  <PresentationFormat>宽屏</PresentationFormat>
  <Paragraphs>67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MS PGothic</vt:lpstr>
      <vt:lpstr>等线</vt:lpstr>
      <vt:lpstr>仿宋</vt:lpstr>
      <vt:lpstr>微软雅黑</vt:lpstr>
      <vt:lpstr>Arial</vt:lpstr>
      <vt:lpstr>Segoe UI Light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哎呀小小草</dc:title>
  <dc:subject>哎呀小小草</dc:subject>
  <dc:creator>哎呀小小草</dc:creator>
  <cp:keywords>https://800sucai.taobao.com</cp:keywords>
  <dc:description>https://800sucai.taobao.com</dc:description>
  <cp:lastModifiedBy>Sariel Everly</cp:lastModifiedBy>
  <cp:revision>3</cp:revision>
  <dcterms:created xsi:type="dcterms:W3CDTF">2025-11-19T07:26:00Z</dcterms:created>
  <dcterms:modified xsi:type="dcterms:W3CDTF">2025-11-20T11:44:35Z</dcterms:modified>
  <cp:category>https://800sucai.taobao.com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2EAF8D3CCDC13234B4621469DD1B209D_42</vt:lpwstr>
  </property>
  <property fmtid="{D5CDD505-2E9C-101B-9397-08002B2CF9AE}" pid="3" name="KSOProductBuildVer">
    <vt:lpwstr>2052-12.1.0.23542</vt:lpwstr>
  </property>
</Properties>
</file>