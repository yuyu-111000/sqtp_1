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60" r:id="rId4"/>
    <p:sldId id="275" r:id="rId5"/>
    <p:sldId id="266" r:id="rId6"/>
    <p:sldId id="276" r:id="rId7"/>
    <p:sldId id="261" r:id="rId8"/>
    <p:sldId id="267" r:id="rId10"/>
    <p:sldId id="277" r:id="rId11"/>
    <p:sldId id="269" r:id="rId12"/>
    <p:sldId id="262" r:id="rId13"/>
    <p:sldId id="278" r:id="rId14"/>
    <p:sldId id="271" r:id="rId15"/>
    <p:sldId id="279" r:id="rId16"/>
    <p:sldId id="264" r:id="rId17"/>
    <p:sldId id="291" r:id="rId18"/>
    <p:sldId id="282" r:id="rId19"/>
    <p:sldId id="288" r:id="rId20"/>
    <p:sldId id="289" r:id="rId21"/>
    <p:sldId id="2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3521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5B2"/>
    <a:srgbClr val="CDCAC3"/>
    <a:srgbClr val="466E7A"/>
    <a:srgbClr val="F5F0EA"/>
    <a:srgbClr val="5D91A1"/>
    <a:srgbClr val="00B050"/>
    <a:srgbClr val="676661"/>
    <a:srgbClr val="3C5E68"/>
    <a:srgbClr val="777671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 autoAdjust="0"/>
    <p:restoredTop sz="94693"/>
  </p:normalViewPr>
  <p:slideViewPr>
    <p:cSldViewPr snapToGrid="0" snapToObjects="1" showGuides="1">
      <p:cViewPr varScale="1">
        <p:scale>
          <a:sx n="98" d="100"/>
          <a:sy n="98" d="100"/>
        </p:scale>
        <p:origin x="84" y="348"/>
      </p:cViewPr>
      <p:guideLst>
        <p:guide pos="3840"/>
        <p:guide orient="horz" pos="2160"/>
        <p:guide orient="horz" pos="3521"/>
        <p:guide pos="211"/>
        <p:guide pos="7469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E476-DBBF-42C4-9842-0751DB9A0A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14805-A067-454A-9D69-29B08616F1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14805-A067-454A-9D69-29B08616F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52400" y="139700"/>
            <a:ext cx="11874500" cy="6591300"/>
          </a:xfrm>
          <a:prstGeom prst="rect">
            <a:avLst/>
          </a:prstGeom>
          <a:noFill/>
          <a:ln w="38100">
            <a:solidFill>
              <a:srgbClr val="5D91A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 smtClean="0"/>
              <a:t>LOGO&amp;PIC</a:t>
            </a:r>
            <a:r>
              <a:rPr kumimoji="1" lang="zh-CN" altLang="en-US" sz="1600" b="1" dirty="0" smtClean="0"/>
              <a:t> </a:t>
            </a:r>
            <a:r>
              <a:rPr kumimoji="1" lang="en-US" altLang="zh-CN" sz="1600" b="1" dirty="0" smtClean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/>
                <a:cs typeface="Segoe UI Light" panose="020B0502040204020203"/>
              </a:rPr>
              <a:t>背景图片素材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/>
              <a:cs typeface="Segoe UI Light" panose="020B0502040204020203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charset="0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charset="0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344054" y="1033979"/>
            <a:ext cx="4063977" cy="6413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求是学院蓝田学园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48546" y="2413043"/>
            <a:ext cx="994537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800" b="1" dirty="0" smtClean="0">
                <a:solidFill>
                  <a:srgbClr val="777671"/>
                </a:solidFill>
              </a:rPr>
              <a:t>学途</a:t>
            </a:r>
            <a:r>
              <a:rPr kumimoji="1" lang="zh-CN" altLang="en-US" sz="4800" b="1" dirty="0" smtClean="0">
                <a:solidFill>
                  <a:srgbClr val="777671"/>
                </a:solidFill>
                <a:cs typeface="Arial" panose="020B0604020202020204" pitchFamily="34" charset="0"/>
              </a:rPr>
              <a:t>——一款轻量化的个人自习时长</a:t>
            </a:r>
            <a:endParaRPr kumimoji="1" lang="zh-CN" altLang="en-US" sz="4800" b="1" dirty="0" smtClean="0">
              <a:solidFill>
                <a:srgbClr val="777671"/>
              </a:solidFill>
              <a:cs typeface="Arial" panose="020B0604020202020204" pitchFamily="34" charset="0"/>
            </a:endParaRPr>
          </a:p>
          <a:p>
            <a:r>
              <a:rPr kumimoji="1" lang="zh-CN" altLang="en-US" sz="4800" b="1" dirty="0" smtClean="0">
                <a:solidFill>
                  <a:srgbClr val="777671"/>
                </a:solidFill>
                <a:cs typeface="Arial" panose="020B0604020202020204" pitchFamily="34" charset="0"/>
              </a:rPr>
              <a:t>                    追踪与激励平台</a:t>
            </a:r>
            <a:endParaRPr lang="zh-CN" altLang="en-US" sz="6600" dirty="0">
              <a:solidFill>
                <a:srgbClr val="777671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764181" y="4530394"/>
            <a:ext cx="8629705" cy="368300"/>
            <a:chOff x="1764181" y="3942834"/>
            <a:chExt cx="8629705" cy="36830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1764181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637986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/>
          </p:nvSpPr>
          <p:spPr>
            <a:xfrm>
              <a:off x="4996042" y="3942834"/>
              <a:ext cx="216598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7776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SQTP</a:t>
              </a:r>
              <a:r>
                <a:rPr lang="zh-CN" altLang="en-US" dirty="0" smtClean="0">
                  <a:solidFill>
                    <a:srgbClr val="7776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项目立项答辩</a:t>
              </a:r>
              <a:endParaRPr lang="zh-CN" altLang="en-US" dirty="0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510255" y="6050305"/>
            <a:ext cx="12118070" cy="4610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 smtClean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答辩人：张钦宇  项目成员：叶晨杰 柳雨汐 许金涵 黄一馨 李婉 张楚晗 杨俊强</a:t>
            </a:r>
            <a:endParaRPr lang="zh-CN" altLang="en-US" sz="2400" b="1" dirty="0">
              <a:solidFill>
                <a:srgbClr val="F5F0E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sp>
        <p:nvSpPr>
          <p:cNvPr id="18" name="任意多边形 17"/>
          <p:cNvSpPr/>
          <p:nvPr/>
        </p:nvSpPr>
        <p:spPr>
          <a:xfrm>
            <a:off x="136037" y="177800"/>
            <a:ext cx="492216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38953" y="2354722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  <a:endParaRPr lang="zh-CN" altLang="en-US" sz="9600" b="1" dirty="0">
              <a:solidFill>
                <a:srgbClr val="F5F0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85962" y="3781331"/>
            <a:ext cx="2952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『CONTENT』</a:t>
            </a:r>
            <a:endParaRPr lang="zh-CN" altLang="en-US" sz="3600" b="1" dirty="0">
              <a:solidFill>
                <a:srgbClr val="F5F0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86993" y="690372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第一部分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项目背景</a:t>
            </a:r>
            <a:r>
              <a:rPr lang="en-US" altLang="zh-CN" sz="3600" dirty="0" smtClean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86993" y="1709586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第二部分 </a:t>
            </a:r>
            <a:r>
              <a:rPr lang="zh-CN" altLang="en-US" sz="3600" dirty="0">
                <a:solidFill>
                  <a:srgbClr val="676661"/>
                </a:solidFill>
              </a:rPr>
              <a:t>『项目简介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686993" y="2723614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第三部分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技术方案</a:t>
            </a:r>
            <a:r>
              <a:rPr lang="en-US" altLang="zh-CN" sz="3600" dirty="0" smtClean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686993" y="3781310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第四部分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项目规划</a:t>
            </a:r>
            <a:r>
              <a:rPr lang="en-US" altLang="zh-CN" sz="3600" dirty="0" smtClean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87019" y="4836324"/>
            <a:ext cx="5554345" cy="15537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l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第五部分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 smtClean="0">
                <a:solidFill>
                  <a:srgbClr val="676661"/>
                </a:solidFill>
              </a:rPr>
              <a:t>团队分工</a:t>
            </a:r>
            <a:r>
              <a:rPr lang="en-US" altLang="zh-CN" sz="3600" dirty="0" smtClean="0">
                <a:solidFill>
                  <a:srgbClr val="676661"/>
                </a:solidFill>
              </a:rPr>
              <a:t>』</a:t>
            </a:r>
            <a:endParaRPr lang="en-US" altLang="zh-CN" sz="3600" dirty="0" smtClean="0">
              <a:solidFill>
                <a:srgbClr val="676661"/>
              </a:solidFill>
            </a:endParaRPr>
          </a:p>
          <a:p>
            <a:pPr lvl="0" algn="l" defTabSz="914400"/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86993" y="5847296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第六部分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预期成果</a:t>
            </a:r>
            <a:r>
              <a:rPr lang="en-US" altLang="zh-CN" sz="3600" dirty="0" smtClean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1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2" y="2396875"/>
              <a:ext cx="3067520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项目背景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07246" y="1421379"/>
            <a:ext cx="6950987" cy="10641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▷很多同学有自习习惯，但学习过程缺乏量化，难以形成有效激励</a:t>
            </a:r>
            <a:endParaRPr lang="zh-CN" altLang="en-US" sz="2800" b="1" dirty="0">
              <a:solidFill>
                <a:srgbClr val="676661"/>
              </a:solidFill>
              <a:ea typeface="微软雅黑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901066" y="3111940"/>
            <a:ext cx="6389807" cy="2929575"/>
            <a:chOff x="1611683" y="1446502"/>
            <a:chExt cx="5920633" cy="3027758"/>
          </a:xfrm>
          <a:solidFill>
            <a:schemeClr val="bg1">
              <a:lumMod val="85000"/>
            </a:schemeClr>
          </a:solidFill>
        </p:grpSpPr>
        <p:sp>
          <p:nvSpPr>
            <p:cNvPr id="18" name="Freeform 559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560"/>
            <p:cNvSpPr/>
            <p:nvPr/>
          </p:nvSpPr>
          <p:spPr bwMode="auto">
            <a:xfrm>
              <a:off x="4364192" y="2347921"/>
              <a:ext cx="128304" cy="247835"/>
            </a:xfrm>
            <a:custGeom>
              <a:avLst/>
              <a:gdLst>
                <a:gd name="T0" fmla="*/ 2147483647 w 96"/>
                <a:gd name="T1" fmla="*/ 2147483647 h 184"/>
                <a:gd name="T2" fmla="*/ 2147483647 w 96"/>
                <a:gd name="T3" fmla="*/ 2147483647 h 184"/>
                <a:gd name="T4" fmla="*/ 2147483647 w 96"/>
                <a:gd name="T5" fmla="*/ 2147483647 h 184"/>
                <a:gd name="T6" fmla="*/ 2147483647 w 96"/>
                <a:gd name="T7" fmla="*/ 2147483647 h 184"/>
                <a:gd name="T8" fmla="*/ 2147483647 w 96"/>
                <a:gd name="T9" fmla="*/ 2147483647 h 184"/>
                <a:gd name="T10" fmla="*/ 2147483647 w 96"/>
                <a:gd name="T11" fmla="*/ 2147483647 h 184"/>
                <a:gd name="T12" fmla="*/ 2147483647 w 96"/>
                <a:gd name="T13" fmla="*/ 2147483647 h 184"/>
                <a:gd name="T14" fmla="*/ 2147483647 w 96"/>
                <a:gd name="T15" fmla="*/ 2147483647 h 184"/>
                <a:gd name="T16" fmla="*/ 2147483647 w 96"/>
                <a:gd name="T17" fmla="*/ 2147483647 h 184"/>
                <a:gd name="T18" fmla="*/ 2147483647 w 96"/>
                <a:gd name="T19" fmla="*/ 2147483647 h 184"/>
                <a:gd name="T20" fmla="*/ 2147483647 w 96"/>
                <a:gd name="T21" fmla="*/ 2147483647 h 184"/>
                <a:gd name="T22" fmla="*/ 2147483647 w 96"/>
                <a:gd name="T23" fmla="*/ 2147483647 h 184"/>
                <a:gd name="T24" fmla="*/ 2147483647 w 96"/>
                <a:gd name="T25" fmla="*/ 2147483647 h 184"/>
                <a:gd name="T26" fmla="*/ 2147483647 w 96"/>
                <a:gd name="T27" fmla="*/ 2147483647 h 184"/>
                <a:gd name="T28" fmla="*/ 2147483647 w 96"/>
                <a:gd name="T29" fmla="*/ 2147483647 h 184"/>
                <a:gd name="T30" fmla="*/ 0 w 96"/>
                <a:gd name="T31" fmla="*/ 2147483647 h 184"/>
                <a:gd name="T32" fmla="*/ 0 w 96"/>
                <a:gd name="T33" fmla="*/ 2147483647 h 184"/>
                <a:gd name="T34" fmla="*/ 0 w 96"/>
                <a:gd name="T35" fmla="*/ 2147483647 h 184"/>
                <a:gd name="T36" fmla="*/ 0 w 96"/>
                <a:gd name="T37" fmla="*/ 2147483647 h 184"/>
                <a:gd name="T38" fmla="*/ 0 w 96"/>
                <a:gd name="T39" fmla="*/ 2147483647 h 184"/>
                <a:gd name="T40" fmla="*/ 2147483647 w 96"/>
                <a:gd name="T41" fmla="*/ 2147483647 h 184"/>
                <a:gd name="T42" fmla="*/ 2147483647 w 96"/>
                <a:gd name="T43" fmla="*/ 0 h 184"/>
                <a:gd name="T44" fmla="*/ 2147483647 w 96"/>
                <a:gd name="T45" fmla="*/ 0 h 184"/>
                <a:gd name="T46" fmla="*/ 2147483647 w 96"/>
                <a:gd name="T47" fmla="*/ 0 h 184"/>
                <a:gd name="T48" fmla="*/ 2147483647 w 96"/>
                <a:gd name="T49" fmla="*/ 2147483647 h 184"/>
                <a:gd name="T50" fmla="*/ 2147483647 w 96"/>
                <a:gd name="T51" fmla="*/ 2147483647 h 184"/>
                <a:gd name="T52" fmla="*/ 2147483647 w 96"/>
                <a:gd name="T53" fmla="*/ 2147483647 h 184"/>
                <a:gd name="T54" fmla="*/ 2147483647 w 96"/>
                <a:gd name="T55" fmla="*/ 2147483647 h 184"/>
                <a:gd name="T56" fmla="*/ 2147483647 w 96"/>
                <a:gd name="T57" fmla="*/ 2147483647 h 184"/>
                <a:gd name="T58" fmla="*/ 2147483647 w 96"/>
                <a:gd name="T59" fmla="*/ 2147483647 h 184"/>
                <a:gd name="T60" fmla="*/ 2147483647 w 96"/>
                <a:gd name="T61" fmla="*/ 2147483647 h 184"/>
                <a:gd name="T62" fmla="*/ 2147483647 w 96"/>
                <a:gd name="T63" fmla="*/ 2147483647 h 184"/>
                <a:gd name="T64" fmla="*/ 2147483647 w 96"/>
                <a:gd name="T65" fmla="*/ 2147483647 h 184"/>
                <a:gd name="T66" fmla="*/ 2147483647 w 96"/>
                <a:gd name="T67" fmla="*/ 2147483647 h 184"/>
                <a:gd name="T68" fmla="*/ 2147483647 w 96"/>
                <a:gd name="T69" fmla="*/ 2147483647 h 184"/>
                <a:gd name="T70" fmla="*/ 2147483647 w 96"/>
                <a:gd name="T71" fmla="*/ 2147483647 h 184"/>
                <a:gd name="T72" fmla="*/ 2147483647 w 96"/>
                <a:gd name="T73" fmla="*/ 2147483647 h 184"/>
                <a:gd name="T74" fmla="*/ 2147483647 w 96"/>
                <a:gd name="T75" fmla="*/ 2147483647 h 184"/>
                <a:gd name="T76" fmla="*/ 2147483647 w 96"/>
                <a:gd name="T77" fmla="*/ 2147483647 h 184"/>
                <a:gd name="T78" fmla="*/ 2147483647 w 96"/>
                <a:gd name="T79" fmla="*/ 2147483647 h 184"/>
                <a:gd name="T80" fmla="*/ 2147483647 w 96"/>
                <a:gd name="T81" fmla="*/ 2147483647 h 184"/>
                <a:gd name="T82" fmla="*/ 2147483647 w 96"/>
                <a:gd name="T83" fmla="*/ 2147483647 h 184"/>
                <a:gd name="T84" fmla="*/ 2147483647 w 96"/>
                <a:gd name="T85" fmla="*/ 2147483647 h 184"/>
                <a:gd name="T86" fmla="*/ 2147483647 w 96"/>
                <a:gd name="T87" fmla="*/ 2147483647 h 184"/>
                <a:gd name="T88" fmla="*/ 2147483647 w 96"/>
                <a:gd name="T89" fmla="*/ 2147483647 h 184"/>
                <a:gd name="T90" fmla="*/ 2147483647 w 96"/>
                <a:gd name="T91" fmla="*/ 2147483647 h 184"/>
                <a:gd name="T92" fmla="*/ 2147483647 w 96"/>
                <a:gd name="T93" fmla="*/ 2147483647 h 184"/>
                <a:gd name="T94" fmla="*/ 2147483647 w 96"/>
                <a:gd name="T95" fmla="*/ 2147483647 h 184"/>
                <a:gd name="T96" fmla="*/ 2147483647 w 96"/>
                <a:gd name="T97" fmla="*/ 2147483647 h 184"/>
                <a:gd name="T98" fmla="*/ 2147483647 w 96"/>
                <a:gd name="T99" fmla="*/ 2147483647 h 184"/>
                <a:gd name="T100" fmla="*/ 2147483647 w 96"/>
                <a:gd name="T101" fmla="*/ 2147483647 h 184"/>
                <a:gd name="T102" fmla="*/ 2147483647 w 96"/>
                <a:gd name="T103" fmla="*/ 2147483647 h 184"/>
                <a:gd name="T104" fmla="*/ 2147483647 w 96"/>
                <a:gd name="T105" fmla="*/ 2147483647 h 184"/>
                <a:gd name="T106" fmla="*/ 2147483647 w 96"/>
                <a:gd name="T107" fmla="*/ 2147483647 h 184"/>
                <a:gd name="T108" fmla="*/ 2147483647 w 96"/>
                <a:gd name="T109" fmla="*/ 2147483647 h 184"/>
                <a:gd name="T110" fmla="*/ 2147483647 w 96"/>
                <a:gd name="T111" fmla="*/ 2147483647 h 184"/>
                <a:gd name="T112" fmla="*/ 2147483647 w 96"/>
                <a:gd name="T113" fmla="*/ 2147483647 h 184"/>
                <a:gd name="T114" fmla="*/ 2147483647 w 96"/>
                <a:gd name="T115" fmla="*/ 2147483647 h 184"/>
                <a:gd name="T116" fmla="*/ 2147483647 w 96"/>
                <a:gd name="T117" fmla="*/ 2147483647 h 184"/>
                <a:gd name="T118" fmla="*/ 2147483647 w 96"/>
                <a:gd name="T119" fmla="*/ 2147483647 h 18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6"/>
                <a:gd name="T181" fmla="*/ 0 h 184"/>
                <a:gd name="T182" fmla="*/ 96 w 96"/>
                <a:gd name="T183" fmla="*/ 184 h 18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6" h="184">
                  <a:moveTo>
                    <a:pt x="16" y="144"/>
                  </a:moveTo>
                  <a:lnTo>
                    <a:pt x="24" y="136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40" y="112"/>
                  </a:lnTo>
                  <a:lnTo>
                    <a:pt x="40" y="104"/>
                  </a:lnTo>
                  <a:lnTo>
                    <a:pt x="40" y="96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88"/>
                  </a:lnTo>
                  <a:lnTo>
                    <a:pt x="16" y="80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24" y="16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56" y="64"/>
                  </a:lnTo>
                  <a:lnTo>
                    <a:pt x="64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80" y="120"/>
                  </a:lnTo>
                  <a:lnTo>
                    <a:pt x="80" y="128"/>
                  </a:lnTo>
                  <a:lnTo>
                    <a:pt x="88" y="128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88" y="152"/>
                  </a:lnTo>
                  <a:lnTo>
                    <a:pt x="88" y="160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72" y="168"/>
                  </a:lnTo>
                  <a:lnTo>
                    <a:pt x="56" y="168"/>
                  </a:lnTo>
                  <a:lnTo>
                    <a:pt x="48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24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16" y="152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561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562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563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564"/>
            <p:cNvSpPr/>
            <p:nvPr/>
          </p:nvSpPr>
          <p:spPr bwMode="auto">
            <a:xfrm>
              <a:off x="5194330" y="3786681"/>
              <a:ext cx="107468" cy="236869"/>
            </a:xfrm>
            <a:custGeom>
              <a:avLst/>
              <a:gdLst>
                <a:gd name="T0" fmla="*/ 0 w 80"/>
                <a:gd name="T1" fmla="*/ 2147483647 h 176"/>
                <a:gd name="T2" fmla="*/ 0 w 80"/>
                <a:gd name="T3" fmla="*/ 2147483647 h 176"/>
                <a:gd name="T4" fmla="*/ 2147483647 w 80"/>
                <a:gd name="T5" fmla="*/ 2147483647 h 176"/>
                <a:gd name="T6" fmla="*/ 2147483647 w 80"/>
                <a:gd name="T7" fmla="*/ 2147483647 h 176"/>
                <a:gd name="T8" fmla="*/ 2147483647 w 80"/>
                <a:gd name="T9" fmla="*/ 2147483647 h 176"/>
                <a:gd name="T10" fmla="*/ 2147483647 w 80"/>
                <a:gd name="T11" fmla="*/ 2147483647 h 176"/>
                <a:gd name="T12" fmla="*/ 2147483647 w 80"/>
                <a:gd name="T13" fmla="*/ 2147483647 h 176"/>
                <a:gd name="T14" fmla="*/ 2147483647 w 80"/>
                <a:gd name="T15" fmla="*/ 2147483647 h 176"/>
                <a:gd name="T16" fmla="*/ 2147483647 w 80"/>
                <a:gd name="T17" fmla="*/ 0 h 176"/>
                <a:gd name="T18" fmla="*/ 2147483647 w 80"/>
                <a:gd name="T19" fmla="*/ 2147483647 h 176"/>
                <a:gd name="T20" fmla="*/ 2147483647 w 80"/>
                <a:gd name="T21" fmla="*/ 2147483647 h 176"/>
                <a:gd name="T22" fmla="*/ 2147483647 w 80"/>
                <a:gd name="T23" fmla="*/ 2147483647 h 176"/>
                <a:gd name="T24" fmla="*/ 2147483647 w 80"/>
                <a:gd name="T25" fmla="*/ 2147483647 h 176"/>
                <a:gd name="T26" fmla="*/ 2147483647 w 80"/>
                <a:gd name="T27" fmla="*/ 2147483647 h 176"/>
                <a:gd name="T28" fmla="*/ 2147483647 w 80"/>
                <a:gd name="T29" fmla="*/ 2147483647 h 176"/>
                <a:gd name="T30" fmla="*/ 0 w 80"/>
                <a:gd name="T31" fmla="*/ 2147483647 h 176"/>
                <a:gd name="T32" fmla="*/ 0 w 80"/>
                <a:gd name="T33" fmla="*/ 2147483647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176"/>
                <a:gd name="T53" fmla="*/ 80 w 80"/>
                <a:gd name="T54" fmla="*/ 176 h 1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176">
                  <a:moveTo>
                    <a:pt x="0" y="144"/>
                  </a:moveTo>
                  <a:lnTo>
                    <a:pt x="0" y="128"/>
                  </a:lnTo>
                  <a:lnTo>
                    <a:pt x="8" y="112"/>
                  </a:lnTo>
                  <a:lnTo>
                    <a:pt x="16" y="88"/>
                  </a:lnTo>
                  <a:lnTo>
                    <a:pt x="8" y="56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8" y="16"/>
                  </a:lnTo>
                  <a:lnTo>
                    <a:pt x="72" y="0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0" y="56"/>
                  </a:lnTo>
                  <a:lnTo>
                    <a:pt x="48" y="168"/>
                  </a:lnTo>
                  <a:lnTo>
                    <a:pt x="32" y="168"/>
                  </a:lnTo>
                  <a:lnTo>
                    <a:pt x="16" y="176"/>
                  </a:lnTo>
                  <a:lnTo>
                    <a:pt x="0" y="160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565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566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567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568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569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570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571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572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573"/>
            <p:cNvSpPr/>
            <p:nvPr/>
          </p:nvSpPr>
          <p:spPr bwMode="auto">
            <a:xfrm>
              <a:off x="6716433" y="2724060"/>
              <a:ext cx="235773" cy="257704"/>
            </a:xfrm>
            <a:custGeom>
              <a:avLst/>
              <a:gdLst>
                <a:gd name="T0" fmla="*/ 0 w 176"/>
                <a:gd name="T1" fmla="*/ 2147483647 h 192"/>
                <a:gd name="T2" fmla="*/ 2147483647 w 176"/>
                <a:gd name="T3" fmla="*/ 2147483647 h 192"/>
                <a:gd name="T4" fmla="*/ 2147483647 w 176"/>
                <a:gd name="T5" fmla="*/ 2147483647 h 192"/>
                <a:gd name="T6" fmla="*/ 2147483647 w 176"/>
                <a:gd name="T7" fmla="*/ 2147483647 h 192"/>
                <a:gd name="T8" fmla="*/ 2147483647 w 176"/>
                <a:gd name="T9" fmla="*/ 2147483647 h 192"/>
                <a:gd name="T10" fmla="*/ 2147483647 w 176"/>
                <a:gd name="T11" fmla="*/ 2147483647 h 192"/>
                <a:gd name="T12" fmla="*/ 2147483647 w 176"/>
                <a:gd name="T13" fmla="*/ 2147483647 h 192"/>
                <a:gd name="T14" fmla="*/ 2147483647 w 176"/>
                <a:gd name="T15" fmla="*/ 2147483647 h 192"/>
                <a:gd name="T16" fmla="*/ 2147483647 w 176"/>
                <a:gd name="T17" fmla="*/ 2147483647 h 192"/>
                <a:gd name="T18" fmla="*/ 2147483647 w 176"/>
                <a:gd name="T19" fmla="*/ 2147483647 h 192"/>
                <a:gd name="T20" fmla="*/ 2147483647 w 176"/>
                <a:gd name="T21" fmla="*/ 0 h 192"/>
                <a:gd name="T22" fmla="*/ 2147483647 w 176"/>
                <a:gd name="T23" fmla="*/ 2147483647 h 192"/>
                <a:gd name="T24" fmla="*/ 2147483647 w 176"/>
                <a:gd name="T25" fmla="*/ 2147483647 h 192"/>
                <a:gd name="T26" fmla="*/ 2147483647 w 176"/>
                <a:gd name="T27" fmla="*/ 2147483647 h 192"/>
                <a:gd name="T28" fmla="*/ 2147483647 w 176"/>
                <a:gd name="T29" fmla="*/ 2147483647 h 192"/>
                <a:gd name="T30" fmla="*/ 2147483647 w 176"/>
                <a:gd name="T31" fmla="*/ 2147483647 h 192"/>
                <a:gd name="T32" fmla="*/ 2147483647 w 176"/>
                <a:gd name="T33" fmla="*/ 2147483647 h 192"/>
                <a:gd name="T34" fmla="*/ 2147483647 w 176"/>
                <a:gd name="T35" fmla="*/ 2147483647 h 192"/>
                <a:gd name="T36" fmla="*/ 2147483647 w 176"/>
                <a:gd name="T37" fmla="*/ 2147483647 h 192"/>
                <a:gd name="T38" fmla="*/ 2147483647 w 176"/>
                <a:gd name="T39" fmla="*/ 2147483647 h 192"/>
                <a:gd name="T40" fmla="*/ 2147483647 w 176"/>
                <a:gd name="T41" fmla="*/ 2147483647 h 192"/>
                <a:gd name="T42" fmla="*/ 2147483647 w 176"/>
                <a:gd name="T43" fmla="*/ 2147483647 h 192"/>
                <a:gd name="T44" fmla="*/ 2147483647 w 176"/>
                <a:gd name="T45" fmla="*/ 2147483647 h 192"/>
                <a:gd name="T46" fmla="*/ 2147483647 w 176"/>
                <a:gd name="T47" fmla="*/ 2147483647 h 192"/>
                <a:gd name="T48" fmla="*/ 2147483647 w 176"/>
                <a:gd name="T49" fmla="*/ 2147483647 h 192"/>
                <a:gd name="T50" fmla="*/ 2147483647 w 176"/>
                <a:gd name="T51" fmla="*/ 2147483647 h 192"/>
                <a:gd name="T52" fmla="*/ 2147483647 w 176"/>
                <a:gd name="T53" fmla="*/ 2147483647 h 192"/>
                <a:gd name="T54" fmla="*/ 2147483647 w 176"/>
                <a:gd name="T55" fmla="*/ 2147483647 h 192"/>
                <a:gd name="T56" fmla="*/ 2147483647 w 176"/>
                <a:gd name="T57" fmla="*/ 2147483647 h 192"/>
                <a:gd name="T58" fmla="*/ 2147483647 w 176"/>
                <a:gd name="T59" fmla="*/ 2147483647 h 192"/>
                <a:gd name="T60" fmla="*/ 2147483647 w 176"/>
                <a:gd name="T61" fmla="*/ 2147483647 h 192"/>
                <a:gd name="T62" fmla="*/ 2147483647 w 176"/>
                <a:gd name="T63" fmla="*/ 2147483647 h 192"/>
                <a:gd name="T64" fmla="*/ 2147483647 w 176"/>
                <a:gd name="T65" fmla="*/ 2147483647 h 192"/>
                <a:gd name="T66" fmla="*/ 0 w 176"/>
                <a:gd name="T67" fmla="*/ 2147483647 h 192"/>
                <a:gd name="T68" fmla="*/ 0 w 176"/>
                <a:gd name="T69" fmla="*/ 2147483647 h 1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6"/>
                <a:gd name="T106" fmla="*/ 0 h 192"/>
                <a:gd name="T107" fmla="*/ 176 w 176"/>
                <a:gd name="T108" fmla="*/ 192 h 1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6" h="192">
                  <a:moveTo>
                    <a:pt x="0" y="160"/>
                  </a:moveTo>
                  <a:lnTo>
                    <a:pt x="24" y="152"/>
                  </a:lnTo>
                  <a:lnTo>
                    <a:pt x="40" y="152"/>
                  </a:lnTo>
                  <a:lnTo>
                    <a:pt x="72" y="128"/>
                  </a:lnTo>
                  <a:lnTo>
                    <a:pt x="88" y="120"/>
                  </a:lnTo>
                  <a:lnTo>
                    <a:pt x="96" y="104"/>
                  </a:lnTo>
                  <a:lnTo>
                    <a:pt x="104" y="72"/>
                  </a:lnTo>
                  <a:lnTo>
                    <a:pt x="104" y="48"/>
                  </a:lnTo>
                  <a:lnTo>
                    <a:pt x="112" y="32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36" y="8"/>
                  </a:lnTo>
                  <a:lnTo>
                    <a:pt x="160" y="16"/>
                  </a:lnTo>
                  <a:lnTo>
                    <a:pt x="176" y="16"/>
                  </a:lnTo>
                  <a:lnTo>
                    <a:pt x="160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0" y="40"/>
                  </a:lnTo>
                  <a:lnTo>
                    <a:pt x="104" y="64"/>
                  </a:lnTo>
                  <a:lnTo>
                    <a:pt x="120" y="88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104" y="152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80" y="160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0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8" y="192"/>
                  </a:lnTo>
                  <a:lnTo>
                    <a:pt x="0" y="168"/>
                  </a:lnTo>
                  <a:lnTo>
                    <a:pt x="0" y="16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574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575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576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577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578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579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80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581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582"/>
            <p:cNvSpPr/>
            <p:nvPr/>
          </p:nvSpPr>
          <p:spPr bwMode="auto">
            <a:xfrm>
              <a:off x="6931370" y="4324023"/>
              <a:ext cx="53735" cy="74570"/>
            </a:xfrm>
            <a:custGeom>
              <a:avLst/>
              <a:gdLst>
                <a:gd name="T0" fmla="*/ 0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2147483647 w 40"/>
                <a:gd name="T13" fmla="*/ 0 h 56"/>
                <a:gd name="T14" fmla="*/ 2147483647 w 40"/>
                <a:gd name="T15" fmla="*/ 2147483647 h 56"/>
                <a:gd name="T16" fmla="*/ 0 w 40"/>
                <a:gd name="T17" fmla="*/ 214748364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56"/>
                <a:gd name="T29" fmla="*/ 40 w 40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56">
                  <a:moveTo>
                    <a:pt x="0" y="8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583"/>
            <p:cNvSpPr/>
            <p:nvPr/>
          </p:nvSpPr>
          <p:spPr bwMode="auto">
            <a:xfrm>
              <a:off x="6104521" y="3486208"/>
              <a:ext cx="172169" cy="183135"/>
            </a:xfrm>
            <a:custGeom>
              <a:avLst/>
              <a:gdLst>
                <a:gd name="T0" fmla="*/ 0 w 128"/>
                <a:gd name="T1" fmla="*/ 0 h 136"/>
                <a:gd name="T2" fmla="*/ 2147483647 w 128"/>
                <a:gd name="T3" fmla="*/ 0 h 136"/>
                <a:gd name="T4" fmla="*/ 2147483647 w 128"/>
                <a:gd name="T5" fmla="*/ 2147483647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2147483647 h 136"/>
                <a:gd name="T14" fmla="*/ 2147483647 w 128"/>
                <a:gd name="T15" fmla="*/ 2147483647 h 136"/>
                <a:gd name="T16" fmla="*/ 2147483647 w 128"/>
                <a:gd name="T17" fmla="*/ 2147483647 h 136"/>
                <a:gd name="T18" fmla="*/ 2147483647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0 w 128"/>
                <a:gd name="T33" fmla="*/ 0 h 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8"/>
                <a:gd name="T52" fmla="*/ 0 h 136"/>
                <a:gd name="T53" fmla="*/ 128 w 128"/>
                <a:gd name="T54" fmla="*/ 136 h 1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8" h="136">
                  <a:moveTo>
                    <a:pt x="0" y="0"/>
                  </a:moveTo>
                  <a:lnTo>
                    <a:pt x="16" y="0"/>
                  </a:lnTo>
                  <a:lnTo>
                    <a:pt x="32" y="24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96" y="72"/>
                  </a:lnTo>
                  <a:lnTo>
                    <a:pt x="104" y="80"/>
                  </a:lnTo>
                  <a:lnTo>
                    <a:pt x="120" y="104"/>
                  </a:lnTo>
                  <a:lnTo>
                    <a:pt x="128" y="128"/>
                  </a:lnTo>
                  <a:lnTo>
                    <a:pt x="112" y="136"/>
                  </a:lnTo>
                  <a:lnTo>
                    <a:pt x="88" y="120"/>
                  </a:lnTo>
                  <a:lnTo>
                    <a:pt x="64" y="104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584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585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586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587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588"/>
            <p:cNvSpPr/>
            <p:nvPr/>
          </p:nvSpPr>
          <p:spPr bwMode="auto">
            <a:xfrm>
              <a:off x="6501497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589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590"/>
            <p:cNvSpPr/>
            <p:nvPr/>
          </p:nvSpPr>
          <p:spPr bwMode="auto">
            <a:xfrm>
              <a:off x="6505883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591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92"/>
            <p:cNvSpPr/>
            <p:nvPr/>
          </p:nvSpPr>
          <p:spPr bwMode="auto">
            <a:xfrm>
              <a:off x="6490530" y="3550909"/>
              <a:ext cx="97599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0 w 72"/>
                <a:gd name="T5" fmla="*/ 2147483647 h 88"/>
                <a:gd name="T6" fmla="*/ 0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2147483647 h 88"/>
                <a:gd name="T14" fmla="*/ 2147483647 w 72"/>
                <a:gd name="T15" fmla="*/ 0 h 88"/>
                <a:gd name="T16" fmla="*/ 2147483647 w 72"/>
                <a:gd name="T17" fmla="*/ 2147483647 h 88"/>
                <a:gd name="T18" fmla="*/ 2147483647 w 72"/>
                <a:gd name="T19" fmla="*/ 2147483647 h 88"/>
                <a:gd name="T20" fmla="*/ 2147483647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2147483647 w 72"/>
                <a:gd name="T35" fmla="*/ 2147483647 h 88"/>
                <a:gd name="T36" fmla="*/ 2147483647 w 72"/>
                <a:gd name="T37" fmla="*/ 2147483647 h 88"/>
                <a:gd name="T38" fmla="*/ 2147483647 w 72"/>
                <a:gd name="T39" fmla="*/ 2147483647 h 88"/>
                <a:gd name="T40" fmla="*/ 2147483647 w 72"/>
                <a:gd name="T41" fmla="*/ 2147483647 h 88"/>
                <a:gd name="T42" fmla="*/ 2147483647 w 72"/>
                <a:gd name="T43" fmla="*/ 2147483647 h 88"/>
                <a:gd name="T44" fmla="*/ 2147483647 w 72"/>
                <a:gd name="T45" fmla="*/ 2147483647 h 88"/>
                <a:gd name="T46" fmla="*/ 2147483647 w 72"/>
                <a:gd name="T47" fmla="*/ 2147483647 h 8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2"/>
                <a:gd name="T73" fmla="*/ 0 h 88"/>
                <a:gd name="T74" fmla="*/ 72 w 72"/>
                <a:gd name="T75" fmla="*/ 88 h 8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2" h="88">
                  <a:moveTo>
                    <a:pt x="8" y="88"/>
                  </a:moveTo>
                  <a:lnTo>
                    <a:pt x="8" y="72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56" y="8"/>
                  </a:lnTo>
                  <a:lnTo>
                    <a:pt x="32" y="16"/>
                  </a:lnTo>
                  <a:lnTo>
                    <a:pt x="24" y="32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48" y="88"/>
                  </a:lnTo>
                  <a:lnTo>
                    <a:pt x="32" y="72"/>
                  </a:lnTo>
                  <a:lnTo>
                    <a:pt x="24" y="56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93"/>
            <p:cNvSpPr/>
            <p:nvPr/>
          </p:nvSpPr>
          <p:spPr bwMode="auto">
            <a:xfrm>
              <a:off x="6265724" y="3690179"/>
              <a:ext cx="182038" cy="42768"/>
            </a:xfrm>
            <a:custGeom>
              <a:avLst/>
              <a:gdLst>
                <a:gd name="T0" fmla="*/ 0 w 136"/>
                <a:gd name="T1" fmla="*/ 0 h 32"/>
                <a:gd name="T2" fmla="*/ 2147483647 w 136"/>
                <a:gd name="T3" fmla="*/ 0 h 32"/>
                <a:gd name="T4" fmla="*/ 2147483647 w 136"/>
                <a:gd name="T5" fmla="*/ 0 h 32"/>
                <a:gd name="T6" fmla="*/ 2147483647 w 136"/>
                <a:gd name="T7" fmla="*/ 0 h 32"/>
                <a:gd name="T8" fmla="*/ 2147483647 w 136"/>
                <a:gd name="T9" fmla="*/ 2147483647 h 32"/>
                <a:gd name="T10" fmla="*/ 2147483647 w 136"/>
                <a:gd name="T11" fmla="*/ 2147483647 h 32"/>
                <a:gd name="T12" fmla="*/ 2147483647 w 136"/>
                <a:gd name="T13" fmla="*/ 2147483647 h 32"/>
                <a:gd name="T14" fmla="*/ 2147483647 w 136"/>
                <a:gd name="T15" fmla="*/ 2147483647 h 32"/>
                <a:gd name="T16" fmla="*/ 2147483647 w 136"/>
                <a:gd name="T17" fmla="*/ 2147483647 h 32"/>
                <a:gd name="T18" fmla="*/ 2147483647 w 136"/>
                <a:gd name="T19" fmla="*/ 2147483647 h 32"/>
                <a:gd name="T20" fmla="*/ 0 w 136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32"/>
                <a:gd name="T35" fmla="*/ 136 w 136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32">
                  <a:moveTo>
                    <a:pt x="0" y="0"/>
                  </a:moveTo>
                  <a:lnTo>
                    <a:pt x="40" y="0"/>
                  </a:lnTo>
                  <a:lnTo>
                    <a:pt x="64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36" y="32"/>
                  </a:lnTo>
                  <a:lnTo>
                    <a:pt x="104" y="24"/>
                  </a:lnTo>
                  <a:lnTo>
                    <a:pt x="80" y="24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94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595"/>
            <p:cNvSpPr/>
            <p:nvPr/>
          </p:nvSpPr>
          <p:spPr bwMode="auto">
            <a:xfrm>
              <a:off x="3012063" y="3174769"/>
              <a:ext cx="193004" cy="53735"/>
            </a:xfrm>
            <a:custGeom>
              <a:avLst/>
              <a:gdLst>
                <a:gd name="T0" fmla="*/ 2147483647 w 144"/>
                <a:gd name="T1" fmla="*/ 2147483647 h 40"/>
                <a:gd name="T2" fmla="*/ 2147483647 w 144"/>
                <a:gd name="T3" fmla="*/ 0 h 40"/>
                <a:gd name="T4" fmla="*/ 2147483647 w 144"/>
                <a:gd name="T5" fmla="*/ 0 h 40"/>
                <a:gd name="T6" fmla="*/ 2147483647 w 144"/>
                <a:gd name="T7" fmla="*/ 2147483647 h 40"/>
                <a:gd name="T8" fmla="*/ 2147483647 w 144"/>
                <a:gd name="T9" fmla="*/ 2147483647 h 40"/>
                <a:gd name="T10" fmla="*/ 2147483647 w 144"/>
                <a:gd name="T11" fmla="*/ 2147483647 h 40"/>
                <a:gd name="T12" fmla="*/ 2147483647 w 144"/>
                <a:gd name="T13" fmla="*/ 2147483647 h 40"/>
                <a:gd name="T14" fmla="*/ 2147483647 w 144"/>
                <a:gd name="T15" fmla="*/ 2147483647 h 40"/>
                <a:gd name="T16" fmla="*/ 2147483647 w 144"/>
                <a:gd name="T17" fmla="*/ 2147483647 h 40"/>
                <a:gd name="T18" fmla="*/ 2147483647 w 144"/>
                <a:gd name="T19" fmla="*/ 2147483647 h 40"/>
                <a:gd name="T20" fmla="*/ 2147483647 w 144"/>
                <a:gd name="T21" fmla="*/ 2147483647 h 40"/>
                <a:gd name="T22" fmla="*/ 2147483647 w 144"/>
                <a:gd name="T23" fmla="*/ 2147483647 h 40"/>
                <a:gd name="T24" fmla="*/ 2147483647 w 144"/>
                <a:gd name="T25" fmla="*/ 2147483647 h 40"/>
                <a:gd name="T26" fmla="*/ 2147483647 w 144"/>
                <a:gd name="T27" fmla="*/ 2147483647 h 40"/>
                <a:gd name="T28" fmla="*/ 0 w 144"/>
                <a:gd name="T29" fmla="*/ 2147483647 h 40"/>
                <a:gd name="T30" fmla="*/ 2147483647 w 144"/>
                <a:gd name="T31" fmla="*/ 2147483647 h 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4"/>
                <a:gd name="T49" fmla="*/ 0 h 40"/>
                <a:gd name="T50" fmla="*/ 144 w 144"/>
                <a:gd name="T51" fmla="*/ 40 h 4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4" h="40">
                  <a:moveTo>
                    <a:pt x="8" y="8"/>
                  </a:moveTo>
                  <a:lnTo>
                    <a:pt x="32" y="0"/>
                  </a:lnTo>
                  <a:lnTo>
                    <a:pt x="80" y="0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36" y="32"/>
                  </a:lnTo>
                  <a:lnTo>
                    <a:pt x="144" y="40"/>
                  </a:lnTo>
                  <a:lnTo>
                    <a:pt x="136" y="40"/>
                  </a:lnTo>
                  <a:lnTo>
                    <a:pt x="104" y="40"/>
                  </a:lnTo>
                  <a:lnTo>
                    <a:pt x="96" y="32"/>
                  </a:lnTo>
                  <a:lnTo>
                    <a:pt x="88" y="24"/>
                  </a:lnTo>
                  <a:lnTo>
                    <a:pt x="64" y="16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0" y="16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596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97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598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599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600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601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02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603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604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605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606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Rectangle 607"/>
            <p:cNvSpPr>
              <a:spLocks noChangeArrowheads="1"/>
            </p:cNvSpPr>
            <p:nvPr/>
          </p:nvSpPr>
          <p:spPr bwMode="auto">
            <a:xfrm>
              <a:off x="5062736" y="3057432"/>
              <a:ext cx="0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7" name="Freeform 608"/>
            <p:cNvSpPr/>
            <p:nvPr/>
          </p:nvSpPr>
          <p:spPr bwMode="auto">
            <a:xfrm>
              <a:off x="4912500" y="2799726"/>
              <a:ext cx="311439" cy="117338"/>
            </a:xfrm>
            <a:custGeom>
              <a:avLst/>
              <a:gdLst>
                <a:gd name="T0" fmla="*/ 2147483647 w 232"/>
                <a:gd name="T1" fmla="*/ 2147483647 h 88"/>
                <a:gd name="T2" fmla="*/ 2147483647 w 232"/>
                <a:gd name="T3" fmla="*/ 2147483647 h 88"/>
                <a:gd name="T4" fmla="*/ 2147483647 w 232"/>
                <a:gd name="T5" fmla="*/ 2147483647 h 88"/>
                <a:gd name="T6" fmla="*/ 2147483647 w 232"/>
                <a:gd name="T7" fmla="*/ 2147483647 h 88"/>
                <a:gd name="T8" fmla="*/ 2147483647 w 232"/>
                <a:gd name="T9" fmla="*/ 2147483647 h 88"/>
                <a:gd name="T10" fmla="*/ 2147483647 w 232"/>
                <a:gd name="T11" fmla="*/ 2147483647 h 88"/>
                <a:gd name="T12" fmla="*/ 2147483647 w 232"/>
                <a:gd name="T13" fmla="*/ 2147483647 h 88"/>
                <a:gd name="T14" fmla="*/ 2147483647 w 232"/>
                <a:gd name="T15" fmla="*/ 2147483647 h 88"/>
                <a:gd name="T16" fmla="*/ 2147483647 w 232"/>
                <a:gd name="T17" fmla="*/ 2147483647 h 88"/>
                <a:gd name="T18" fmla="*/ 2147483647 w 232"/>
                <a:gd name="T19" fmla="*/ 0 h 88"/>
                <a:gd name="T20" fmla="*/ 2147483647 w 232"/>
                <a:gd name="T21" fmla="*/ 0 h 88"/>
                <a:gd name="T22" fmla="*/ 2147483647 w 232"/>
                <a:gd name="T23" fmla="*/ 0 h 88"/>
                <a:gd name="T24" fmla="*/ 2147483647 w 232"/>
                <a:gd name="T25" fmla="*/ 2147483647 h 88"/>
                <a:gd name="T26" fmla="*/ 2147483647 w 232"/>
                <a:gd name="T27" fmla="*/ 2147483647 h 88"/>
                <a:gd name="T28" fmla="*/ 2147483647 w 232"/>
                <a:gd name="T29" fmla="*/ 2147483647 h 88"/>
                <a:gd name="T30" fmla="*/ 2147483647 w 232"/>
                <a:gd name="T31" fmla="*/ 0 h 88"/>
                <a:gd name="T32" fmla="*/ 2147483647 w 232"/>
                <a:gd name="T33" fmla="*/ 0 h 88"/>
                <a:gd name="T34" fmla="*/ 2147483647 w 232"/>
                <a:gd name="T35" fmla="*/ 0 h 88"/>
                <a:gd name="T36" fmla="*/ 2147483647 w 232"/>
                <a:gd name="T37" fmla="*/ 0 h 88"/>
                <a:gd name="T38" fmla="*/ 2147483647 w 232"/>
                <a:gd name="T39" fmla="*/ 0 h 88"/>
                <a:gd name="T40" fmla="*/ 2147483647 w 232"/>
                <a:gd name="T41" fmla="*/ 2147483647 h 88"/>
                <a:gd name="T42" fmla="*/ 2147483647 w 232"/>
                <a:gd name="T43" fmla="*/ 2147483647 h 88"/>
                <a:gd name="T44" fmla="*/ 2147483647 w 232"/>
                <a:gd name="T45" fmla="*/ 2147483647 h 88"/>
                <a:gd name="T46" fmla="*/ 2147483647 w 232"/>
                <a:gd name="T47" fmla="*/ 2147483647 h 88"/>
                <a:gd name="T48" fmla="*/ 2147483647 w 232"/>
                <a:gd name="T49" fmla="*/ 2147483647 h 88"/>
                <a:gd name="T50" fmla="*/ 0 w 232"/>
                <a:gd name="T51" fmla="*/ 2147483647 h 88"/>
                <a:gd name="T52" fmla="*/ 2147483647 w 232"/>
                <a:gd name="T53" fmla="*/ 2147483647 h 88"/>
                <a:gd name="T54" fmla="*/ 2147483647 w 232"/>
                <a:gd name="T55" fmla="*/ 2147483647 h 88"/>
                <a:gd name="T56" fmla="*/ 2147483647 w 232"/>
                <a:gd name="T57" fmla="*/ 2147483647 h 88"/>
                <a:gd name="T58" fmla="*/ 2147483647 w 232"/>
                <a:gd name="T59" fmla="*/ 2147483647 h 88"/>
                <a:gd name="T60" fmla="*/ 2147483647 w 232"/>
                <a:gd name="T61" fmla="*/ 2147483647 h 88"/>
                <a:gd name="T62" fmla="*/ 2147483647 w 232"/>
                <a:gd name="T63" fmla="*/ 2147483647 h 88"/>
                <a:gd name="T64" fmla="*/ 2147483647 w 232"/>
                <a:gd name="T65" fmla="*/ 2147483647 h 88"/>
                <a:gd name="T66" fmla="*/ 2147483647 w 232"/>
                <a:gd name="T67" fmla="*/ 2147483647 h 88"/>
                <a:gd name="T68" fmla="*/ 2147483647 w 232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88"/>
                <a:gd name="T107" fmla="*/ 232 w 232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88">
                  <a:moveTo>
                    <a:pt x="136" y="80"/>
                  </a:moveTo>
                  <a:lnTo>
                    <a:pt x="144" y="80"/>
                  </a:lnTo>
                  <a:lnTo>
                    <a:pt x="184" y="80"/>
                  </a:lnTo>
                  <a:lnTo>
                    <a:pt x="208" y="72"/>
                  </a:lnTo>
                  <a:lnTo>
                    <a:pt x="224" y="72"/>
                  </a:lnTo>
                  <a:lnTo>
                    <a:pt x="232" y="72"/>
                  </a:lnTo>
                  <a:lnTo>
                    <a:pt x="232" y="64"/>
                  </a:lnTo>
                  <a:lnTo>
                    <a:pt x="232" y="32"/>
                  </a:lnTo>
                  <a:lnTo>
                    <a:pt x="216" y="8"/>
                  </a:lnTo>
                  <a:lnTo>
                    <a:pt x="208" y="0"/>
                  </a:lnTo>
                  <a:lnTo>
                    <a:pt x="200" y="0"/>
                  </a:lnTo>
                  <a:lnTo>
                    <a:pt x="192" y="0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24" y="80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120" y="88"/>
                  </a:lnTo>
                  <a:lnTo>
                    <a:pt x="13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609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0 w 88"/>
                <a:gd name="T25" fmla="*/ 2147483647 h 80"/>
                <a:gd name="T26" fmla="*/ 2147483647 w 88"/>
                <a:gd name="T27" fmla="*/ 2147483647 h 80"/>
                <a:gd name="T28" fmla="*/ 2147483647 w 88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80"/>
                <a:gd name="T47" fmla="*/ 88 w 88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610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56"/>
                <a:gd name="T50" fmla="*/ 64 w 64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611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2147483647 w 88"/>
                <a:gd name="T25" fmla="*/ 2147483647 h 80"/>
                <a:gd name="T26" fmla="*/ 0 w 88"/>
                <a:gd name="T27" fmla="*/ 2147483647 h 80"/>
                <a:gd name="T28" fmla="*/ 2147483647 w 88"/>
                <a:gd name="T29" fmla="*/ 2147483647 h 80"/>
                <a:gd name="T30" fmla="*/ 2147483647 w 88"/>
                <a:gd name="T31" fmla="*/ 2147483647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8"/>
                <a:gd name="T49" fmla="*/ 0 h 80"/>
                <a:gd name="T50" fmla="*/ 88 w 88"/>
                <a:gd name="T51" fmla="*/ 80 h 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612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2147483647 w 64"/>
                <a:gd name="T33" fmla="*/ 2147483647 h 56"/>
                <a:gd name="T34" fmla="*/ 2147483647 w 64"/>
                <a:gd name="T35" fmla="*/ 2147483647 h 56"/>
                <a:gd name="T36" fmla="*/ 2147483647 w 64"/>
                <a:gd name="T37" fmla="*/ 2147483647 h 56"/>
                <a:gd name="T38" fmla="*/ 2147483647 w 64"/>
                <a:gd name="T39" fmla="*/ 2147483647 h 56"/>
                <a:gd name="T40" fmla="*/ 2147483647 w 64"/>
                <a:gd name="T41" fmla="*/ 0 h 56"/>
                <a:gd name="T42" fmla="*/ 2147483647 w 64"/>
                <a:gd name="T43" fmla="*/ 0 h 56"/>
                <a:gd name="T44" fmla="*/ 2147483647 w 64"/>
                <a:gd name="T45" fmla="*/ 2147483647 h 56"/>
                <a:gd name="T46" fmla="*/ 2147483647 w 64"/>
                <a:gd name="T47" fmla="*/ 2147483647 h 56"/>
                <a:gd name="T48" fmla="*/ 2147483647 w 64"/>
                <a:gd name="T49" fmla="*/ 2147483647 h 56"/>
                <a:gd name="T50" fmla="*/ 2147483647 w 64"/>
                <a:gd name="T51" fmla="*/ 2147483647 h 56"/>
                <a:gd name="T52" fmla="*/ 0 w 64"/>
                <a:gd name="T53" fmla="*/ 2147483647 h 56"/>
                <a:gd name="T54" fmla="*/ 2147483647 w 64"/>
                <a:gd name="T55" fmla="*/ 2147483647 h 56"/>
                <a:gd name="T56" fmla="*/ 2147483647 w 64"/>
                <a:gd name="T57" fmla="*/ 2147483647 h 56"/>
                <a:gd name="T58" fmla="*/ 2147483647 w 64"/>
                <a:gd name="T59" fmla="*/ 2147483647 h 56"/>
                <a:gd name="T60" fmla="*/ 2147483647 w 64"/>
                <a:gd name="T61" fmla="*/ 2147483647 h 56"/>
                <a:gd name="T62" fmla="*/ 2147483647 w 64"/>
                <a:gd name="T63" fmla="*/ 2147483647 h 56"/>
                <a:gd name="T64" fmla="*/ 2147483647 w 64"/>
                <a:gd name="T65" fmla="*/ 2147483647 h 56"/>
                <a:gd name="T66" fmla="*/ 2147483647 w 64"/>
                <a:gd name="T67" fmla="*/ 2147483647 h 56"/>
                <a:gd name="T68" fmla="*/ 2147483647 w 64"/>
                <a:gd name="T69" fmla="*/ 2147483647 h 56"/>
                <a:gd name="T70" fmla="*/ 2147483647 w 64"/>
                <a:gd name="T71" fmla="*/ 2147483647 h 56"/>
                <a:gd name="T72" fmla="*/ 2147483647 w 64"/>
                <a:gd name="T73" fmla="*/ 2147483647 h 56"/>
                <a:gd name="T74" fmla="*/ 2147483647 w 64"/>
                <a:gd name="T75" fmla="*/ 2147483647 h 56"/>
                <a:gd name="T76" fmla="*/ 2147483647 w 64"/>
                <a:gd name="T77" fmla="*/ 2147483647 h 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4"/>
                <a:gd name="T118" fmla="*/ 0 h 56"/>
                <a:gd name="T119" fmla="*/ 64 w 64"/>
                <a:gd name="T120" fmla="*/ 56 h 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613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614"/>
            <p:cNvSpPr/>
            <p:nvPr/>
          </p:nvSpPr>
          <p:spPr bwMode="auto">
            <a:xfrm>
              <a:off x="5353340" y="3153934"/>
              <a:ext cx="128304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0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2147483647 h 112"/>
                <a:gd name="T16" fmla="*/ 2147483647 w 96"/>
                <a:gd name="T17" fmla="*/ 2147483647 h 112"/>
                <a:gd name="T18" fmla="*/ 2147483647 w 96"/>
                <a:gd name="T19" fmla="*/ 2147483647 h 112"/>
                <a:gd name="T20" fmla="*/ 2147483647 w 96"/>
                <a:gd name="T21" fmla="*/ 0 h 112"/>
                <a:gd name="T22" fmla="*/ 2147483647 w 96"/>
                <a:gd name="T23" fmla="*/ 0 h 112"/>
                <a:gd name="T24" fmla="*/ 2147483647 w 96"/>
                <a:gd name="T25" fmla="*/ 0 h 112"/>
                <a:gd name="T26" fmla="*/ 2147483647 w 96"/>
                <a:gd name="T27" fmla="*/ 2147483647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6"/>
                <a:gd name="T43" fmla="*/ 0 h 112"/>
                <a:gd name="T44" fmla="*/ 96 w 96"/>
                <a:gd name="T45" fmla="*/ 112 h 1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6" h="112">
                  <a:moveTo>
                    <a:pt x="40" y="24"/>
                  </a:moveTo>
                  <a:lnTo>
                    <a:pt x="40" y="48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112"/>
                  </a:lnTo>
                  <a:lnTo>
                    <a:pt x="48" y="88"/>
                  </a:lnTo>
                  <a:lnTo>
                    <a:pt x="72" y="56"/>
                  </a:lnTo>
                  <a:lnTo>
                    <a:pt x="80" y="40"/>
                  </a:lnTo>
                  <a:lnTo>
                    <a:pt x="96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615"/>
            <p:cNvSpPr/>
            <p:nvPr/>
          </p:nvSpPr>
          <p:spPr bwMode="auto">
            <a:xfrm>
              <a:off x="5192137" y="3250436"/>
              <a:ext cx="182038" cy="107468"/>
            </a:xfrm>
            <a:custGeom>
              <a:avLst/>
              <a:gdLst>
                <a:gd name="T0" fmla="*/ 2147483647 w 136"/>
                <a:gd name="T1" fmla="*/ 0 h 80"/>
                <a:gd name="T2" fmla="*/ 2147483647 w 136"/>
                <a:gd name="T3" fmla="*/ 2147483647 h 80"/>
                <a:gd name="T4" fmla="*/ 2147483647 w 136"/>
                <a:gd name="T5" fmla="*/ 2147483647 h 80"/>
                <a:gd name="T6" fmla="*/ 2147483647 w 136"/>
                <a:gd name="T7" fmla="*/ 2147483647 h 80"/>
                <a:gd name="T8" fmla="*/ 0 w 136"/>
                <a:gd name="T9" fmla="*/ 2147483647 h 80"/>
                <a:gd name="T10" fmla="*/ 2147483647 w 136"/>
                <a:gd name="T11" fmla="*/ 2147483647 h 80"/>
                <a:gd name="T12" fmla="*/ 2147483647 w 136"/>
                <a:gd name="T13" fmla="*/ 2147483647 h 80"/>
                <a:gd name="T14" fmla="*/ 2147483647 w 136"/>
                <a:gd name="T15" fmla="*/ 2147483647 h 80"/>
                <a:gd name="T16" fmla="*/ 2147483647 w 136"/>
                <a:gd name="T17" fmla="*/ 2147483647 h 80"/>
                <a:gd name="T18" fmla="*/ 2147483647 w 136"/>
                <a:gd name="T19" fmla="*/ 2147483647 h 80"/>
                <a:gd name="T20" fmla="*/ 2147483647 w 136"/>
                <a:gd name="T21" fmla="*/ 2147483647 h 80"/>
                <a:gd name="T22" fmla="*/ 2147483647 w 136"/>
                <a:gd name="T23" fmla="*/ 2147483647 h 80"/>
                <a:gd name="T24" fmla="*/ 2147483647 w 136"/>
                <a:gd name="T25" fmla="*/ 2147483647 h 80"/>
                <a:gd name="T26" fmla="*/ 2147483647 w 13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80"/>
                <a:gd name="T44" fmla="*/ 136 w 136"/>
                <a:gd name="T45" fmla="*/ 80 h 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80">
                  <a:moveTo>
                    <a:pt x="120" y="0"/>
                  </a:moveTo>
                  <a:lnTo>
                    <a:pt x="72" y="16"/>
                  </a:lnTo>
                  <a:lnTo>
                    <a:pt x="56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80"/>
                  </a:lnTo>
                  <a:lnTo>
                    <a:pt x="48" y="72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104" y="48"/>
                  </a:lnTo>
                  <a:lnTo>
                    <a:pt x="136" y="40"/>
                  </a:lnTo>
                  <a:lnTo>
                    <a:pt x="128" y="8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616"/>
            <p:cNvSpPr/>
            <p:nvPr/>
          </p:nvSpPr>
          <p:spPr bwMode="auto">
            <a:xfrm>
              <a:off x="5062736" y="3003697"/>
              <a:ext cx="344338" cy="289507"/>
            </a:xfrm>
            <a:custGeom>
              <a:avLst/>
              <a:gdLst>
                <a:gd name="T0" fmla="*/ 2147483647 w 256"/>
                <a:gd name="T1" fmla="*/ 2147483647 h 216"/>
                <a:gd name="T2" fmla="*/ 2147483647 w 256"/>
                <a:gd name="T3" fmla="*/ 2147483647 h 216"/>
                <a:gd name="T4" fmla="*/ 2147483647 w 256"/>
                <a:gd name="T5" fmla="*/ 2147483647 h 216"/>
                <a:gd name="T6" fmla="*/ 2147483647 w 256"/>
                <a:gd name="T7" fmla="*/ 2147483647 h 216"/>
                <a:gd name="T8" fmla="*/ 2147483647 w 256"/>
                <a:gd name="T9" fmla="*/ 2147483647 h 216"/>
                <a:gd name="T10" fmla="*/ 2147483647 w 256"/>
                <a:gd name="T11" fmla="*/ 2147483647 h 216"/>
                <a:gd name="T12" fmla="*/ 2147483647 w 256"/>
                <a:gd name="T13" fmla="*/ 2147483647 h 216"/>
                <a:gd name="T14" fmla="*/ 2147483647 w 256"/>
                <a:gd name="T15" fmla="*/ 2147483647 h 216"/>
                <a:gd name="T16" fmla="*/ 2147483647 w 256"/>
                <a:gd name="T17" fmla="*/ 2147483647 h 216"/>
                <a:gd name="T18" fmla="*/ 2147483647 w 256"/>
                <a:gd name="T19" fmla="*/ 2147483647 h 216"/>
                <a:gd name="T20" fmla="*/ 2147483647 w 256"/>
                <a:gd name="T21" fmla="*/ 2147483647 h 216"/>
                <a:gd name="T22" fmla="*/ 2147483647 w 256"/>
                <a:gd name="T23" fmla="*/ 2147483647 h 216"/>
                <a:gd name="T24" fmla="*/ 2147483647 w 256"/>
                <a:gd name="T25" fmla="*/ 0 h 216"/>
                <a:gd name="T26" fmla="*/ 2147483647 w 256"/>
                <a:gd name="T27" fmla="*/ 0 h 216"/>
                <a:gd name="T28" fmla="*/ 2147483647 w 256"/>
                <a:gd name="T29" fmla="*/ 0 h 216"/>
                <a:gd name="T30" fmla="*/ 2147483647 w 256"/>
                <a:gd name="T31" fmla="*/ 2147483647 h 216"/>
                <a:gd name="T32" fmla="*/ 2147483647 w 256"/>
                <a:gd name="T33" fmla="*/ 2147483647 h 216"/>
                <a:gd name="T34" fmla="*/ 2147483647 w 256"/>
                <a:gd name="T35" fmla="*/ 2147483647 h 216"/>
                <a:gd name="T36" fmla="*/ 2147483647 w 256"/>
                <a:gd name="T37" fmla="*/ 2147483647 h 216"/>
                <a:gd name="T38" fmla="*/ 2147483647 w 256"/>
                <a:gd name="T39" fmla="*/ 2147483647 h 216"/>
                <a:gd name="T40" fmla="*/ 0 w 256"/>
                <a:gd name="T41" fmla="*/ 2147483647 h 216"/>
                <a:gd name="T42" fmla="*/ 2147483647 w 256"/>
                <a:gd name="T43" fmla="*/ 2147483647 h 216"/>
                <a:gd name="T44" fmla="*/ 2147483647 w 256"/>
                <a:gd name="T45" fmla="*/ 2147483647 h 216"/>
                <a:gd name="T46" fmla="*/ 2147483647 w 256"/>
                <a:gd name="T47" fmla="*/ 2147483647 h 216"/>
                <a:gd name="T48" fmla="*/ 2147483647 w 256"/>
                <a:gd name="T49" fmla="*/ 2147483647 h 216"/>
                <a:gd name="T50" fmla="*/ 2147483647 w 256"/>
                <a:gd name="T51" fmla="*/ 2147483647 h 216"/>
                <a:gd name="T52" fmla="*/ 2147483647 w 256"/>
                <a:gd name="T53" fmla="*/ 2147483647 h 216"/>
                <a:gd name="T54" fmla="*/ 2147483647 w 256"/>
                <a:gd name="T55" fmla="*/ 2147483647 h 216"/>
                <a:gd name="T56" fmla="*/ 2147483647 w 256"/>
                <a:gd name="T57" fmla="*/ 2147483647 h 216"/>
                <a:gd name="T58" fmla="*/ 2147483647 w 256"/>
                <a:gd name="T59" fmla="*/ 2147483647 h 216"/>
                <a:gd name="T60" fmla="*/ 2147483647 w 256"/>
                <a:gd name="T61" fmla="*/ 2147483647 h 216"/>
                <a:gd name="T62" fmla="*/ 2147483647 w 256"/>
                <a:gd name="T63" fmla="*/ 2147483647 h 216"/>
                <a:gd name="T64" fmla="*/ 2147483647 w 256"/>
                <a:gd name="T65" fmla="*/ 2147483647 h 2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6"/>
                <a:gd name="T100" fmla="*/ 0 h 216"/>
                <a:gd name="T101" fmla="*/ 256 w 256"/>
                <a:gd name="T102" fmla="*/ 216 h 2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6" h="216">
                  <a:moveTo>
                    <a:pt x="256" y="136"/>
                  </a:moveTo>
                  <a:lnTo>
                    <a:pt x="224" y="128"/>
                  </a:lnTo>
                  <a:lnTo>
                    <a:pt x="208" y="112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192" y="88"/>
                  </a:lnTo>
                  <a:lnTo>
                    <a:pt x="184" y="64"/>
                  </a:lnTo>
                  <a:lnTo>
                    <a:pt x="168" y="48"/>
                  </a:lnTo>
                  <a:lnTo>
                    <a:pt x="160" y="48"/>
                  </a:lnTo>
                  <a:lnTo>
                    <a:pt x="144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40" y="112"/>
                  </a:lnTo>
                  <a:lnTo>
                    <a:pt x="56" y="128"/>
                  </a:lnTo>
                  <a:lnTo>
                    <a:pt x="64" y="152"/>
                  </a:lnTo>
                  <a:lnTo>
                    <a:pt x="72" y="184"/>
                  </a:lnTo>
                  <a:lnTo>
                    <a:pt x="96" y="208"/>
                  </a:lnTo>
                  <a:lnTo>
                    <a:pt x="96" y="216"/>
                  </a:lnTo>
                  <a:lnTo>
                    <a:pt x="112" y="208"/>
                  </a:lnTo>
                  <a:lnTo>
                    <a:pt x="152" y="208"/>
                  </a:lnTo>
                  <a:lnTo>
                    <a:pt x="168" y="200"/>
                  </a:lnTo>
                  <a:lnTo>
                    <a:pt x="216" y="184"/>
                  </a:lnTo>
                  <a:lnTo>
                    <a:pt x="256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617"/>
            <p:cNvSpPr/>
            <p:nvPr/>
          </p:nvSpPr>
          <p:spPr bwMode="auto">
            <a:xfrm>
              <a:off x="5353340" y="3185735"/>
              <a:ext cx="53734" cy="64701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0 h 48"/>
                <a:gd name="T8" fmla="*/ 0 w 4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8"/>
                <a:gd name="T17" fmla="*/ 40 w 4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8">
                  <a:moveTo>
                    <a:pt x="0" y="48"/>
                  </a:moveTo>
                  <a:lnTo>
                    <a:pt x="16" y="40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618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619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620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621"/>
            <p:cNvSpPr/>
            <p:nvPr/>
          </p:nvSpPr>
          <p:spPr bwMode="auto">
            <a:xfrm>
              <a:off x="5223939" y="2842495"/>
              <a:ext cx="322405" cy="300473"/>
            </a:xfrm>
            <a:custGeom>
              <a:avLst/>
              <a:gdLst>
                <a:gd name="T0" fmla="*/ 2147483647 w 240"/>
                <a:gd name="T1" fmla="*/ 2147483647 h 224"/>
                <a:gd name="T2" fmla="*/ 2147483647 w 240"/>
                <a:gd name="T3" fmla="*/ 2147483647 h 224"/>
                <a:gd name="T4" fmla="*/ 2147483647 w 240"/>
                <a:gd name="T5" fmla="*/ 2147483647 h 224"/>
                <a:gd name="T6" fmla="*/ 2147483647 w 240"/>
                <a:gd name="T7" fmla="*/ 2147483647 h 224"/>
                <a:gd name="T8" fmla="*/ 2147483647 w 240"/>
                <a:gd name="T9" fmla="*/ 2147483647 h 224"/>
                <a:gd name="T10" fmla="*/ 2147483647 w 240"/>
                <a:gd name="T11" fmla="*/ 2147483647 h 224"/>
                <a:gd name="T12" fmla="*/ 2147483647 w 240"/>
                <a:gd name="T13" fmla="*/ 2147483647 h 224"/>
                <a:gd name="T14" fmla="*/ 2147483647 w 240"/>
                <a:gd name="T15" fmla="*/ 2147483647 h 224"/>
                <a:gd name="T16" fmla="*/ 2147483647 w 240"/>
                <a:gd name="T17" fmla="*/ 2147483647 h 224"/>
                <a:gd name="T18" fmla="*/ 2147483647 w 240"/>
                <a:gd name="T19" fmla="*/ 2147483647 h 224"/>
                <a:gd name="T20" fmla="*/ 2147483647 w 240"/>
                <a:gd name="T21" fmla="*/ 2147483647 h 224"/>
                <a:gd name="T22" fmla="*/ 2147483647 w 240"/>
                <a:gd name="T23" fmla="*/ 2147483647 h 224"/>
                <a:gd name="T24" fmla="*/ 2147483647 w 240"/>
                <a:gd name="T25" fmla="*/ 2147483647 h 224"/>
                <a:gd name="T26" fmla="*/ 2147483647 w 240"/>
                <a:gd name="T27" fmla="*/ 2147483647 h 224"/>
                <a:gd name="T28" fmla="*/ 2147483647 w 240"/>
                <a:gd name="T29" fmla="*/ 2147483647 h 224"/>
                <a:gd name="T30" fmla="*/ 2147483647 w 240"/>
                <a:gd name="T31" fmla="*/ 2147483647 h 224"/>
                <a:gd name="T32" fmla="*/ 2147483647 w 240"/>
                <a:gd name="T33" fmla="*/ 2147483647 h 224"/>
                <a:gd name="T34" fmla="*/ 2147483647 w 240"/>
                <a:gd name="T35" fmla="*/ 2147483647 h 224"/>
                <a:gd name="T36" fmla="*/ 2147483647 w 240"/>
                <a:gd name="T37" fmla="*/ 2147483647 h 224"/>
                <a:gd name="T38" fmla="*/ 2147483647 w 240"/>
                <a:gd name="T39" fmla="*/ 0 h 224"/>
                <a:gd name="T40" fmla="*/ 2147483647 w 240"/>
                <a:gd name="T41" fmla="*/ 2147483647 h 224"/>
                <a:gd name="T42" fmla="*/ 2147483647 w 240"/>
                <a:gd name="T43" fmla="*/ 2147483647 h 224"/>
                <a:gd name="T44" fmla="*/ 0 w 240"/>
                <a:gd name="T45" fmla="*/ 0 h 224"/>
                <a:gd name="T46" fmla="*/ 0 w 240"/>
                <a:gd name="T47" fmla="*/ 2147483647 h 224"/>
                <a:gd name="T48" fmla="*/ 0 w 240"/>
                <a:gd name="T49" fmla="*/ 2147483647 h 224"/>
                <a:gd name="T50" fmla="*/ 2147483647 w 240"/>
                <a:gd name="T51" fmla="*/ 2147483647 h 224"/>
                <a:gd name="T52" fmla="*/ 2147483647 w 240"/>
                <a:gd name="T53" fmla="*/ 2147483647 h 224"/>
                <a:gd name="T54" fmla="*/ 2147483647 w 240"/>
                <a:gd name="T55" fmla="*/ 2147483647 h 224"/>
                <a:gd name="T56" fmla="*/ 2147483647 w 240"/>
                <a:gd name="T57" fmla="*/ 2147483647 h 224"/>
                <a:gd name="T58" fmla="*/ 2147483647 w 240"/>
                <a:gd name="T59" fmla="*/ 2147483647 h 224"/>
                <a:gd name="T60" fmla="*/ 2147483647 w 240"/>
                <a:gd name="T61" fmla="*/ 2147483647 h 224"/>
                <a:gd name="T62" fmla="*/ 2147483647 w 240"/>
                <a:gd name="T63" fmla="*/ 2147483647 h 224"/>
                <a:gd name="T64" fmla="*/ 2147483647 w 240"/>
                <a:gd name="T65" fmla="*/ 2147483647 h 224"/>
                <a:gd name="T66" fmla="*/ 2147483647 w 240"/>
                <a:gd name="T67" fmla="*/ 2147483647 h 224"/>
                <a:gd name="T68" fmla="*/ 2147483647 w 240"/>
                <a:gd name="T69" fmla="*/ 2147483647 h 224"/>
                <a:gd name="T70" fmla="*/ 2147483647 w 240"/>
                <a:gd name="T71" fmla="*/ 2147483647 h 224"/>
                <a:gd name="T72" fmla="*/ 2147483647 w 240"/>
                <a:gd name="T73" fmla="*/ 2147483647 h 224"/>
                <a:gd name="T74" fmla="*/ 2147483647 w 240"/>
                <a:gd name="T75" fmla="*/ 2147483647 h 224"/>
                <a:gd name="T76" fmla="*/ 2147483647 w 240"/>
                <a:gd name="T77" fmla="*/ 2147483647 h 224"/>
                <a:gd name="T78" fmla="*/ 2147483647 w 240"/>
                <a:gd name="T79" fmla="*/ 2147483647 h 224"/>
                <a:gd name="T80" fmla="*/ 2147483647 w 240"/>
                <a:gd name="T81" fmla="*/ 2147483647 h 224"/>
                <a:gd name="T82" fmla="*/ 2147483647 w 240"/>
                <a:gd name="T83" fmla="*/ 2147483647 h 224"/>
                <a:gd name="T84" fmla="*/ 2147483647 w 240"/>
                <a:gd name="T85" fmla="*/ 2147483647 h 224"/>
                <a:gd name="T86" fmla="*/ 2147483647 w 240"/>
                <a:gd name="T87" fmla="*/ 2147483647 h 224"/>
                <a:gd name="T88" fmla="*/ 2147483647 w 240"/>
                <a:gd name="T89" fmla="*/ 2147483647 h 224"/>
                <a:gd name="T90" fmla="*/ 2147483647 w 240"/>
                <a:gd name="T91" fmla="*/ 2147483647 h 22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0"/>
                <a:gd name="T139" fmla="*/ 0 h 224"/>
                <a:gd name="T140" fmla="*/ 240 w 240"/>
                <a:gd name="T141" fmla="*/ 224 h 22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0" h="224">
                  <a:moveTo>
                    <a:pt x="208" y="152"/>
                  </a:moveTo>
                  <a:lnTo>
                    <a:pt x="216" y="128"/>
                  </a:lnTo>
                  <a:lnTo>
                    <a:pt x="200" y="120"/>
                  </a:lnTo>
                  <a:lnTo>
                    <a:pt x="200" y="104"/>
                  </a:lnTo>
                  <a:lnTo>
                    <a:pt x="208" y="88"/>
                  </a:lnTo>
                  <a:lnTo>
                    <a:pt x="208" y="48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60" y="24"/>
                  </a:lnTo>
                  <a:lnTo>
                    <a:pt x="144" y="24"/>
                  </a:lnTo>
                  <a:lnTo>
                    <a:pt x="120" y="32"/>
                  </a:lnTo>
                  <a:lnTo>
                    <a:pt x="120" y="40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24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56" y="144"/>
                  </a:lnTo>
                  <a:lnTo>
                    <a:pt x="72" y="160"/>
                  </a:lnTo>
                  <a:lnTo>
                    <a:pt x="88" y="176"/>
                  </a:lnTo>
                  <a:lnTo>
                    <a:pt x="112" y="192"/>
                  </a:lnTo>
                  <a:lnTo>
                    <a:pt x="136" y="200"/>
                  </a:lnTo>
                  <a:lnTo>
                    <a:pt x="152" y="192"/>
                  </a:lnTo>
                  <a:lnTo>
                    <a:pt x="168" y="208"/>
                  </a:lnTo>
                  <a:lnTo>
                    <a:pt x="208" y="224"/>
                  </a:lnTo>
                  <a:lnTo>
                    <a:pt x="216" y="224"/>
                  </a:lnTo>
                  <a:lnTo>
                    <a:pt x="216" y="208"/>
                  </a:lnTo>
                  <a:lnTo>
                    <a:pt x="240" y="200"/>
                  </a:lnTo>
                  <a:lnTo>
                    <a:pt x="232" y="184"/>
                  </a:lnTo>
                  <a:lnTo>
                    <a:pt x="232" y="176"/>
                  </a:lnTo>
                  <a:lnTo>
                    <a:pt x="216" y="160"/>
                  </a:lnTo>
                  <a:lnTo>
                    <a:pt x="208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622"/>
            <p:cNvSpPr/>
            <p:nvPr/>
          </p:nvSpPr>
          <p:spPr bwMode="auto">
            <a:xfrm>
              <a:off x="5503576" y="2907195"/>
              <a:ext cx="278541" cy="256608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2147483647 h 192"/>
                <a:gd name="T24" fmla="*/ 2147483647 w 208"/>
                <a:gd name="T25" fmla="*/ 0 h 192"/>
                <a:gd name="T26" fmla="*/ 2147483647 w 208"/>
                <a:gd name="T27" fmla="*/ 0 h 192"/>
                <a:gd name="T28" fmla="*/ 2147483647 w 208"/>
                <a:gd name="T29" fmla="*/ 0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2147483647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0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2147483647 w 208"/>
                <a:gd name="T67" fmla="*/ 2147483647 h 192"/>
                <a:gd name="T68" fmla="*/ 2147483647 w 208"/>
                <a:gd name="T69" fmla="*/ 2147483647 h 192"/>
                <a:gd name="T70" fmla="*/ 2147483647 w 208"/>
                <a:gd name="T71" fmla="*/ 2147483647 h 192"/>
                <a:gd name="T72" fmla="*/ 2147483647 w 208"/>
                <a:gd name="T73" fmla="*/ 2147483647 h 192"/>
                <a:gd name="T74" fmla="*/ 2147483647 w 208"/>
                <a:gd name="T75" fmla="*/ 2147483647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192"/>
                <a:gd name="T116" fmla="*/ 208 w 208"/>
                <a:gd name="T117" fmla="*/ 192 h 19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192">
                  <a:moveTo>
                    <a:pt x="112" y="184"/>
                  </a:moveTo>
                  <a:lnTo>
                    <a:pt x="128" y="176"/>
                  </a:lnTo>
                  <a:lnTo>
                    <a:pt x="120" y="160"/>
                  </a:lnTo>
                  <a:lnTo>
                    <a:pt x="112" y="144"/>
                  </a:lnTo>
                  <a:lnTo>
                    <a:pt x="120" y="136"/>
                  </a:lnTo>
                  <a:lnTo>
                    <a:pt x="136" y="136"/>
                  </a:lnTo>
                  <a:lnTo>
                    <a:pt x="160" y="96"/>
                  </a:lnTo>
                  <a:lnTo>
                    <a:pt x="168" y="80"/>
                  </a:lnTo>
                  <a:lnTo>
                    <a:pt x="176" y="64"/>
                  </a:lnTo>
                  <a:lnTo>
                    <a:pt x="168" y="56"/>
                  </a:lnTo>
                  <a:lnTo>
                    <a:pt x="168" y="32"/>
                  </a:lnTo>
                  <a:lnTo>
                    <a:pt x="208" y="24"/>
                  </a:lnTo>
                  <a:lnTo>
                    <a:pt x="192" y="0"/>
                  </a:lnTo>
                  <a:lnTo>
                    <a:pt x="176" y="0"/>
                  </a:lnTo>
                  <a:lnTo>
                    <a:pt x="152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0" y="40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04" y="72"/>
                  </a:lnTo>
                  <a:lnTo>
                    <a:pt x="80" y="80"/>
                  </a:lnTo>
                  <a:lnTo>
                    <a:pt x="72" y="88"/>
                  </a:lnTo>
                  <a:lnTo>
                    <a:pt x="56" y="112"/>
                  </a:lnTo>
                  <a:lnTo>
                    <a:pt x="32" y="112"/>
                  </a:lnTo>
                  <a:lnTo>
                    <a:pt x="16" y="104"/>
                  </a:lnTo>
                  <a:lnTo>
                    <a:pt x="0" y="104"/>
                  </a:lnTo>
                  <a:lnTo>
                    <a:pt x="8" y="112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32" y="152"/>
                  </a:lnTo>
                  <a:lnTo>
                    <a:pt x="8" y="160"/>
                  </a:lnTo>
                  <a:lnTo>
                    <a:pt x="8" y="176"/>
                  </a:lnTo>
                  <a:lnTo>
                    <a:pt x="32" y="168"/>
                  </a:lnTo>
                  <a:lnTo>
                    <a:pt x="72" y="168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112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623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2147483647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2147483647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8"/>
                <a:gd name="T109" fmla="*/ 0 h 384"/>
                <a:gd name="T110" fmla="*/ 368 w 368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624"/>
            <p:cNvSpPr/>
            <p:nvPr/>
          </p:nvSpPr>
          <p:spPr bwMode="auto">
            <a:xfrm>
              <a:off x="5492609" y="2874296"/>
              <a:ext cx="246739" cy="183135"/>
            </a:xfrm>
            <a:custGeom>
              <a:avLst/>
              <a:gdLst>
                <a:gd name="T0" fmla="*/ 2147483647 w 184"/>
                <a:gd name="T1" fmla="*/ 2147483647 h 136"/>
                <a:gd name="T2" fmla="*/ 2147483647 w 184"/>
                <a:gd name="T3" fmla="*/ 2147483647 h 136"/>
                <a:gd name="T4" fmla="*/ 2147483647 w 184"/>
                <a:gd name="T5" fmla="*/ 2147483647 h 136"/>
                <a:gd name="T6" fmla="*/ 2147483647 w 184"/>
                <a:gd name="T7" fmla="*/ 0 h 136"/>
                <a:gd name="T8" fmla="*/ 2147483647 w 184"/>
                <a:gd name="T9" fmla="*/ 2147483647 h 136"/>
                <a:gd name="T10" fmla="*/ 2147483647 w 184"/>
                <a:gd name="T11" fmla="*/ 2147483647 h 136"/>
                <a:gd name="T12" fmla="*/ 2147483647 w 184"/>
                <a:gd name="T13" fmla="*/ 2147483647 h 136"/>
                <a:gd name="T14" fmla="*/ 2147483647 w 184"/>
                <a:gd name="T15" fmla="*/ 2147483647 h 136"/>
                <a:gd name="T16" fmla="*/ 2147483647 w 184"/>
                <a:gd name="T17" fmla="*/ 2147483647 h 136"/>
                <a:gd name="T18" fmla="*/ 2147483647 w 184"/>
                <a:gd name="T19" fmla="*/ 2147483647 h 136"/>
                <a:gd name="T20" fmla="*/ 2147483647 w 184"/>
                <a:gd name="T21" fmla="*/ 2147483647 h 136"/>
                <a:gd name="T22" fmla="*/ 2147483647 w 184"/>
                <a:gd name="T23" fmla="*/ 2147483647 h 136"/>
                <a:gd name="T24" fmla="*/ 2147483647 w 184"/>
                <a:gd name="T25" fmla="*/ 2147483647 h 136"/>
                <a:gd name="T26" fmla="*/ 2147483647 w 184"/>
                <a:gd name="T27" fmla="*/ 2147483647 h 136"/>
                <a:gd name="T28" fmla="*/ 2147483647 w 184"/>
                <a:gd name="T29" fmla="*/ 2147483647 h 136"/>
                <a:gd name="T30" fmla="*/ 2147483647 w 184"/>
                <a:gd name="T31" fmla="*/ 2147483647 h 136"/>
                <a:gd name="T32" fmla="*/ 0 w 184"/>
                <a:gd name="T33" fmla="*/ 2147483647 h 136"/>
                <a:gd name="T34" fmla="*/ 0 w 184"/>
                <a:gd name="T35" fmla="*/ 2147483647 h 136"/>
                <a:gd name="T36" fmla="*/ 2147483647 w 184"/>
                <a:gd name="T37" fmla="*/ 2147483647 h 136"/>
                <a:gd name="T38" fmla="*/ 2147483647 w 184"/>
                <a:gd name="T39" fmla="*/ 2147483647 h 136"/>
                <a:gd name="T40" fmla="*/ 2147483647 w 184"/>
                <a:gd name="T41" fmla="*/ 2147483647 h 136"/>
                <a:gd name="T42" fmla="*/ 2147483647 w 184"/>
                <a:gd name="T43" fmla="*/ 2147483647 h 136"/>
                <a:gd name="T44" fmla="*/ 2147483647 w 184"/>
                <a:gd name="T45" fmla="*/ 2147483647 h 136"/>
                <a:gd name="T46" fmla="*/ 2147483647 w 184"/>
                <a:gd name="T47" fmla="*/ 2147483647 h 136"/>
                <a:gd name="T48" fmla="*/ 2147483647 w 184"/>
                <a:gd name="T49" fmla="*/ 2147483647 h 136"/>
                <a:gd name="T50" fmla="*/ 2147483647 w 184"/>
                <a:gd name="T51" fmla="*/ 2147483647 h 136"/>
                <a:gd name="T52" fmla="*/ 2147483647 w 184"/>
                <a:gd name="T53" fmla="*/ 2147483647 h 136"/>
                <a:gd name="T54" fmla="*/ 2147483647 w 184"/>
                <a:gd name="T55" fmla="*/ 2147483647 h 136"/>
                <a:gd name="T56" fmla="*/ 2147483647 w 184"/>
                <a:gd name="T57" fmla="*/ 2147483647 h 136"/>
                <a:gd name="T58" fmla="*/ 2147483647 w 184"/>
                <a:gd name="T59" fmla="*/ 2147483647 h 136"/>
                <a:gd name="T60" fmla="*/ 2147483647 w 184"/>
                <a:gd name="T61" fmla="*/ 2147483647 h 136"/>
                <a:gd name="T62" fmla="*/ 2147483647 w 184"/>
                <a:gd name="T63" fmla="*/ 2147483647 h 136"/>
                <a:gd name="T64" fmla="*/ 2147483647 w 184"/>
                <a:gd name="T65" fmla="*/ 2147483647 h 136"/>
                <a:gd name="T66" fmla="*/ 2147483647 w 184"/>
                <a:gd name="T67" fmla="*/ 2147483647 h 136"/>
                <a:gd name="T68" fmla="*/ 2147483647 w 184"/>
                <a:gd name="T69" fmla="*/ 2147483647 h 1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4"/>
                <a:gd name="T106" fmla="*/ 0 h 136"/>
                <a:gd name="T107" fmla="*/ 184 w 184"/>
                <a:gd name="T108" fmla="*/ 136 h 1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4" h="136">
                  <a:moveTo>
                    <a:pt x="168" y="8"/>
                  </a:moveTo>
                  <a:lnTo>
                    <a:pt x="152" y="16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0" y="80"/>
                  </a:lnTo>
                  <a:lnTo>
                    <a:pt x="0" y="96"/>
                  </a:lnTo>
                  <a:lnTo>
                    <a:pt x="16" y="104"/>
                  </a:lnTo>
                  <a:lnTo>
                    <a:pt x="8" y="128"/>
                  </a:lnTo>
                  <a:lnTo>
                    <a:pt x="24" y="128"/>
                  </a:lnTo>
                  <a:lnTo>
                    <a:pt x="40" y="136"/>
                  </a:lnTo>
                  <a:lnTo>
                    <a:pt x="64" y="136"/>
                  </a:lnTo>
                  <a:lnTo>
                    <a:pt x="80" y="112"/>
                  </a:lnTo>
                  <a:lnTo>
                    <a:pt x="88" y="104"/>
                  </a:lnTo>
                  <a:lnTo>
                    <a:pt x="112" y="96"/>
                  </a:lnTo>
                  <a:lnTo>
                    <a:pt x="120" y="80"/>
                  </a:lnTo>
                  <a:lnTo>
                    <a:pt x="120" y="72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36" y="32"/>
                  </a:lnTo>
                  <a:lnTo>
                    <a:pt x="160" y="24"/>
                  </a:lnTo>
                  <a:lnTo>
                    <a:pt x="184" y="24"/>
                  </a:lnTo>
                  <a:lnTo>
                    <a:pt x="176" y="8"/>
                  </a:lnTo>
                  <a:lnTo>
                    <a:pt x="16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25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2147483647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2147483647 w 152"/>
                <a:gd name="T17" fmla="*/ 2147483647 h 352"/>
                <a:gd name="T18" fmla="*/ 2147483647 w 152"/>
                <a:gd name="T19" fmla="*/ 0 h 352"/>
                <a:gd name="T20" fmla="*/ 2147483647 w 152"/>
                <a:gd name="T21" fmla="*/ 0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0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2147483647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2147483647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26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0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0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2147483647 w 368"/>
                <a:gd name="T73" fmla="*/ 2147483647 h 384"/>
                <a:gd name="T74" fmla="*/ 2147483647 w 368"/>
                <a:gd name="T75" fmla="*/ 2147483647 h 3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384"/>
                <a:gd name="T116" fmla="*/ 368 w 368"/>
                <a:gd name="T117" fmla="*/ 384 h 38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627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0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0 w 152"/>
                <a:gd name="T17" fmla="*/ 2147483647 h 352"/>
                <a:gd name="T18" fmla="*/ 2147483647 w 152"/>
                <a:gd name="T19" fmla="*/ 2147483647 h 352"/>
                <a:gd name="T20" fmla="*/ 2147483647 w 152"/>
                <a:gd name="T21" fmla="*/ 2147483647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2147483647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0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0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628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629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4"/>
                <a:gd name="T43" fmla="*/ 0 h 56"/>
                <a:gd name="T44" fmla="*/ 64 w 64"/>
                <a:gd name="T45" fmla="*/ 56 h 5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630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631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4"/>
                <a:gd name="T46" fmla="*/ 0 h 56"/>
                <a:gd name="T47" fmla="*/ 64 w 64"/>
                <a:gd name="T48" fmla="*/ 56 h 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632"/>
            <p:cNvSpPr/>
            <p:nvPr/>
          </p:nvSpPr>
          <p:spPr bwMode="auto">
            <a:xfrm>
              <a:off x="4815998" y="2412621"/>
              <a:ext cx="107468" cy="75666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0 h 56"/>
                <a:gd name="T6" fmla="*/ 2147483647 w 80"/>
                <a:gd name="T7" fmla="*/ 2147483647 h 56"/>
                <a:gd name="T8" fmla="*/ 2147483647 w 80"/>
                <a:gd name="T9" fmla="*/ 0 h 56"/>
                <a:gd name="T10" fmla="*/ 2147483647 w 80"/>
                <a:gd name="T11" fmla="*/ 0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0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2147483647 h 56"/>
                <a:gd name="T24" fmla="*/ 2147483647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2147483647 w 80"/>
                <a:gd name="T39" fmla="*/ 2147483647 h 56"/>
                <a:gd name="T40" fmla="*/ 2147483647 w 80"/>
                <a:gd name="T41" fmla="*/ 2147483647 h 56"/>
                <a:gd name="T42" fmla="*/ 2147483647 w 80"/>
                <a:gd name="T43" fmla="*/ 214748364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0"/>
                <a:gd name="T67" fmla="*/ 0 h 56"/>
                <a:gd name="T68" fmla="*/ 80 w 80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0" h="56">
                  <a:moveTo>
                    <a:pt x="80" y="16"/>
                  </a:moveTo>
                  <a:lnTo>
                    <a:pt x="72" y="8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8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633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634"/>
            <p:cNvSpPr/>
            <p:nvPr/>
          </p:nvSpPr>
          <p:spPr bwMode="auto">
            <a:xfrm>
              <a:off x="4858765" y="2423587"/>
              <a:ext cx="161203" cy="139270"/>
            </a:xfrm>
            <a:custGeom>
              <a:avLst/>
              <a:gdLst>
                <a:gd name="T0" fmla="*/ 2147483647 w 120"/>
                <a:gd name="T1" fmla="*/ 2147483647 h 104"/>
                <a:gd name="T2" fmla="*/ 2147483647 w 120"/>
                <a:gd name="T3" fmla="*/ 2147483647 h 104"/>
                <a:gd name="T4" fmla="*/ 2147483647 w 120"/>
                <a:gd name="T5" fmla="*/ 2147483647 h 104"/>
                <a:gd name="T6" fmla="*/ 2147483647 w 120"/>
                <a:gd name="T7" fmla="*/ 2147483647 h 104"/>
                <a:gd name="T8" fmla="*/ 2147483647 w 120"/>
                <a:gd name="T9" fmla="*/ 0 h 104"/>
                <a:gd name="T10" fmla="*/ 2147483647 w 120"/>
                <a:gd name="T11" fmla="*/ 2147483647 h 104"/>
                <a:gd name="T12" fmla="*/ 2147483647 w 120"/>
                <a:gd name="T13" fmla="*/ 2147483647 h 104"/>
                <a:gd name="T14" fmla="*/ 2147483647 w 120"/>
                <a:gd name="T15" fmla="*/ 2147483647 h 104"/>
                <a:gd name="T16" fmla="*/ 2147483647 w 120"/>
                <a:gd name="T17" fmla="*/ 2147483647 h 104"/>
                <a:gd name="T18" fmla="*/ 2147483647 w 120"/>
                <a:gd name="T19" fmla="*/ 2147483647 h 104"/>
                <a:gd name="T20" fmla="*/ 2147483647 w 120"/>
                <a:gd name="T21" fmla="*/ 2147483647 h 104"/>
                <a:gd name="T22" fmla="*/ 2147483647 w 120"/>
                <a:gd name="T23" fmla="*/ 2147483647 h 104"/>
                <a:gd name="T24" fmla="*/ 2147483647 w 120"/>
                <a:gd name="T25" fmla="*/ 2147483647 h 104"/>
                <a:gd name="T26" fmla="*/ 2147483647 w 120"/>
                <a:gd name="T27" fmla="*/ 2147483647 h 104"/>
                <a:gd name="T28" fmla="*/ 2147483647 w 120"/>
                <a:gd name="T29" fmla="*/ 2147483647 h 104"/>
                <a:gd name="T30" fmla="*/ 0 w 120"/>
                <a:gd name="T31" fmla="*/ 2147483647 h 104"/>
                <a:gd name="T32" fmla="*/ 2147483647 w 120"/>
                <a:gd name="T33" fmla="*/ 2147483647 h 104"/>
                <a:gd name="T34" fmla="*/ 2147483647 w 120"/>
                <a:gd name="T35" fmla="*/ 2147483647 h 104"/>
                <a:gd name="T36" fmla="*/ 2147483647 w 120"/>
                <a:gd name="T37" fmla="*/ 2147483647 h 104"/>
                <a:gd name="T38" fmla="*/ 2147483647 w 120"/>
                <a:gd name="T39" fmla="*/ 2147483647 h 104"/>
                <a:gd name="T40" fmla="*/ 2147483647 w 120"/>
                <a:gd name="T41" fmla="*/ 2147483647 h 104"/>
                <a:gd name="T42" fmla="*/ 2147483647 w 120"/>
                <a:gd name="T43" fmla="*/ 2147483647 h 104"/>
                <a:gd name="T44" fmla="*/ 2147483647 w 120"/>
                <a:gd name="T45" fmla="*/ 2147483647 h 104"/>
                <a:gd name="T46" fmla="*/ 2147483647 w 120"/>
                <a:gd name="T47" fmla="*/ 2147483647 h 104"/>
                <a:gd name="T48" fmla="*/ 2147483647 w 120"/>
                <a:gd name="T49" fmla="*/ 2147483647 h 104"/>
                <a:gd name="T50" fmla="*/ 2147483647 w 120"/>
                <a:gd name="T51" fmla="*/ 2147483647 h 104"/>
                <a:gd name="T52" fmla="*/ 2147483647 w 120"/>
                <a:gd name="T53" fmla="*/ 2147483647 h 104"/>
                <a:gd name="T54" fmla="*/ 2147483647 w 120"/>
                <a:gd name="T55" fmla="*/ 2147483647 h 10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"/>
                <a:gd name="T85" fmla="*/ 0 h 104"/>
                <a:gd name="T86" fmla="*/ 120 w 120"/>
                <a:gd name="T87" fmla="*/ 104 h 10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" h="104">
                  <a:moveTo>
                    <a:pt x="120" y="56"/>
                  </a:moveTo>
                  <a:lnTo>
                    <a:pt x="112" y="40"/>
                  </a:lnTo>
                  <a:lnTo>
                    <a:pt x="96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12" y="80"/>
                  </a:lnTo>
                  <a:lnTo>
                    <a:pt x="104" y="64"/>
                  </a:lnTo>
                  <a:lnTo>
                    <a:pt x="120" y="64"/>
                  </a:lnTo>
                  <a:lnTo>
                    <a:pt x="12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635"/>
            <p:cNvSpPr/>
            <p:nvPr/>
          </p:nvSpPr>
          <p:spPr bwMode="auto">
            <a:xfrm>
              <a:off x="4826964" y="2358887"/>
              <a:ext cx="129401" cy="75667"/>
            </a:xfrm>
            <a:custGeom>
              <a:avLst/>
              <a:gdLst>
                <a:gd name="T0" fmla="*/ 2147483647 w 96"/>
                <a:gd name="T1" fmla="*/ 2147483647 h 56"/>
                <a:gd name="T2" fmla="*/ 2147483647 w 96"/>
                <a:gd name="T3" fmla="*/ 2147483647 h 56"/>
                <a:gd name="T4" fmla="*/ 2147483647 w 96"/>
                <a:gd name="T5" fmla="*/ 2147483647 h 56"/>
                <a:gd name="T6" fmla="*/ 2147483647 w 96"/>
                <a:gd name="T7" fmla="*/ 2147483647 h 56"/>
                <a:gd name="T8" fmla="*/ 2147483647 w 96"/>
                <a:gd name="T9" fmla="*/ 2147483647 h 56"/>
                <a:gd name="T10" fmla="*/ 2147483647 w 96"/>
                <a:gd name="T11" fmla="*/ 2147483647 h 56"/>
                <a:gd name="T12" fmla="*/ 2147483647 w 96"/>
                <a:gd name="T13" fmla="*/ 2147483647 h 56"/>
                <a:gd name="T14" fmla="*/ 2147483647 w 96"/>
                <a:gd name="T15" fmla="*/ 2147483647 h 56"/>
                <a:gd name="T16" fmla="*/ 2147483647 w 96"/>
                <a:gd name="T17" fmla="*/ 2147483647 h 56"/>
                <a:gd name="T18" fmla="*/ 2147483647 w 96"/>
                <a:gd name="T19" fmla="*/ 2147483647 h 56"/>
                <a:gd name="T20" fmla="*/ 2147483647 w 96"/>
                <a:gd name="T21" fmla="*/ 2147483647 h 56"/>
                <a:gd name="T22" fmla="*/ 2147483647 w 96"/>
                <a:gd name="T23" fmla="*/ 0 h 56"/>
                <a:gd name="T24" fmla="*/ 2147483647 w 96"/>
                <a:gd name="T25" fmla="*/ 2147483647 h 56"/>
                <a:gd name="T26" fmla="*/ 2147483647 w 96"/>
                <a:gd name="T27" fmla="*/ 2147483647 h 56"/>
                <a:gd name="T28" fmla="*/ 2147483647 w 96"/>
                <a:gd name="T29" fmla="*/ 2147483647 h 56"/>
                <a:gd name="T30" fmla="*/ 2147483647 w 96"/>
                <a:gd name="T31" fmla="*/ 2147483647 h 56"/>
                <a:gd name="T32" fmla="*/ 0 w 96"/>
                <a:gd name="T33" fmla="*/ 2147483647 h 56"/>
                <a:gd name="T34" fmla="*/ 0 w 96"/>
                <a:gd name="T35" fmla="*/ 2147483647 h 56"/>
                <a:gd name="T36" fmla="*/ 2147483647 w 96"/>
                <a:gd name="T37" fmla="*/ 2147483647 h 56"/>
                <a:gd name="T38" fmla="*/ 2147483647 w 96"/>
                <a:gd name="T39" fmla="*/ 214748364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56"/>
                <a:gd name="T62" fmla="*/ 96 w 96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56">
                  <a:moveTo>
                    <a:pt x="32" y="40"/>
                  </a:moveTo>
                  <a:lnTo>
                    <a:pt x="48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96" y="48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16" y="40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636"/>
            <p:cNvSpPr/>
            <p:nvPr/>
          </p:nvSpPr>
          <p:spPr bwMode="auto">
            <a:xfrm>
              <a:off x="4202989" y="3357905"/>
              <a:ext cx="129401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2147483647 h 72"/>
                <a:gd name="T14" fmla="*/ 2147483647 w 96"/>
                <a:gd name="T15" fmla="*/ 2147483647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2147483647 w 96"/>
                <a:gd name="T21" fmla="*/ 2147483647 h 72"/>
                <a:gd name="T22" fmla="*/ 2147483647 w 96"/>
                <a:gd name="T23" fmla="*/ 2147483647 h 72"/>
                <a:gd name="T24" fmla="*/ 2147483647 w 96"/>
                <a:gd name="T25" fmla="*/ 2147483647 h 72"/>
                <a:gd name="T26" fmla="*/ 2147483647 w 96"/>
                <a:gd name="T27" fmla="*/ 0 h 72"/>
                <a:gd name="T28" fmla="*/ 2147483647 w 96"/>
                <a:gd name="T29" fmla="*/ 0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0 w 96"/>
                <a:gd name="T37" fmla="*/ 2147483647 h 72"/>
                <a:gd name="T38" fmla="*/ 2147483647 w 96"/>
                <a:gd name="T39" fmla="*/ 2147483647 h 72"/>
                <a:gd name="T40" fmla="*/ 2147483647 w 96"/>
                <a:gd name="T41" fmla="*/ 2147483647 h 72"/>
                <a:gd name="T42" fmla="*/ 2147483647 w 96"/>
                <a:gd name="T43" fmla="*/ 2147483647 h 72"/>
                <a:gd name="T44" fmla="*/ 2147483647 w 96"/>
                <a:gd name="T45" fmla="*/ 2147483647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72"/>
                <a:gd name="T71" fmla="*/ 96 w 96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72">
                  <a:moveTo>
                    <a:pt x="40" y="40"/>
                  </a:moveTo>
                  <a:lnTo>
                    <a:pt x="56" y="40"/>
                  </a:lnTo>
                  <a:lnTo>
                    <a:pt x="64" y="56"/>
                  </a:lnTo>
                  <a:lnTo>
                    <a:pt x="72" y="64"/>
                  </a:lnTo>
                  <a:lnTo>
                    <a:pt x="80" y="72"/>
                  </a:lnTo>
                  <a:lnTo>
                    <a:pt x="88" y="72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637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0 h 56"/>
                <a:gd name="T20" fmla="*/ 2147483647 w 80"/>
                <a:gd name="T21" fmla="*/ 0 h 56"/>
                <a:gd name="T22" fmla="*/ 2147483647 w 80"/>
                <a:gd name="T23" fmla="*/ 0 h 56"/>
                <a:gd name="T24" fmla="*/ 0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56"/>
                <a:gd name="T50" fmla="*/ 80 w 80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638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2147483647 w 56"/>
                <a:gd name="T15" fmla="*/ 0 h 48"/>
                <a:gd name="T16" fmla="*/ 0 w 56"/>
                <a:gd name="T17" fmla="*/ 2147483647 h 48"/>
                <a:gd name="T18" fmla="*/ 0 w 56"/>
                <a:gd name="T19" fmla="*/ 2147483647 h 48"/>
                <a:gd name="T20" fmla="*/ 0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2147483647 w 56"/>
                <a:gd name="T29" fmla="*/ 2147483647 h 48"/>
                <a:gd name="T30" fmla="*/ 2147483647 w 56"/>
                <a:gd name="T31" fmla="*/ 2147483647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6"/>
                <a:gd name="T49" fmla="*/ 0 h 48"/>
                <a:gd name="T50" fmla="*/ 56 w 56"/>
                <a:gd name="T51" fmla="*/ 48 h 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639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0 h 56"/>
                <a:gd name="T24" fmla="*/ 2147483647 w 80"/>
                <a:gd name="T25" fmla="*/ 0 h 56"/>
                <a:gd name="T26" fmla="*/ 2147483647 w 80"/>
                <a:gd name="T27" fmla="*/ 0 h 56"/>
                <a:gd name="T28" fmla="*/ 0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56"/>
                <a:gd name="T59" fmla="*/ 80 w 80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640"/>
            <p:cNvSpPr/>
            <p:nvPr/>
          </p:nvSpPr>
          <p:spPr bwMode="auto">
            <a:xfrm>
              <a:off x="4182153" y="3100199"/>
              <a:ext cx="203971" cy="224807"/>
            </a:xfrm>
            <a:custGeom>
              <a:avLst/>
              <a:gdLst>
                <a:gd name="T0" fmla="*/ 2147483647 w 152"/>
                <a:gd name="T1" fmla="*/ 2147483647 h 168"/>
                <a:gd name="T2" fmla="*/ 2147483647 w 152"/>
                <a:gd name="T3" fmla="*/ 2147483647 h 168"/>
                <a:gd name="T4" fmla="*/ 2147483647 w 152"/>
                <a:gd name="T5" fmla="*/ 2147483647 h 168"/>
                <a:gd name="T6" fmla="*/ 2147483647 w 152"/>
                <a:gd name="T7" fmla="*/ 2147483647 h 168"/>
                <a:gd name="T8" fmla="*/ 2147483647 w 152"/>
                <a:gd name="T9" fmla="*/ 2147483647 h 168"/>
                <a:gd name="T10" fmla="*/ 2147483647 w 152"/>
                <a:gd name="T11" fmla="*/ 2147483647 h 168"/>
                <a:gd name="T12" fmla="*/ 2147483647 w 152"/>
                <a:gd name="T13" fmla="*/ 2147483647 h 168"/>
                <a:gd name="T14" fmla="*/ 2147483647 w 152"/>
                <a:gd name="T15" fmla="*/ 2147483647 h 168"/>
                <a:gd name="T16" fmla="*/ 2147483647 w 152"/>
                <a:gd name="T17" fmla="*/ 2147483647 h 168"/>
                <a:gd name="T18" fmla="*/ 2147483647 w 152"/>
                <a:gd name="T19" fmla="*/ 2147483647 h 168"/>
                <a:gd name="T20" fmla="*/ 2147483647 w 152"/>
                <a:gd name="T21" fmla="*/ 2147483647 h 168"/>
                <a:gd name="T22" fmla="*/ 2147483647 w 152"/>
                <a:gd name="T23" fmla="*/ 0 h 168"/>
                <a:gd name="T24" fmla="*/ 2147483647 w 152"/>
                <a:gd name="T25" fmla="*/ 2147483647 h 168"/>
                <a:gd name="T26" fmla="*/ 2147483647 w 152"/>
                <a:gd name="T27" fmla="*/ 2147483647 h 168"/>
                <a:gd name="T28" fmla="*/ 2147483647 w 152"/>
                <a:gd name="T29" fmla="*/ 2147483647 h 168"/>
                <a:gd name="T30" fmla="*/ 2147483647 w 152"/>
                <a:gd name="T31" fmla="*/ 2147483647 h 168"/>
                <a:gd name="T32" fmla="*/ 2147483647 w 152"/>
                <a:gd name="T33" fmla="*/ 2147483647 h 168"/>
                <a:gd name="T34" fmla="*/ 0 w 152"/>
                <a:gd name="T35" fmla="*/ 2147483647 h 168"/>
                <a:gd name="T36" fmla="*/ 2147483647 w 152"/>
                <a:gd name="T37" fmla="*/ 2147483647 h 168"/>
                <a:gd name="T38" fmla="*/ 2147483647 w 152"/>
                <a:gd name="T39" fmla="*/ 2147483647 h 168"/>
                <a:gd name="T40" fmla="*/ 0 w 152"/>
                <a:gd name="T41" fmla="*/ 2147483647 h 168"/>
                <a:gd name="T42" fmla="*/ 2147483647 w 152"/>
                <a:gd name="T43" fmla="*/ 2147483647 h 168"/>
                <a:gd name="T44" fmla="*/ 2147483647 w 152"/>
                <a:gd name="T45" fmla="*/ 2147483647 h 16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2"/>
                <a:gd name="T70" fmla="*/ 0 h 168"/>
                <a:gd name="T71" fmla="*/ 152 w 152"/>
                <a:gd name="T72" fmla="*/ 168 h 16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2" h="168">
                  <a:moveTo>
                    <a:pt x="24" y="144"/>
                  </a:moveTo>
                  <a:lnTo>
                    <a:pt x="40" y="152"/>
                  </a:lnTo>
                  <a:lnTo>
                    <a:pt x="48" y="160"/>
                  </a:lnTo>
                  <a:lnTo>
                    <a:pt x="56" y="168"/>
                  </a:lnTo>
                  <a:lnTo>
                    <a:pt x="72" y="152"/>
                  </a:lnTo>
                  <a:lnTo>
                    <a:pt x="80" y="160"/>
                  </a:lnTo>
                  <a:lnTo>
                    <a:pt x="136" y="160"/>
                  </a:lnTo>
                  <a:lnTo>
                    <a:pt x="152" y="152"/>
                  </a:lnTo>
                  <a:lnTo>
                    <a:pt x="144" y="144"/>
                  </a:lnTo>
                  <a:lnTo>
                    <a:pt x="128" y="32"/>
                  </a:lnTo>
                  <a:lnTo>
                    <a:pt x="144" y="32"/>
                  </a:lnTo>
                  <a:lnTo>
                    <a:pt x="104" y="0"/>
                  </a:lnTo>
                  <a:lnTo>
                    <a:pt x="104" y="16"/>
                  </a:lnTo>
                  <a:lnTo>
                    <a:pt x="64" y="16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0" y="80"/>
                  </a:lnTo>
                  <a:lnTo>
                    <a:pt x="8" y="104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16" y="144"/>
                  </a:lnTo>
                  <a:lnTo>
                    <a:pt x="24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641"/>
            <p:cNvSpPr/>
            <p:nvPr/>
          </p:nvSpPr>
          <p:spPr bwMode="auto">
            <a:xfrm>
              <a:off x="4880698" y="3013567"/>
              <a:ext cx="193004" cy="183135"/>
            </a:xfrm>
            <a:custGeom>
              <a:avLst/>
              <a:gdLst>
                <a:gd name="T0" fmla="*/ 0 w 144"/>
                <a:gd name="T1" fmla="*/ 2147483647 h 136"/>
                <a:gd name="T2" fmla="*/ 2147483647 w 144"/>
                <a:gd name="T3" fmla="*/ 2147483647 h 136"/>
                <a:gd name="T4" fmla="*/ 2147483647 w 144"/>
                <a:gd name="T5" fmla="*/ 2147483647 h 136"/>
                <a:gd name="T6" fmla="*/ 2147483647 w 144"/>
                <a:gd name="T7" fmla="*/ 2147483647 h 136"/>
                <a:gd name="T8" fmla="*/ 2147483647 w 144"/>
                <a:gd name="T9" fmla="*/ 2147483647 h 136"/>
                <a:gd name="T10" fmla="*/ 2147483647 w 144"/>
                <a:gd name="T11" fmla="*/ 2147483647 h 136"/>
                <a:gd name="T12" fmla="*/ 2147483647 w 144"/>
                <a:gd name="T13" fmla="*/ 2147483647 h 136"/>
                <a:gd name="T14" fmla="*/ 2147483647 w 144"/>
                <a:gd name="T15" fmla="*/ 2147483647 h 136"/>
                <a:gd name="T16" fmla="*/ 2147483647 w 144"/>
                <a:gd name="T17" fmla="*/ 2147483647 h 136"/>
                <a:gd name="T18" fmla="*/ 2147483647 w 144"/>
                <a:gd name="T19" fmla="*/ 2147483647 h 136"/>
                <a:gd name="T20" fmla="*/ 2147483647 w 144"/>
                <a:gd name="T21" fmla="*/ 2147483647 h 136"/>
                <a:gd name="T22" fmla="*/ 2147483647 w 144"/>
                <a:gd name="T23" fmla="*/ 2147483647 h 136"/>
                <a:gd name="T24" fmla="*/ 2147483647 w 144"/>
                <a:gd name="T25" fmla="*/ 2147483647 h 136"/>
                <a:gd name="T26" fmla="*/ 2147483647 w 144"/>
                <a:gd name="T27" fmla="*/ 0 h 136"/>
                <a:gd name="T28" fmla="*/ 2147483647 w 144"/>
                <a:gd name="T29" fmla="*/ 2147483647 h 136"/>
                <a:gd name="T30" fmla="*/ 2147483647 w 144"/>
                <a:gd name="T31" fmla="*/ 2147483647 h 136"/>
                <a:gd name="T32" fmla="*/ 2147483647 w 144"/>
                <a:gd name="T33" fmla="*/ 0 h 136"/>
                <a:gd name="T34" fmla="*/ 2147483647 w 144"/>
                <a:gd name="T35" fmla="*/ 2147483647 h 136"/>
                <a:gd name="T36" fmla="*/ 2147483647 w 144"/>
                <a:gd name="T37" fmla="*/ 0 h 136"/>
                <a:gd name="T38" fmla="*/ 2147483647 w 144"/>
                <a:gd name="T39" fmla="*/ 0 h 136"/>
                <a:gd name="T40" fmla="*/ 2147483647 w 144"/>
                <a:gd name="T41" fmla="*/ 2147483647 h 136"/>
                <a:gd name="T42" fmla="*/ 0 w 144"/>
                <a:gd name="T43" fmla="*/ 2147483647 h 1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36"/>
                <a:gd name="T68" fmla="*/ 144 w 144"/>
                <a:gd name="T69" fmla="*/ 136 h 1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36">
                  <a:moveTo>
                    <a:pt x="0" y="16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8" y="136"/>
                  </a:lnTo>
                  <a:lnTo>
                    <a:pt x="16" y="136"/>
                  </a:lnTo>
                  <a:lnTo>
                    <a:pt x="120" y="136"/>
                  </a:lnTo>
                  <a:lnTo>
                    <a:pt x="136" y="128"/>
                  </a:lnTo>
                  <a:lnTo>
                    <a:pt x="144" y="120"/>
                  </a:lnTo>
                  <a:lnTo>
                    <a:pt x="136" y="88"/>
                  </a:lnTo>
                  <a:lnTo>
                    <a:pt x="120" y="56"/>
                  </a:lnTo>
                  <a:lnTo>
                    <a:pt x="96" y="32"/>
                  </a:lnTo>
                  <a:lnTo>
                    <a:pt x="128" y="48"/>
                  </a:lnTo>
                  <a:lnTo>
                    <a:pt x="136" y="32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8"/>
                  </a:lnTo>
                  <a:lnTo>
                    <a:pt x="80" y="0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642"/>
            <p:cNvSpPr/>
            <p:nvPr/>
          </p:nvSpPr>
          <p:spPr bwMode="auto">
            <a:xfrm>
              <a:off x="4622993" y="2981765"/>
              <a:ext cx="279637" cy="268671"/>
            </a:xfrm>
            <a:custGeom>
              <a:avLst/>
              <a:gdLst>
                <a:gd name="T0" fmla="*/ 2147483647 w 208"/>
                <a:gd name="T1" fmla="*/ 2147483647 h 200"/>
                <a:gd name="T2" fmla="*/ 2147483647 w 208"/>
                <a:gd name="T3" fmla="*/ 2147483647 h 200"/>
                <a:gd name="T4" fmla="*/ 2147483647 w 208"/>
                <a:gd name="T5" fmla="*/ 2147483647 h 200"/>
                <a:gd name="T6" fmla="*/ 0 w 208"/>
                <a:gd name="T7" fmla="*/ 2147483647 h 200"/>
                <a:gd name="T8" fmla="*/ 0 w 208"/>
                <a:gd name="T9" fmla="*/ 2147483647 h 200"/>
                <a:gd name="T10" fmla="*/ 2147483647 w 208"/>
                <a:gd name="T11" fmla="*/ 2147483647 h 200"/>
                <a:gd name="T12" fmla="*/ 2147483647 w 208"/>
                <a:gd name="T13" fmla="*/ 2147483647 h 200"/>
                <a:gd name="T14" fmla="*/ 2147483647 w 208"/>
                <a:gd name="T15" fmla="*/ 2147483647 h 200"/>
                <a:gd name="T16" fmla="*/ 2147483647 w 208"/>
                <a:gd name="T17" fmla="*/ 2147483647 h 200"/>
                <a:gd name="T18" fmla="*/ 2147483647 w 208"/>
                <a:gd name="T19" fmla="*/ 2147483647 h 200"/>
                <a:gd name="T20" fmla="*/ 2147483647 w 208"/>
                <a:gd name="T21" fmla="*/ 2147483647 h 200"/>
                <a:gd name="T22" fmla="*/ 2147483647 w 208"/>
                <a:gd name="T23" fmla="*/ 2147483647 h 200"/>
                <a:gd name="T24" fmla="*/ 2147483647 w 208"/>
                <a:gd name="T25" fmla="*/ 2147483647 h 200"/>
                <a:gd name="T26" fmla="*/ 2147483647 w 208"/>
                <a:gd name="T27" fmla="*/ 2147483647 h 200"/>
                <a:gd name="T28" fmla="*/ 2147483647 w 208"/>
                <a:gd name="T29" fmla="*/ 2147483647 h 200"/>
                <a:gd name="T30" fmla="*/ 2147483647 w 208"/>
                <a:gd name="T31" fmla="*/ 2147483647 h 200"/>
                <a:gd name="T32" fmla="*/ 2147483647 w 208"/>
                <a:gd name="T33" fmla="*/ 2147483647 h 200"/>
                <a:gd name="T34" fmla="*/ 2147483647 w 208"/>
                <a:gd name="T35" fmla="*/ 2147483647 h 200"/>
                <a:gd name="T36" fmla="*/ 2147483647 w 208"/>
                <a:gd name="T37" fmla="*/ 2147483647 h 200"/>
                <a:gd name="T38" fmla="*/ 2147483647 w 208"/>
                <a:gd name="T39" fmla="*/ 2147483647 h 200"/>
                <a:gd name="T40" fmla="*/ 2147483647 w 208"/>
                <a:gd name="T41" fmla="*/ 2147483647 h 200"/>
                <a:gd name="T42" fmla="*/ 2147483647 w 208"/>
                <a:gd name="T43" fmla="*/ 2147483647 h 200"/>
                <a:gd name="T44" fmla="*/ 2147483647 w 208"/>
                <a:gd name="T45" fmla="*/ 2147483647 h 200"/>
                <a:gd name="T46" fmla="*/ 2147483647 w 208"/>
                <a:gd name="T47" fmla="*/ 2147483647 h 200"/>
                <a:gd name="T48" fmla="*/ 2147483647 w 208"/>
                <a:gd name="T49" fmla="*/ 2147483647 h 200"/>
                <a:gd name="T50" fmla="*/ 2147483647 w 208"/>
                <a:gd name="T51" fmla="*/ 2147483647 h 200"/>
                <a:gd name="T52" fmla="*/ 2147483647 w 208"/>
                <a:gd name="T53" fmla="*/ 2147483647 h 200"/>
                <a:gd name="T54" fmla="*/ 2147483647 w 208"/>
                <a:gd name="T55" fmla="*/ 2147483647 h 200"/>
                <a:gd name="T56" fmla="*/ 2147483647 w 208"/>
                <a:gd name="T57" fmla="*/ 2147483647 h 200"/>
                <a:gd name="T58" fmla="*/ 2147483647 w 208"/>
                <a:gd name="T59" fmla="*/ 2147483647 h 200"/>
                <a:gd name="T60" fmla="*/ 2147483647 w 208"/>
                <a:gd name="T61" fmla="*/ 2147483647 h 200"/>
                <a:gd name="T62" fmla="*/ 2147483647 w 208"/>
                <a:gd name="T63" fmla="*/ 0 h 200"/>
                <a:gd name="T64" fmla="*/ 2147483647 w 208"/>
                <a:gd name="T65" fmla="*/ 2147483647 h 200"/>
                <a:gd name="T66" fmla="*/ 2147483647 w 208"/>
                <a:gd name="T67" fmla="*/ 2147483647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8"/>
                <a:gd name="T103" fmla="*/ 0 h 200"/>
                <a:gd name="T104" fmla="*/ 208 w 208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8" h="200">
                  <a:moveTo>
                    <a:pt x="16" y="24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0" y="112"/>
                  </a:lnTo>
                  <a:lnTo>
                    <a:pt x="24" y="136"/>
                  </a:lnTo>
                  <a:lnTo>
                    <a:pt x="32" y="136"/>
                  </a:lnTo>
                  <a:lnTo>
                    <a:pt x="64" y="144"/>
                  </a:lnTo>
                  <a:lnTo>
                    <a:pt x="72" y="152"/>
                  </a:lnTo>
                  <a:lnTo>
                    <a:pt x="88" y="144"/>
                  </a:lnTo>
                  <a:lnTo>
                    <a:pt x="184" y="192"/>
                  </a:lnTo>
                  <a:lnTo>
                    <a:pt x="192" y="200"/>
                  </a:lnTo>
                  <a:lnTo>
                    <a:pt x="192" y="184"/>
                  </a:lnTo>
                  <a:lnTo>
                    <a:pt x="200" y="184"/>
                  </a:lnTo>
                  <a:lnTo>
                    <a:pt x="208" y="160"/>
                  </a:lnTo>
                  <a:lnTo>
                    <a:pt x="200" y="160"/>
                  </a:lnTo>
                  <a:lnTo>
                    <a:pt x="200" y="64"/>
                  </a:lnTo>
                  <a:lnTo>
                    <a:pt x="200" y="56"/>
                  </a:lnTo>
                  <a:lnTo>
                    <a:pt x="192" y="40"/>
                  </a:lnTo>
                  <a:lnTo>
                    <a:pt x="200" y="32"/>
                  </a:lnTo>
                  <a:lnTo>
                    <a:pt x="200" y="24"/>
                  </a:lnTo>
                  <a:lnTo>
                    <a:pt x="192" y="16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32" y="8"/>
                  </a:lnTo>
                  <a:lnTo>
                    <a:pt x="1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643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104"/>
                <a:gd name="T65" fmla="*/ 56 w 56"/>
                <a:gd name="T66" fmla="*/ 104 h 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644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645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2147483647 w 56"/>
                <a:gd name="T43" fmla="*/ 2147483647 h 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6"/>
                <a:gd name="T67" fmla="*/ 0 h 104"/>
                <a:gd name="T68" fmla="*/ 56 w 56"/>
                <a:gd name="T69" fmla="*/ 104 h 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646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647"/>
            <p:cNvSpPr/>
            <p:nvPr/>
          </p:nvSpPr>
          <p:spPr bwMode="auto">
            <a:xfrm>
              <a:off x="4182153" y="3089233"/>
              <a:ext cx="139270" cy="118435"/>
            </a:xfrm>
            <a:custGeom>
              <a:avLst/>
              <a:gdLst>
                <a:gd name="T0" fmla="*/ 2147483647 w 104"/>
                <a:gd name="T1" fmla="*/ 2147483647 h 88"/>
                <a:gd name="T2" fmla="*/ 2147483647 w 104"/>
                <a:gd name="T3" fmla="*/ 2147483647 h 88"/>
                <a:gd name="T4" fmla="*/ 2147483647 w 104"/>
                <a:gd name="T5" fmla="*/ 2147483647 h 88"/>
                <a:gd name="T6" fmla="*/ 2147483647 w 104"/>
                <a:gd name="T7" fmla="*/ 2147483647 h 88"/>
                <a:gd name="T8" fmla="*/ 2147483647 w 104"/>
                <a:gd name="T9" fmla="*/ 2147483647 h 88"/>
                <a:gd name="T10" fmla="*/ 2147483647 w 104"/>
                <a:gd name="T11" fmla="*/ 0 h 88"/>
                <a:gd name="T12" fmla="*/ 2147483647 w 104"/>
                <a:gd name="T13" fmla="*/ 0 h 88"/>
                <a:gd name="T14" fmla="*/ 2147483647 w 104"/>
                <a:gd name="T15" fmla="*/ 2147483647 h 88"/>
                <a:gd name="T16" fmla="*/ 2147483647 w 104"/>
                <a:gd name="T17" fmla="*/ 2147483647 h 88"/>
                <a:gd name="T18" fmla="*/ 0 w 104"/>
                <a:gd name="T19" fmla="*/ 2147483647 h 88"/>
                <a:gd name="T20" fmla="*/ 2147483647 w 104"/>
                <a:gd name="T21" fmla="*/ 2147483647 h 88"/>
                <a:gd name="T22" fmla="*/ 2147483647 w 104"/>
                <a:gd name="T23" fmla="*/ 2147483647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88"/>
                <a:gd name="T38" fmla="*/ 104 w 104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88">
                  <a:moveTo>
                    <a:pt x="56" y="64"/>
                  </a:moveTo>
                  <a:lnTo>
                    <a:pt x="64" y="56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16" y="48"/>
                  </a:lnTo>
                  <a:lnTo>
                    <a:pt x="0" y="88"/>
                  </a:lnTo>
                  <a:lnTo>
                    <a:pt x="48" y="88"/>
                  </a:lnTo>
                  <a:lnTo>
                    <a:pt x="56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648"/>
            <p:cNvSpPr/>
            <p:nvPr/>
          </p:nvSpPr>
          <p:spPr bwMode="auto">
            <a:xfrm>
              <a:off x="4192022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2147483647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"/>
                <a:gd name="T25" fmla="*/ 0 h 24"/>
                <a:gd name="T26" fmla="*/ 32 w 32"/>
                <a:gd name="T27" fmla="*/ 24 h 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649"/>
            <p:cNvSpPr/>
            <p:nvPr/>
          </p:nvSpPr>
          <p:spPr bwMode="auto">
            <a:xfrm>
              <a:off x="4837930" y="3174769"/>
              <a:ext cx="278541" cy="344338"/>
            </a:xfrm>
            <a:custGeom>
              <a:avLst/>
              <a:gdLst>
                <a:gd name="T0" fmla="*/ 2147483647 w 208"/>
                <a:gd name="T1" fmla="*/ 2147483647 h 256"/>
                <a:gd name="T2" fmla="*/ 2147483647 w 208"/>
                <a:gd name="T3" fmla="*/ 2147483647 h 256"/>
                <a:gd name="T4" fmla="*/ 2147483647 w 208"/>
                <a:gd name="T5" fmla="*/ 2147483647 h 256"/>
                <a:gd name="T6" fmla="*/ 2147483647 w 208"/>
                <a:gd name="T7" fmla="*/ 2147483647 h 256"/>
                <a:gd name="T8" fmla="*/ 2147483647 w 208"/>
                <a:gd name="T9" fmla="*/ 2147483647 h 256"/>
                <a:gd name="T10" fmla="*/ 2147483647 w 208"/>
                <a:gd name="T11" fmla="*/ 2147483647 h 256"/>
                <a:gd name="T12" fmla="*/ 2147483647 w 208"/>
                <a:gd name="T13" fmla="*/ 2147483647 h 256"/>
                <a:gd name="T14" fmla="*/ 2147483647 w 208"/>
                <a:gd name="T15" fmla="*/ 2147483647 h 256"/>
                <a:gd name="T16" fmla="*/ 2147483647 w 208"/>
                <a:gd name="T17" fmla="*/ 2147483647 h 256"/>
                <a:gd name="T18" fmla="*/ 0 w 208"/>
                <a:gd name="T19" fmla="*/ 2147483647 h 256"/>
                <a:gd name="T20" fmla="*/ 2147483647 w 208"/>
                <a:gd name="T21" fmla="*/ 2147483647 h 256"/>
                <a:gd name="T22" fmla="*/ 2147483647 w 208"/>
                <a:gd name="T23" fmla="*/ 2147483647 h 256"/>
                <a:gd name="T24" fmla="*/ 2147483647 w 208"/>
                <a:gd name="T25" fmla="*/ 2147483647 h 256"/>
                <a:gd name="T26" fmla="*/ 2147483647 w 208"/>
                <a:gd name="T27" fmla="*/ 2147483647 h 256"/>
                <a:gd name="T28" fmla="*/ 2147483647 w 208"/>
                <a:gd name="T29" fmla="*/ 2147483647 h 256"/>
                <a:gd name="T30" fmla="*/ 2147483647 w 208"/>
                <a:gd name="T31" fmla="*/ 2147483647 h 256"/>
                <a:gd name="T32" fmla="*/ 2147483647 w 208"/>
                <a:gd name="T33" fmla="*/ 2147483647 h 256"/>
                <a:gd name="T34" fmla="*/ 2147483647 w 208"/>
                <a:gd name="T35" fmla="*/ 2147483647 h 256"/>
                <a:gd name="T36" fmla="*/ 2147483647 w 208"/>
                <a:gd name="T37" fmla="*/ 2147483647 h 256"/>
                <a:gd name="T38" fmla="*/ 2147483647 w 208"/>
                <a:gd name="T39" fmla="*/ 2147483647 h 256"/>
                <a:gd name="T40" fmla="*/ 2147483647 w 208"/>
                <a:gd name="T41" fmla="*/ 2147483647 h 256"/>
                <a:gd name="T42" fmla="*/ 2147483647 w 208"/>
                <a:gd name="T43" fmla="*/ 2147483647 h 256"/>
                <a:gd name="T44" fmla="*/ 2147483647 w 208"/>
                <a:gd name="T45" fmla="*/ 2147483647 h 256"/>
                <a:gd name="T46" fmla="*/ 2147483647 w 208"/>
                <a:gd name="T47" fmla="*/ 2147483647 h 256"/>
                <a:gd name="T48" fmla="*/ 2147483647 w 208"/>
                <a:gd name="T49" fmla="*/ 2147483647 h 256"/>
                <a:gd name="T50" fmla="*/ 2147483647 w 208"/>
                <a:gd name="T51" fmla="*/ 2147483647 h 256"/>
                <a:gd name="T52" fmla="*/ 2147483647 w 208"/>
                <a:gd name="T53" fmla="*/ 2147483647 h 256"/>
                <a:gd name="T54" fmla="*/ 2147483647 w 208"/>
                <a:gd name="T55" fmla="*/ 2147483647 h 256"/>
                <a:gd name="T56" fmla="*/ 2147483647 w 208"/>
                <a:gd name="T57" fmla="*/ 2147483647 h 256"/>
                <a:gd name="T58" fmla="*/ 2147483647 w 208"/>
                <a:gd name="T59" fmla="*/ 2147483647 h 256"/>
                <a:gd name="T60" fmla="*/ 2147483647 w 208"/>
                <a:gd name="T61" fmla="*/ 2147483647 h 256"/>
                <a:gd name="T62" fmla="*/ 2147483647 w 208"/>
                <a:gd name="T63" fmla="*/ 2147483647 h 256"/>
                <a:gd name="T64" fmla="*/ 2147483647 w 208"/>
                <a:gd name="T65" fmla="*/ 2147483647 h 256"/>
                <a:gd name="T66" fmla="*/ 2147483647 w 208"/>
                <a:gd name="T67" fmla="*/ 2147483647 h 256"/>
                <a:gd name="T68" fmla="*/ 2147483647 w 208"/>
                <a:gd name="T69" fmla="*/ 2147483647 h 256"/>
                <a:gd name="T70" fmla="*/ 2147483647 w 208"/>
                <a:gd name="T71" fmla="*/ 0 h 256"/>
                <a:gd name="T72" fmla="*/ 2147483647 w 208"/>
                <a:gd name="T73" fmla="*/ 2147483647 h 256"/>
                <a:gd name="T74" fmla="*/ 2147483647 w 208"/>
                <a:gd name="T75" fmla="*/ 2147483647 h 2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256"/>
                <a:gd name="T116" fmla="*/ 208 w 208"/>
                <a:gd name="T117" fmla="*/ 256 h 2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256">
                  <a:moveTo>
                    <a:pt x="152" y="16"/>
                  </a:moveTo>
                  <a:lnTo>
                    <a:pt x="48" y="16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24" y="96"/>
                  </a:lnTo>
                  <a:lnTo>
                    <a:pt x="8" y="104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16" y="160"/>
                  </a:lnTo>
                  <a:lnTo>
                    <a:pt x="24" y="176"/>
                  </a:lnTo>
                  <a:lnTo>
                    <a:pt x="32" y="200"/>
                  </a:lnTo>
                  <a:lnTo>
                    <a:pt x="48" y="208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20" y="256"/>
                  </a:lnTo>
                  <a:lnTo>
                    <a:pt x="144" y="248"/>
                  </a:lnTo>
                  <a:lnTo>
                    <a:pt x="168" y="240"/>
                  </a:lnTo>
                  <a:lnTo>
                    <a:pt x="176" y="240"/>
                  </a:lnTo>
                  <a:lnTo>
                    <a:pt x="176" y="232"/>
                  </a:lnTo>
                  <a:lnTo>
                    <a:pt x="168" y="224"/>
                  </a:lnTo>
                  <a:lnTo>
                    <a:pt x="160" y="216"/>
                  </a:lnTo>
                  <a:lnTo>
                    <a:pt x="144" y="200"/>
                  </a:lnTo>
                  <a:lnTo>
                    <a:pt x="144" y="192"/>
                  </a:lnTo>
                  <a:lnTo>
                    <a:pt x="152" y="192"/>
                  </a:lnTo>
                  <a:lnTo>
                    <a:pt x="160" y="168"/>
                  </a:lnTo>
                  <a:lnTo>
                    <a:pt x="176" y="152"/>
                  </a:lnTo>
                  <a:lnTo>
                    <a:pt x="184" y="128"/>
                  </a:lnTo>
                  <a:lnTo>
                    <a:pt x="192" y="80"/>
                  </a:lnTo>
                  <a:lnTo>
                    <a:pt x="200" y="72"/>
                  </a:lnTo>
                  <a:lnTo>
                    <a:pt x="208" y="72"/>
                  </a:lnTo>
                  <a:lnTo>
                    <a:pt x="200" y="48"/>
                  </a:lnTo>
                  <a:lnTo>
                    <a:pt x="192" y="16"/>
                  </a:lnTo>
                  <a:lnTo>
                    <a:pt x="176" y="0"/>
                  </a:lnTo>
                  <a:lnTo>
                    <a:pt x="168" y="8"/>
                  </a:lnTo>
                  <a:lnTo>
                    <a:pt x="15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650"/>
            <p:cNvSpPr/>
            <p:nvPr/>
          </p:nvSpPr>
          <p:spPr bwMode="auto">
            <a:xfrm>
              <a:off x="4321423" y="3400672"/>
              <a:ext cx="107468" cy="96502"/>
            </a:xfrm>
            <a:custGeom>
              <a:avLst/>
              <a:gdLst>
                <a:gd name="T0" fmla="*/ 2147483647 w 80"/>
                <a:gd name="T1" fmla="*/ 2147483647 h 72"/>
                <a:gd name="T2" fmla="*/ 2147483647 w 80"/>
                <a:gd name="T3" fmla="*/ 2147483647 h 72"/>
                <a:gd name="T4" fmla="*/ 2147483647 w 80"/>
                <a:gd name="T5" fmla="*/ 2147483647 h 72"/>
                <a:gd name="T6" fmla="*/ 2147483647 w 80"/>
                <a:gd name="T7" fmla="*/ 2147483647 h 72"/>
                <a:gd name="T8" fmla="*/ 2147483647 w 80"/>
                <a:gd name="T9" fmla="*/ 0 h 72"/>
                <a:gd name="T10" fmla="*/ 2147483647 w 80"/>
                <a:gd name="T11" fmla="*/ 0 h 72"/>
                <a:gd name="T12" fmla="*/ 2147483647 w 80"/>
                <a:gd name="T13" fmla="*/ 0 h 72"/>
                <a:gd name="T14" fmla="*/ 2147483647 w 80"/>
                <a:gd name="T15" fmla="*/ 0 h 72"/>
                <a:gd name="T16" fmla="*/ 2147483647 w 80"/>
                <a:gd name="T17" fmla="*/ 0 h 72"/>
                <a:gd name="T18" fmla="*/ 2147483647 w 80"/>
                <a:gd name="T19" fmla="*/ 2147483647 h 72"/>
                <a:gd name="T20" fmla="*/ 2147483647 w 80"/>
                <a:gd name="T21" fmla="*/ 2147483647 h 72"/>
                <a:gd name="T22" fmla="*/ 0 w 80"/>
                <a:gd name="T23" fmla="*/ 2147483647 h 72"/>
                <a:gd name="T24" fmla="*/ 2147483647 w 80"/>
                <a:gd name="T25" fmla="*/ 2147483647 h 72"/>
                <a:gd name="T26" fmla="*/ 2147483647 w 80"/>
                <a:gd name="T27" fmla="*/ 2147483647 h 72"/>
                <a:gd name="T28" fmla="*/ 2147483647 w 80"/>
                <a:gd name="T29" fmla="*/ 2147483647 h 72"/>
                <a:gd name="T30" fmla="*/ 2147483647 w 80"/>
                <a:gd name="T31" fmla="*/ 2147483647 h 72"/>
                <a:gd name="T32" fmla="*/ 2147483647 w 80"/>
                <a:gd name="T33" fmla="*/ 2147483647 h 72"/>
                <a:gd name="T34" fmla="*/ 2147483647 w 80"/>
                <a:gd name="T35" fmla="*/ 2147483647 h 72"/>
                <a:gd name="T36" fmla="*/ 2147483647 w 80"/>
                <a:gd name="T37" fmla="*/ 2147483647 h 72"/>
                <a:gd name="T38" fmla="*/ 2147483647 w 80"/>
                <a:gd name="T39" fmla="*/ 2147483647 h 72"/>
                <a:gd name="T40" fmla="*/ 2147483647 w 80"/>
                <a:gd name="T41" fmla="*/ 2147483647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72"/>
                <a:gd name="T65" fmla="*/ 80 w 80"/>
                <a:gd name="T66" fmla="*/ 72 h 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72">
                  <a:moveTo>
                    <a:pt x="72" y="40"/>
                  </a:moveTo>
                  <a:lnTo>
                    <a:pt x="80" y="24"/>
                  </a:lnTo>
                  <a:lnTo>
                    <a:pt x="72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64" y="64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7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651"/>
            <p:cNvSpPr/>
            <p:nvPr/>
          </p:nvSpPr>
          <p:spPr bwMode="auto">
            <a:xfrm>
              <a:off x="4267689" y="3432474"/>
              <a:ext cx="74570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2147483647 h 48"/>
                <a:gd name="T10" fmla="*/ 2147483647 w 56"/>
                <a:gd name="T11" fmla="*/ 0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0 w 56"/>
                <a:gd name="T17" fmla="*/ 2147483647 h 48"/>
                <a:gd name="T18" fmla="*/ 2147483647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48" y="32"/>
                  </a:move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652"/>
            <p:cNvSpPr/>
            <p:nvPr/>
          </p:nvSpPr>
          <p:spPr bwMode="auto">
            <a:xfrm>
              <a:off x="4234791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0 h 40"/>
                <a:gd name="T6" fmla="*/ 2147483647 w 40"/>
                <a:gd name="T7" fmla="*/ 0 h 40"/>
                <a:gd name="T8" fmla="*/ 2147483647 w 40"/>
                <a:gd name="T9" fmla="*/ 2147483647 h 40"/>
                <a:gd name="T10" fmla="*/ 0 w 40"/>
                <a:gd name="T11" fmla="*/ 2147483647 h 40"/>
                <a:gd name="T12" fmla="*/ 2147483647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40"/>
                <a:gd name="T32" fmla="*/ 40 w 40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653"/>
            <p:cNvSpPr/>
            <p:nvPr/>
          </p:nvSpPr>
          <p:spPr bwMode="auto">
            <a:xfrm>
              <a:off x="4196409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0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2147483647 w 32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24"/>
                <a:gd name="T29" fmla="*/ 32 w 3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654"/>
            <p:cNvSpPr/>
            <p:nvPr/>
          </p:nvSpPr>
          <p:spPr bwMode="auto">
            <a:xfrm>
              <a:off x="4239177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2147483647 h 40"/>
                <a:gd name="T6" fmla="*/ 2147483647 w 40"/>
                <a:gd name="T7" fmla="*/ 0 h 40"/>
                <a:gd name="T8" fmla="*/ 2147483647 w 40"/>
                <a:gd name="T9" fmla="*/ 0 h 40"/>
                <a:gd name="T10" fmla="*/ 2147483647 w 40"/>
                <a:gd name="T11" fmla="*/ 2147483647 h 40"/>
                <a:gd name="T12" fmla="*/ 0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2147483647 w 40"/>
                <a:gd name="T21" fmla="*/ 2147483647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40"/>
                <a:gd name="T35" fmla="*/ 40 w 40"/>
                <a:gd name="T36" fmla="*/ 40 h 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655"/>
            <p:cNvSpPr/>
            <p:nvPr/>
          </p:nvSpPr>
          <p:spPr bwMode="auto">
            <a:xfrm>
              <a:off x="4321423" y="3089233"/>
              <a:ext cx="1097" cy="10966"/>
            </a:xfrm>
            <a:custGeom>
              <a:avLst/>
              <a:gdLst>
                <a:gd name="T0" fmla="*/ 0 w 1942"/>
                <a:gd name="T1" fmla="*/ 0 h 8"/>
                <a:gd name="T2" fmla="*/ 0 w 1942"/>
                <a:gd name="T3" fmla="*/ 2147483647 h 8"/>
                <a:gd name="T4" fmla="*/ 0 w 1942"/>
                <a:gd name="T5" fmla="*/ 0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0"/>
                  </a:move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656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2147483647 w 257"/>
                <a:gd name="T39" fmla="*/ 2147483647 h 264"/>
                <a:gd name="T40" fmla="*/ 2147483647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0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0 w 257"/>
                <a:gd name="T73" fmla="*/ 2147483647 h 264"/>
                <a:gd name="T74" fmla="*/ 0 w 257"/>
                <a:gd name="T75" fmla="*/ 2147483647 h 264"/>
                <a:gd name="T76" fmla="*/ 0 w 257"/>
                <a:gd name="T77" fmla="*/ 2147483647 h 264"/>
                <a:gd name="T78" fmla="*/ 2147483647 w 257"/>
                <a:gd name="T79" fmla="*/ 2147483647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7"/>
                <a:gd name="T121" fmla="*/ 0 h 264"/>
                <a:gd name="T122" fmla="*/ 257 w 257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Rectangle 657"/>
            <p:cNvSpPr>
              <a:spLocks noChangeArrowheads="1"/>
            </p:cNvSpPr>
            <p:nvPr/>
          </p:nvSpPr>
          <p:spPr bwMode="auto">
            <a:xfrm>
              <a:off x="4321423" y="3089233"/>
              <a:ext cx="0" cy="10966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7" name="Freeform 658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0 w 257"/>
                <a:gd name="T39" fmla="*/ 2147483647 h 264"/>
                <a:gd name="T40" fmla="*/ 0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2147483647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2147483647 w 257"/>
                <a:gd name="T73" fmla="*/ 2147483647 h 264"/>
                <a:gd name="T74" fmla="*/ 2147483647 w 257"/>
                <a:gd name="T75" fmla="*/ 2147483647 h 264"/>
                <a:gd name="T76" fmla="*/ 2147483647 w 257"/>
                <a:gd name="T77" fmla="*/ 2147483647 h 264"/>
                <a:gd name="T78" fmla="*/ 2147483647 w 257"/>
                <a:gd name="T79" fmla="*/ 2147483647 h 264"/>
                <a:gd name="T80" fmla="*/ 0 w 257"/>
                <a:gd name="T81" fmla="*/ 2147483647 h 264"/>
                <a:gd name="T82" fmla="*/ 0 w 257"/>
                <a:gd name="T83" fmla="*/ 2147483647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7"/>
                <a:gd name="T127" fmla="*/ 0 h 264"/>
                <a:gd name="T128" fmla="*/ 257 w 25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659"/>
            <p:cNvSpPr/>
            <p:nvPr/>
          </p:nvSpPr>
          <p:spPr bwMode="auto">
            <a:xfrm>
              <a:off x="4342259" y="2874296"/>
              <a:ext cx="10966" cy="1097"/>
            </a:xfrm>
            <a:custGeom>
              <a:avLst/>
              <a:gdLst>
                <a:gd name="T0" fmla="*/ 2147483647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8" y="0"/>
                  </a:move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660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Rectangle 661"/>
            <p:cNvSpPr>
              <a:spLocks noChangeArrowheads="1"/>
            </p:cNvSpPr>
            <p:nvPr/>
          </p:nvSpPr>
          <p:spPr bwMode="auto">
            <a:xfrm>
              <a:off x="4342259" y="2874296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21" name="Freeform 662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w 8"/>
                <a:gd name="T7" fmla="*/ 0 h 19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943"/>
                <a:gd name="T14" fmla="*/ 8 w 8"/>
                <a:gd name="T15" fmla="*/ 1943 h 19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663"/>
            <p:cNvSpPr/>
            <p:nvPr/>
          </p:nvSpPr>
          <p:spPr bwMode="auto">
            <a:xfrm>
              <a:off x="4310457" y="2755862"/>
              <a:ext cx="203971" cy="161203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0 h 120"/>
                <a:gd name="T12" fmla="*/ 2147483647 w 152"/>
                <a:gd name="T13" fmla="*/ 0 h 120"/>
                <a:gd name="T14" fmla="*/ 2147483647 w 152"/>
                <a:gd name="T15" fmla="*/ 0 h 120"/>
                <a:gd name="T16" fmla="*/ 2147483647 w 152"/>
                <a:gd name="T17" fmla="*/ 0 h 120"/>
                <a:gd name="T18" fmla="*/ 0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2147483647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2147483647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2147483647 w 152"/>
                <a:gd name="T45" fmla="*/ 2147483647 h 120"/>
                <a:gd name="T46" fmla="*/ 2147483647 w 152"/>
                <a:gd name="T47" fmla="*/ 2147483647 h 120"/>
                <a:gd name="T48" fmla="*/ 2147483647 w 152"/>
                <a:gd name="T49" fmla="*/ 2147483647 h 120"/>
                <a:gd name="T50" fmla="*/ 2147483647 w 152"/>
                <a:gd name="T51" fmla="*/ 2147483647 h 120"/>
                <a:gd name="T52" fmla="*/ 2147483647 w 152"/>
                <a:gd name="T53" fmla="*/ 2147483647 h 120"/>
                <a:gd name="T54" fmla="*/ 2147483647 w 152"/>
                <a:gd name="T55" fmla="*/ 2147483647 h 120"/>
                <a:gd name="T56" fmla="*/ 2147483647 w 152"/>
                <a:gd name="T57" fmla="*/ 2147483647 h 120"/>
                <a:gd name="T58" fmla="*/ 2147483647 w 152"/>
                <a:gd name="T59" fmla="*/ 2147483647 h 120"/>
                <a:gd name="T60" fmla="*/ 2147483647 w 152"/>
                <a:gd name="T61" fmla="*/ 2147483647 h 120"/>
                <a:gd name="T62" fmla="*/ 2147483647 w 152"/>
                <a:gd name="T63" fmla="*/ 2147483647 h 120"/>
                <a:gd name="T64" fmla="*/ 2147483647 w 152"/>
                <a:gd name="T65" fmla="*/ 2147483647 h 120"/>
                <a:gd name="T66" fmla="*/ 2147483647 w 152"/>
                <a:gd name="T67" fmla="*/ 2147483647 h 1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20"/>
                <a:gd name="T104" fmla="*/ 152 w 152"/>
                <a:gd name="T105" fmla="*/ 120 h 1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20">
                  <a:moveTo>
                    <a:pt x="136" y="16"/>
                  </a:moveTo>
                  <a:lnTo>
                    <a:pt x="128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48" y="120"/>
                  </a:lnTo>
                  <a:lnTo>
                    <a:pt x="72" y="112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664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0 h 80"/>
                <a:gd name="T20" fmla="*/ 2147483647 w 40"/>
                <a:gd name="T21" fmla="*/ 0 h 80"/>
                <a:gd name="T22" fmla="*/ 2147483647 w 40"/>
                <a:gd name="T23" fmla="*/ 0 h 80"/>
                <a:gd name="T24" fmla="*/ 2147483647 w 40"/>
                <a:gd name="T25" fmla="*/ 2147483647 h 80"/>
                <a:gd name="T26" fmla="*/ 0 w 40"/>
                <a:gd name="T27" fmla="*/ 2147483647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2147483647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0"/>
                <a:gd name="T67" fmla="*/ 0 h 80"/>
                <a:gd name="T68" fmla="*/ 40 w 40"/>
                <a:gd name="T69" fmla="*/ 80 h 8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0" h="80">
                  <a:moveTo>
                    <a:pt x="24" y="64"/>
                  </a:move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65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66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2147483647 h 80"/>
                <a:gd name="T20" fmla="*/ 2147483647 w 40"/>
                <a:gd name="T21" fmla="*/ 2147483647 h 80"/>
                <a:gd name="T22" fmla="*/ 2147483647 w 40"/>
                <a:gd name="T23" fmla="*/ 0 h 80"/>
                <a:gd name="T24" fmla="*/ 2147483647 w 40"/>
                <a:gd name="T25" fmla="*/ 0 h 80"/>
                <a:gd name="T26" fmla="*/ 2147483647 w 40"/>
                <a:gd name="T27" fmla="*/ 0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0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2147483647 w 40"/>
                <a:gd name="T45" fmla="*/ 2147483647 h 80"/>
                <a:gd name="T46" fmla="*/ 2147483647 w 40"/>
                <a:gd name="T47" fmla="*/ 2147483647 h 80"/>
                <a:gd name="T48" fmla="*/ 2147483647 w 40"/>
                <a:gd name="T49" fmla="*/ 2147483647 h 8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80"/>
                <a:gd name="T77" fmla="*/ 40 w 40"/>
                <a:gd name="T78" fmla="*/ 80 h 8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80">
                  <a:moveTo>
                    <a:pt x="24" y="64"/>
                  </a:moveTo>
                  <a:lnTo>
                    <a:pt x="24" y="6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67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68"/>
            <p:cNvSpPr/>
            <p:nvPr/>
          </p:nvSpPr>
          <p:spPr bwMode="auto">
            <a:xfrm>
              <a:off x="4342259" y="2874296"/>
              <a:ext cx="2193" cy="21932"/>
            </a:xfrm>
            <a:custGeom>
              <a:avLst/>
              <a:gdLst>
                <a:gd name="T0" fmla="*/ 0 w 1942"/>
                <a:gd name="T1" fmla="*/ 0 h 16"/>
                <a:gd name="T2" fmla="*/ 0 w 1942"/>
                <a:gd name="T3" fmla="*/ 2147483647 h 16"/>
                <a:gd name="T4" fmla="*/ 0 w 1942"/>
                <a:gd name="T5" fmla="*/ 2147483647 h 16"/>
                <a:gd name="T6" fmla="*/ 0 w 1942"/>
                <a:gd name="T7" fmla="*/ 2147483647 h 16"/>
                <a:gd name="T8" fmla="*/ 0 w 19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2"/>
                <a:gd name="T16" fmla="*/ 0 h 16"/>
                <a:gd name="T17" fmla="*/ 1942 w 19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2" h="16">
                  <a:moveTo>
                    <a:pt x="0" y="0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69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70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71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72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w 1942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2"/>
                <a:gd name="T13" fmla="*/ 0 h 8"/>
                <a:gd name="T14" fmla="*/ 1942 w 1942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73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0 w 8"/>
                <a:gd name="T5" fmla="*/ 0 h 8"/>
                <a:gd name="T6" fmla="*/ 0 60000 65536"/>
                <a:gd name="T7" fmla="*/ 0 60000 65536"/>
                <a:gd name="T8" fmla="*/ 0 60000 65536"/>
                <a:gd name="T9" fmla="*/ 0 w 8"/>
                <a:gd name="T10" fmla="*/ 0 h 8"/>
                <a:gd name="T11" fmla="*/ 8 w 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74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75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2147483647 w 8"/>
                <a:gd name="T5" fmla="*/ 2147483647 h 8"/>
                <a:gd name="T6" fmla="*/ 0 w 8"/>
                <a:gd name="T7" fmla="*/ 0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76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77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2147483647 h 152"/>
                <a:gd name="T26" fmla="*/ 0 w 96"/>
                <a:gd name="T27" fmla="*/ 2147483647 h 152"/>
                <a:gd name="T28" fmla="*/ 2147483647 w 96"/>
                <a:gd name="T29" fmla="*/ 2147483647 h 152"/>
                <a:gd name="T30" fmla="*/ 2147483647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6"/>
                <a:gd name="T82" fmla="*/ 0 h 152"/>
                <a:gd name="T83" fmla="*/ 96 w 96"/>
                <a:gd name="T84" fmla="*/ 152 h 1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8"/>
            <p:cNvSpPr/>
            <p:nvPr/>
          </p:nvSpPr>
          <p:spPr bwMode="auto">
            <a:xfrm>
              <a:off x="6211990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2147483647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0 h 1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8"/>
                <a:gd name="T85" fmla="*/ 0 h 184"/>
                <a:gd name="T86" fmla="*/ 88 w 88"/>
                <a:gd name="T87" fmla="*/ 184 h 1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79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0 h 152"/>
                <a:gd name="T26" fmla="*/ 2147483647 w 96"/>
                <a:gd name="T27" fmla="*/ 2147483647 h 152"/>
                <a:gd name="T28" fmla="*/ 0 w 96"/>
                <a:gd name="T29" fmla="*/ 2147483647 h 152"/>
                <a:gd name="T30" fmla="*/ 0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2147483647 w 96"/>
                <a:gd name="T55" fmla="*/ 2147483647 h 152"/>
                <a:gd name="T56" fmla="*/ 2147483647 w 96"/>
                <a:gd name="T57" fmla="*/ 2147483647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6"/>
                <a:gd name="T88" fmla="*/ 0 h 152"/>
                <a:gd name="T89" fmla="*/ 96 w 96"/>
                <a:gd name="T90" fmla="*/ 152 h 15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80"/>
            <p:cNvSpPr/>
            <p:nvPr/>
          </p:nvSpPr>
          <p:spPr bwMode="auto">
            <a:xfrm>
              <a:off x="6216376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0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2147483647 h 184"/>
                <a:gd name="T56" fmla="*/ 2147483647 w 88"/>
                <a:gd name="T57" fmla="*/ 0 h 18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"/>
                <a:gd name="T88" fmla="*/ 0 h 184"/>
                <a:gd name="T89" fmla="*/ 88 w 88"/>
                <a:gd name="T90" fmla="*/ 184 h 18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Freeform 681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48"/>
                <a:gd name="T38" fmla="*/ 104 w 104"/>
                <a:gd name="T39" fmla="*/ 48 h 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Freeform 682"/>
            <p:cNvSpPr/>
            <p:nvPr/>
          </p:nvSpPr>
          <p:spPr bwMode="auto">
            <a:xfrm>
              <a:off x="5728382" y="2509124"/>
              <a:ext cx="1030819" cy="719380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Freeform 683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Freeform 684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2147483647 w 104"/>
                <a:gd name="T25" fmla="*/ 21474836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4"/>
                <a:gd name="T40" fmla="*/ 0 h 48"/>
                <a:gd name="T41" fmla="*/ 104 w 104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Freeform 685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Freeform 686"/>
            <p:cNvSpPr/>
            <p:nvPr/>
          </p:nvSpPr>
          <p:spPr bwMode="auto">
            <a:xfrm>
              <a:off x="4815998" y="1897212"/>
              <a:ext cx="183135" cy="398071"/>
            </a:xfrm>
            <a:custGeom>
              <a:avLst/>
              <a:gdLst>
                <a:gd name="T0" fmla="*/ 2147483647 w 136"/>
                <a:gd name="T1" fmla="*/ 2147483647 h 296"/>
                <a:gd name="T2" fmla="*/ 2147483647 w 136"/>
                <a:gd name="T3" fmla="*/ 2147483647 h 296"/>
                <a:gd name="T4" fmla="*/ 2147483647 w 136"/>
                <a:gd name="T5" fmla="*/ 2147483647 h 296"/>
                <a:gd name="T6" fmla="*/ 2147483647 w 136"/>
                <a:gd name="T7" fmla="*/ 2147483647 h 296"/>
                <a:gd name="T8" fmla="*/ 2147483647 w 136"/>
                <a:gd name="T9" fmla="*/ 2147483647 h 296"/>
                <a:gd name="T10" fmla="*/ 2147483647 w 136"/>
                <a:gd name="T11" fmla="*/ 2147483647 h 296"/>
                <a:gd name="T12" fmla="*/ 2147483647 w 136"/>
                <a:gd name="T13" fmla="*/ 2147483647 h 296"/>
                <a:gd name="T14" fmla="*/ 2147483647 w 136"/>
                <a:gd name="T15" fmla="*/ 2147483647 h 296"/>
                <a:gd name="T16" fmla="*/ 2147483647 w 136"/>
                <a:gd name="T17" fmla="*/ 2147483647 h 296"/>
                <a:gd name="T18" fmla="*/ 2147483647 w 136"/>
                <a:gd name="T19" fmla="*/ 2147483647 h 296"/>
                <a:gd name="T20" fmla="*/ 2147483647 w 136"/>
                <a:gd name="T21" fmla="*/ 2147483647 h 296"/>
                <a:gd name="T22" fmla="*/ 2147483647 w 136"/>
                <a:gd name="T23" fmla="*/ 2147483647 h 296"/>
                <a:gd name="T24" fmla="*/ 2147483647 w 136"/>
                <a:gd name="T25" fmla="*/ 2147483647 h 296"/>
                <a:gd name="T26" fmla="*/ 2147483647 w 136"/>
                <a:gd name="T27" fmla="*/ 2147483647 h 296"/>
                <a:gd name="T28" fmla="*/ 2147483647 w 136"/>
                <a:gd name="T29" fmla="*/ 2147483647 h 296"/>
                <a:gd name="T30" fmla="*/ 2147483647 w 136"/>
                <a:gd name="T31" fmla="*/ 2147483647 h 296"/>
                <a:gd name="T32" fmla="*/ 2147483647 w 136"/>
                <a:gd name="T33" fmla="*/ 2147483647 h 296"/>
                <a:gd name="T34" fmla="*/ 2147483647 w 136"/>
                <a:gd name="T35" fmla="*/ 0 h 296"/>
                <a:gd name="T36" fmla="*/ 2147483647 w 136"/>
                <a:gd name="T37" fmla="*/ 0 h 296"/>
                <a:gd name="T38" fmla="*/ 2147483647 w 136"/>
                <a:gd name="T39" fmla="*/ 2147483647 h 296"/>
                <a:gd name="T40" fmla="*/ 2147483647 w 136"/>
                <a:gd name="T41" fmla="*/ 2147483647 h 296"/>
                <a:gd name="T42" fmla="*/ 2147483647 w 136"/>
                <a:gd name="T43" fmla="*/ 2147483647 h 296"/>
                <a:gd name="T44" fmla="*/ 2147483647 w 136"/>
                <a:gd name="T45" fmla="*/ 2147483647 h 296"/>
                <a:gd name="T46" fmla="*/ 2147483647 w 136"/>
                <a:gd name="T47" fmla="*/ 2147483647 h 296"/>
                <a:gd name="T48" fmla="*/ 2147483647 w 136"/>
                <a:gd name="T49" fmla="*/ 2147483647 h 296"/>
                <a:gd name="T50" fmla="*/ 2147483647 w 136"/>
                <a:gd name="T51" fmla="*/ 2147483647 h 296"/>
                <a:gd name="T52" fmla="*/ 2147483647 w 136"/>
                <a:gd name="T53" fmla="*/ 2147483647 h 296"/>
                <a:gd name="T54" fmla="*/ 0 w 136"/>
                <a:gd name="T55" fmla="*/ 2147483647 h 296"/>
                <a:gd name="T56" fmla="*/ 2147483647 w 136"/>
                <a:gd name="T57" fmla="*/ 2147483647 h 296"/>
                <a:gd name="T58" fmla="*/ 2147483647 w 136"/>
                <a:gd name="T59" fmla="*/ 2147483647 h 296"/>
                <a:gd name="T60" fmla="*/ 2147483647 w 136"/>
                <a:gd name="T61" fmla="*/ 2147483647 h 296"/>
                <a:gd name="T62" fmla="*/ 2147483647 w 136"/>
                <a:gd name="T63" fmla="*/ 2147483647 h 296"/>
                <a:gd name="T64" fmla="*/ 2147483647 w 136"/>
                <a:gd name="T65" fmla="*/ 2147483647 h 296"/>
                <a:gd name="T66" fmla="*/ 2147483647 w 136"/>
                <a:gd name="T67" fmla="*/ 2147483647 h 296"/>
                <a:gd name="T68" fmla="*/ 2147483647 w 136"/>
                <a:gd name="T69" fmla="*/ 2147483647 h 296"/>
                <a:gd name="T70" fmla="*/ 2147483647 w 136"/>
                <a:gd name="T71" fmla="*/ 2147483647 h 296"/>
                <a:gd name="T72" fmla="*/ 2147483647 w 136"/>
                <a:gd name="T73" fmla="*/ 2147483647 h 296"/>
                <a:gd name="T74" fmla="*/ 2147483647 w 136"/>
                <a:gd name="T75" fmla="*/ 2147483647 h 296"/>
                <a:gd name="T76" fmla="*/ 2147483647 w 136"/>
                <a:gd name="T77" fmla="*/ 2147483647 h 296"/>
                <a:gd name="T78" fmla="*/ 2147483647 w 136"/>
                <a:gd name="T79" fmla="*/ 2147483647 h 296"/>
                <a:gd name="T80" fmla="*/ 2147483647 w 136"/>
                <a:gd name="T81" fmla="*/ 2147483647 h 296"/>
                <a:gd name="T82" fmla="*/ 2147483647 w 136"/>
                <a:gd name="T83" fmla="*/ 2147483647 h 296"/>
                <a:gd name="T84" fmla="*/ 2147483647 w 136"/>
                <a:gd name="T85" fmla="*/ 2147483647 h 296"/>
                <a:gd name="T86" fmla="*/ 2147483647 w 136"/>
                <a:gd name="T87" fmla="*/ 2147483647 h 296"/>
                <a:gd name="T88" fmla="*/ 2147483647 w 136"/>
                <a:gd name="T89" fmla="*/ 2147483647 h 296"/>
                <a:gd name="T90" fmla="*/ 2147483647 w 136"/>
                <a:gd name="T91" fmla="*/ 2147483647 h 296"/>
                <a:gd name="T92" fmla="*/ 2147483647 w 136"/>
                <a:gd name="T93" fmla="*/ 2147483647 h 296"/>
                <a:gd name="T94" fmla="*/ 2147483647 w 136"/>
                <a:gd name="T95" fmla="*/ 2147483647 h 296"/>
                <a:gd name="T96" fmla="*/ 2147483647 w 136"/>
                <a:gd name="T97" fmla="*/ 2147483647 h 296"/>
                <a:gd name="T98" fmla="*/ 2147483647 w 136"/>
                <a:gd name="T99" fmla="*/ 2147483647 h 296"/>
                <a:gd name="T100" fmla="*/ 2147483647 w 136"/>
                <a:gd name="T101" fmla="*/ 2147483647 h 296"/>
                <a:gd name="T102" fmla="*/ 2147483647 w 136"/>
                <a:gd name="T103" fmla="*/ 2147483647 h 296"/>
                <a:gd name="T104" fmla="*/ 2147483647 w 136"/>
                <a:gd name="T105" fmla="*/ 2147483647 h 2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6"/>
                <a:gd name="T160" fmla="*/ 0 h 296"/>
                <a:gd name="T161" fmla="*/ 136 w 136"/>
                <a:gd name="T162" fmla="*/ 296 h 2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6" h="296">
                  <a:moveTo>
                    <a:pt x="136" y="216"/>
                  </a:moveTo>
                  <a:lnTo>
                    <a:pt x="128" y="216"/>
                  </a:lnTo>
                  <a:lnTo>
                    <a:pt x="120" y="208"/>
                  </a:lnTo>
                  <a:lnTo>
                    <a:pt x="128" y="184"/>
                  </a:lnTo>
                  <a:lnTo>
                    <a:pt x="120" y="176"/>
                  </a:lnTo>
                  <a:lnTo>
                    <a:pt x="120" y="168"/>
                  </a:lnTo>
                  <a:lnTo>
                    <a:pt x="120" y="160"/>
                  </a:lnTo>
                  <a:lnTo>
                    <a:pt x="112" y="152"/>
                  </a:lnTo>
                  <a:lnTo>
                    <a:pt x="120" y="144"/>
                  </a:lnTo>
                  <a:lnTo>
                    <a:pt x="112" y="104"/>
                  </a:lnTo>
                  <a:lnTo>
                    <a:pt x="120" y="80"/>
                  </a:lnTo>
                  <a:lnTo>
                    <a:pt x="112" y="64"/>
                  </a:lnTo>
                  <a:lnTo>
                    <a:pt x="104" y="56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12" y="24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72" y="8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0" y="136"/>
                  </a:lnTo>
                  <a:lnTo>
                    <a:pt x="40" y="144"/>
                  </a:lnTo>
                  <a:lnTo>
                    <a:pt x="48" y="144"/>
                  </a:lnTo>
                  <a:lnTo>
                    <a:pt x="56" y="160"/>
                  </a:lnTo>
                  <a:lnTo>
                    <a:pt x="40" y="192"/>
                  </a:lnTo>
                  <a:lnTo>
                    <a:pt x="16" y="208"/>
                  </a:lnTo>
                  <a:lnTo>
                    <a:pt x="8" y="232"/>
                  </a:lnTo>
                  <a:lnTo>
                    <a:pt x="8" y="264"/>
                  </a:lnTo>
                  <a:lnTo>
                    <a:pt x="16" y="280"/>
                  </a:lnTo>
                  <a:lnTo>
                    <a:pt x="24" y="288"/>
                  </a:lnTo>
                  <a:lnTo>
                    <a:pt x="32" y="296"/>
                  </a:lnTo>
                  <a:lnTo>
                    <a:pt x="48" y="296"/>
                  </a:lnTo>
                  <a:lnTo>
                    <a:pt x="80" y="288"/>
                  </a:lnTo>
                  <a:lnTo>
                    <a:pt x="88" y="288"/>
                  </a:lnTo>
                  <a:lnTo>
                    <a:pt x="136" y="232"/>
                  </a:lnTo>
                  <a:lnTo>
                    <a:pt x="136" y="2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6" name="Freeform 687"/>
            <p:cNvSpPr/>
            <p:nvPr/>
          </p:nvSpPr>
          <p:spPr bwMode="auto">
            <a:xfrm>
              <a:off x="5010098" y="2531056"/>
              <a:ext cx="9870" cy="10966"/>
            </a:xfrm>
            <a:custGeom>
              <a:avLst/>
              <a:gdLst>
                <a:gd name="T0" fmla="*/ 2147483647 w 8"/>
                <a:gd name="T1" fmla="*/ 2147483647 h 8"/>
                <a:gd name="T2" fmla="*/ 0 w 8"/>
                <a:gd name="T3" fmla="*/ 0 h 8"/>
                <a:gd name="T4" fmla="*/ 0 w 8"/>
                <a:gd name="T5" fmla="*/ 2147483647 h 8"/>
                <a:gd name="T6" fmla="*/ 2147483647 w 8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8"/>
                <a:gd name="T14" fmla="*/ 8 w 8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8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7" name="Freeform 688"/>
            <p:cNvSpPr/>
            <p:nvPr/>
          </p:nvSpPr>
          <p:spPr bwMode="auto">
            <a:xfrm>
              <a:off x="4934432" y="1446502"/>
              <a:ext cx="2597884" cy="1395993"/>
            </a:xfrm>
            <a:custGeom>
              <a:avLst/>
              <a:gdLst>
                <a:gd name="T0" fmla="*/ 2147483647 w 1936"/>
                <a:gd name="T1" fmla="*/ 2147483647 h 1040"/>
                <a:gd name="T2" fmla="*/ 2147483647 w 1936"/>
                <a:gd name="T3" fmla="*/ 2147483647 h 1040"/>
                <a:gd name="T4" fmla="*/ 2147483647 w 1936"/>
                <a:gd name="T5" fmla="*/ 2147483647 h 1040"/>
                <a:gd name="T6" fmla="*/ 2147483647 w 1936"/>
                <a:gd name="T7" fmla="*/ 2147483647 h 1040"/>
                <a:gd name="T8" fmla="*/ 2147483647 w 1936"/>
                <a:gd name="T9" fmla="*/ 2147483647 h 1040"/>
                <a:gd name="T10" fmla="*/ 2147483647 w 1936"/>
                <a:gd name="T11" fmla="*/ 2147483647 h 1040"/>
                <a:gd name="T12" fmla="*/ 2147483647 w 1936"/>
                <a:gd name="T13" fmla="*/ 2147483647 h 1040"/>
                <a:gd name="T14" fmla="*/ 2147483647 w 1936"/>
                <a:gd name="T15" fmla="*/ 2147483647 h 1040"/>
                <a:gd name="T16" fmla="*/ 2147483647 w 1936"/>
                <a:gd name="T17" fmla="*/ 2147483647 h 1040"/>
                <a:gd name="T18" fmla="*/ 2147483647 w 1936"/>
                <a:gd name="T19" fmla="*/ 2147483647 h 1040"/>
                <a:gd name="T20" fmla="*/ 2147483647 w 1936"/>
                <a:gd name="T21" fmla="*/ 2147483647 h 1040"/>
                <a:gd name="T22" fmla="*/ 2147483647 w 1936"/>
                <a:gd name="T23" fmla="*/ 2147483647 h 1040"/>
                <a:gd name="T24" fmla="*/ 2147483647 w 1936"/>
                <a:gd name="T25" fmla="*/ 2147483647 h 1040"/>
                <a:gd name="T26" fmla="*/ 2147483647 w 1936"/>
                <a:gd name="T27" fmla="*/ 2147483647 h 1040"/>
                <a:gd name="T28" fmla="*/ 2147483647 w 1936"/>
                <a:gd name="T29" fmla="*/ 2147483647 h 1040"/>
                <a:gd name="T30" fmla="*/ 2147483647 w 1936"/>
                <a:gd name="T31" fmla="*/ 2147483647 h 1040"/>
                <a:gd name="T32" fmla="*/ 2147483647 w 1936"/>
                <a:gd name="T33" fmla="*/ 2147483647 h 1040"/>
                <a:gd name="T34" fmla="*/ 2147483647 w 1936"/>
                <a:gd name="T35" fmla="*/ 2147483647 h 1040"/>
                <a:gd name="T36" fmla="*/ 2147483647 w 1936"/>
                <a:gd name="T37" fmla="*/ 2147483647 h 1040"/>
                <a:gd name="T38" fmla="*/ 2147483647 w 1936"/>
                <a:gd name="T39" fmla="*/ 2147483647 h 1040"/>
                <a:gd name="T40" fmla="*/ 2147483647 w 1936"/>
                <a:gd name="T41" fmla="*/ 2147483647 h 1040"/>
                <a:gd name="T42" fmla="*/ 2147483647 w 1936"/>
                <a:gd name="T43" fmla="*/ 2147483647 h 1040"/>
                <a:gd name="T44" fmla="*/ 2147483647 w 1936"/>
                <a:gd name="T45" fmla="*/ 2147483647 h 1040"/>
                <a:gd name="T46" fmla="*/ 2147483647 w 1936"/>
                <a:gd name="T47" fmla="*/ 2147483647 h 1040"/>
                <a:gd name="T48" fmla="*/ 2147483647 w 1936"/>
                <a:gd name="T49" fmla="*/ 2147483647 h 1040"/>
                <a:gd name="T50" fmla="*/ 2147483647 w 1936"/>
                <a:gd name="T51" fmla="*/ 2147483647 h 1040"/>
                <a:gd name="T52" fmla="*/ 2147483647 w 1936"/>
                <a:gd name="T53" fmla="*/ 2147483647 h 1040"/>
                <a:gd name="T54" fmla="*/ 2147483647 w 1936"/>
                <a:gd name="T55" fmla="*/ 2147483647 h 1040"/>
                <a:gd name="T56" fmla="*/ 2147483647 w 1936"/>
                <a:gd name="T57" fmla="*/ 2147483647 h 1040"/>
                <a:gd name="T58" fmla="*/ 2147483647 w 1936"/>
                <a:gd name="T59" fmla="*/ 2147483647 h 1040"/>
                <a:gd name="T60" fmla="*/ 2147483647 w 1936"/>
                <a:gd name="T61" fmla="*/ 2147483647 h 1040"/>
                <a:gd name="T62" fmla="*/ 2147483647 w 1936"/>
                <a:gd name="T63" fmla="*/ 2147483647 h 1040"/>
                <a:gd name="T64" fmla="*/ 2147483647 w 1936"/>
                <a:gd name="T65" fmla="*/ 2147483647 h 1040"/>
                <a:gd name="T66" fmla="*/ 2147483647 w 1936"/>
                <a:gd name="T67" fmla="*/ 2147483647 h 1040"/>
                <a:gd name="T68" fmla="*/ 2147483647 w 1936"/>
                <a:gd name="T69" fmla="*/ 2147483647 h 1040"/>
                <a:gd name="T70" fmla="*/ 2147483647 w 1936"/>
                <a:gd name="T71" fmla="*/ 2147483647 h 1040"/>
                <a:gd name="T72" fmla="*/ 2147483647 w 1936"/>
                <a:gd name="T73" fmla="*/ 2147483647 h 1040"/>
                <a:gd name="T74" fmla="*/ 2147483647 w 1936"/>
                <a:gd name="T75" fmla="*/ 2147483647 h 1040"/>
                <a:gd name="T76" fmla="*/ 2147483647 w 1936"/>
                <a:gd name="T77" fmla="*/ 2147483647 h 1040"/>
                <a:gd name="T78" fmla="*/ 2147483647 w 1936"/>
                <a:gd name="T79" fmla="*/ 2147483647 h 1040"/>
                <a:gd name="T80" fmla="*/ 2147483647 w 1936"/>
                <a:gd name="T81" fmla="*/ 2147483647 h 1040"/>
                <a:gd name="T82" fmla="*/ 2147483647 w 1936"/>
                <a:gd name="T83" fmla="*/ 2147483647 h 1040"/>
                <a:gd name="T84" fmla="*/ 2147483647 w 1936"/>
                <a:gd name="T85" fmla="*/ 2147483647 h 1040"/>
                <a:gd name="T86" fmla="*/ 2147483647 w 1936"/>
                <a:gd name="T87" fmla="*/ 2147483647 h 1040"/>
                <a:gd name="T88" fmla="*/ 2147483647 w 1936"/>
                <a:gd name="T89" fmla="*/ 2147483647 h 1040"/>
                <a:gd name="T90" fmla="*/ 2147483647 w 1936"/>
                <a:gd name="T91" fmla="*/ 2147483647 h 1040"/>
                <a:gd name="T92" fmla="*/ 2147483647 w 1936"/>
                <a:gd name="T93" fmla="*/ 2147483647 h 1040"/>
                <a:gd name="T94" fmla="*/ 2147483647 w 1936"/>
                <a:gd name="T95" fmla="*/ 2147483647 h 1040"/>
                <a:gd name="T96" fmla="*/ 2147483647 w 1936"/>
                <a:gd name="T97" fmla="*/ 2147483647 h 1040"/>
                <a:gd name="T98" fmla="*/ 2147483647 w 1936"/>
                <a:gd name="T99" fmla="*/ 2147483647 h 1040"/>
                <a:gd name="T100" fmla="*/ 2147483647 w 1936"/>
                <a:gd name="T101" fmla="*/ 2147483647 h 1040"/>
                <a:gd name="T102" fmla="*/ 2147483647 w 1936"/>
                <a:gd name="T103" fmla="*/ 2147483647 h 1040"/>
                <a:gd name="T104" fmla="*/ 2147483647 w 1936"/>
                <a:gd name="T105" fmla="*/ 2147483647 h 1040"/>
                <a:gd name="T106" fmla="*/ 2147483647 w 1936"/>
                <a:gd name="T107" fmla="*/ 2147483647 h 1040"/>
                <a:gd name="T108" fmla="*/ 2147483647 w 1936"/>
                <a:gd name="T109" fmla="*/ 2147483647 h 1040"/>
                <a:gd name="T110" fmla="*/ 2147483647 w 1936"/>
                <a:gd name="T111" fmla="*/ 2147483647 h 1040"/>
                <a:gd name="T112" fmla="*/ 2147483647 w 1936"/>
                <a:gd name="T113" fmla="*/ 2147483647 h 1040"/>
                <a:gd name="T114" fmla="*/ 2147483647 w 1936"/>
                <a:gd name="T115" fmla="*/ 2147483647 h 1040"/>
                <a:gd name="T116" fmla="*/ 2147483647 w 1936"/>
                <a:gd name="T117" fmla="*/ 2147483647 h 1040"/>
                <a:gd name="T118" fmla="*/ 2147483647 w 1936"/>
                <a:gd name="T119" fmla="*/ 2147483647 h 1040"/>
                <a:gd name="T120" fmla="*/ 2147483647 w 1936"/>
                <a:gd name="T121" fmla="*/ 2147483647 h 10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36"/>
                <a:gd name="T184" fmla="*/ 0 h 1040"/>
                <a:gd name="T185" fmla="*/ 1936 w 1936"/>
                <a:gd name="T186" fmla="*/ 1040 h 10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36" h="1040">
                  <a:moveTo>
                    <a:pt x="1928" y="504"/>
                  </a:moveTo>
                  <a:lnTo>
                    <a:pt x="1936" y="384"/>
                  </a:lnTo>
                  <a:lnTo>
                    <a:pt x="1920" y="376"/>
                  </a:lnTo>
                  <a:lnTo>
                    <a:pt x="1912" y="376"/>
                  </a:lnTo>
                  <a:lnTo>
                    <a:pt x="1896" y="360"/>
                  </a:lnTo>
                  <a:lnTo>
                    <a:pt x="1880" y="352"/>
                  </a:lnTo>
                  <a:lnTo>
                    <a:pt x="1856" y="352"/>
                  </a:lnTo>
                  <a:lnTo>
                    <a:pt x="1840" y="344"/>
                  </a:lnTo>
                  <a:lnTo>
                    <a:pt x="1824" y="344"/>
                  </a:lnTo>
                  <a:lnTo>
                    <a:pt x="1816" y="344"/>
                  </a:lnTo>
                  <a:lnTo>
                    <a:pt x="1824" y="376"/>
                  </a:lnTo>
                  <a:lnTo>
                    <a:pt x="1808" y="384"/>
                  </a:lnTo>
                  <a:lnTo>
                    <a:pt x="1792" y="376"/>
                  </a:lnTo>
                  <a:lnTo>
                    <a:pt x="1784" y="360"/>
                  </a:lnTo>
                  <a:lnTo>
                    <a:pt x="1784" y="352"/>
                  </a:lnTo>
                  <a:lnTo>
                    <a:pt x="1760" y="352"/>
                  </a:lnTo>
                  <a:lnTo>
                    <a:pt x="1752" y="360"/>
                  </a:lnTo>
                  <a:lnTo>
                    <a:pt x="1728" y="352"/>
                  </a:lnTo>
                  <a:lnTo>
                    <a:pt x="1704" y="352"/>
                  </a:lnTo>
                  <a:lnTo>
                    <a:pt x="1696" y="360"/>
                  </a:lnTo>
                  <a:lnTo>
                    <a:pt x="1680" y="344"/>
                  </a:lnTo>
                  <a:lnTo>
                    <a:pt x="1680" y="320"/>
                  </a:lnTo>
                  <a:lnTo>
                    <a:pt x="1656" y="304"/>
                  </a:lnTo>
                  <a:lnTo>
                    <a:pt x="1616" y="304"/>
                  </a:lnTo>
                  <a:lnTo>
                    <a:pt x="1576" y="304"/>
                  </a:lnTo>
                  <a:lnTo>
                    <a:pt x="1576" y="296"/>
                  </a:lnTo>
                  <a:lnTo>
                    <a:pt x="1568" y="288"/>
                  </a:lnTo>
                  <a:lnTo>
                    <a:pt x="1544" y="272"/>
                  </a:lnTo>
                  <a:lnTo>
                    <a:pt x="1544" y="256"/>
                  </a:lnTo>
                  <a:lnTo>
                    <a:pt x="1448" y="232"/>
                  </a:lnTo>
                  <a:lnTo>
                    <a:pt x="1448" y="240"/>
                  </a:lnTo>
                  <a:lnTo>
                    <a:pt x="1424" y="256"/>
                  </a:lnTo>
                  <a:lnTo>
                    <a:pt x="1432" y="280"/>
                  </a:lnTo>
                  <a:lnTo>
                    <a:pt x="1408" y="288"/>
                  </a:lnTo>
                  <a:lnTo>
                    <a:pt x="1392" y="288"/>
                  </a:lnTo>
                  <a:lnTo>
                    <a:pt x="1368" y="280"/>
                  </a:lnTo>
                  <a:lnTo>
                    <a:pt x="1360" y="288"/>
                  </a:lnTo>
                  <a:lnTo>
                    <a:pt x="1344" y="280"/>
                  </a:lnTo>
                  <a:lnTo>
                    <a:pt x="1328" y="272"/>
                  </a:lnTo>
                  <a:lnTo>
                    <a:pt x="1328" y="296"/>
                  </a:lnTo>
                  <a:lnTo>
                    <a:pt x="1312" y="312"/>
                  </a:lnTo>
                  <a:lnTo>
                    <a:pt x="1296" y="288"/>
                  </a:lnTo>
                  <a:lnTo>
                    <a:pt x="1280" y="264"/>
                  </a:lnTo>
                  <a:lnTo>
                    <a:pt x="1296" y="240"/>
                  </a:lnTo>
                  <a:lnTo>
                    <a:pt x="1296" y="224"/>
                  </a:lnTo>
                  <a:lnTo>
                    <a:pt x="1280" y="208"/>
                  </a:lnTo>
                  <a:lnTo>
                    <a:pt x="1264" y="200"/>
                  </a:lnTo>
                  <a:lnTo>
                    <a:pt x="1248" y="200"/>
                  </a:lnTo>
                  <a:lnTo>
                    <a:pt x="1240" y="192"/>
                  </a:lnTo>
                  <a:lnTo>
                    <a:pt x="1224" y="184"/>
                  </a:lnTo>
                  <a:lnTo>
                    <a:pt x="1216" y="200"/>
                  </a:lnTo>
                  <a:lnTo>
                    <a:pt x="1208" y="216"/>
                  </a:lnTo>
                  <a:lnTo>
                    <a:pt x="1168" y="216"/>
                  </a:lnTo>
                  <a:lnTo>
                    <a:pt x="1152" y="208"/>
                  </a:lnTo>
                  <a:lnTo>
                    <a:pt x="1144" y="192"/>
                  </a:lnTo>
                  <a:lnTo>
                    <a:pt x="1112" y="192"/>
                  </a:lnTo>
                  <a:lnTo>
                    <a:pt x="1088" y="208"/>
                  </a:lnTo>
                  <a:lnTo>
                    <a:pt x="1088" y="192"/>
                  </a:lnTo>
                  <a:lnTo>
                    <a:pt x="1072" y="176"/>
                  </a:lnTo>
                  <a:lnTo>
                    <a:pt x="1056" y="176"/>
                  </a:lnTo>
                  <a:lnTo>
                    <a:pt x="1040" y="192"/>
                  </a:lnTo>
                  <a:lnTo>
                    <a:pt x="1016" y="208"/>
                  </a:lnTo>
                  <a:lnTo>
                    <a:pt x="992" y="224"/>
                  </a:lnTo>
                  <a:lnTo>
                    <a:pt x="1008" y="200"/>
                  </a:lnTo>
                  <a:lnTo>
                    <a:pt x="1024" y="192"/>
                  </a:lnTo>
                  <a:lnTo>
                    <a:pt x="1048" y="152"/>
                  </a:lnTo>
                  <a:lnTo>
                    <a:pt x="1064" y="136"/>
                  </a:lnTo>
                  <a:lnTo>
                    <a:pt x="1080" y="112"/>
                  </a:lnTo>
                  <a:lnTo>
                    <a:pt x="1072" y="72"/>
                  </a:lnTo>
                  <a:lnTo>
                    <a:pt x="1040" y="48"/>
                  </a:lnTo>
                  <a:lnTo>
                    <a:pt x="1016" y="40"/>
                  </a:lnTo>
                  <a:lnTo>
                    <a:pt x="1016" y="32"/>
                  </a:lnTo>
                  <a:lnTo>
                    <a:pt x="1000" y="0"/>
                  </a:lnTo>
                  <a:lnTo>
                    <a:pt x="968" y="0"/>
                  </a:lnTo>
                  <a:lnTo>
                    <a:pt x="936" y="32"/>
                  </a:lnTo>
                  <a:lnTo>
                    <a:pt x="928" y="64"/>
                  </a:lnTo>
                  <a:lnTo>
                    <a:pt x="888" y="88"/>
                  </a:lnTo>
                  <a:lnTo>
                    <a:pt x="864" y="72"/>
                  </a:lnTo>
                  <a:lnTo>
                    <a:pt x="824" y="88"/>
                  </a:lnTo>
                  <a:lnTo>
                    <a:pt x="784" y="112"/>
                  </a:lnTo>
                  <a:lnTo>
                    <a:pt x="760" y="136"/>
                  </a:lnTo>
                  <a:lnTo>
                    <a:pt x="752" y="184"/>
                  </a:lnTo>
                  <a:lnTo>
                    <a:pt x="688" y="200"/>
                  </a:lnTo>
                  <a:lnTo>
                    <a:pt x="680" y="216"/>
                  </a:lnTo>
                  <a:lnTo>
                    <a:pt x="680" y="256"/>
                  </a:lnTo>
                  <a:lnTo>
                    <a:pt x="672" y="248"/>
                  </a:lnTo>
                  <a:lnTo>
                    <a:pt x="648" y="240"/>
                  </a:lnTo>
                  <a:lnTo>
                    <a:pt x="632" y="264"/>
                  </a:lnTo>
                  <a:lnTo>
                    <a:pt x="624" y="256"/>
                  </a:lnTo>
                  <a:lnTo>
                    <a:pt x="624" y="248"/>
                  </a:lnTo>
                  <a:lnTo>
                    <a:pt x="608" y="232"/>
                  </a:lnTo>
                  <a:lnTo>
                    <a:pt x="600" y="232"/>
                  </a:lnTo>
                  <a:lnTo>
                    <a:pt x="592" y="256"/>
                  </a:lnTo>
                  <a:lnTo>
                    <a:pt x="592" y="280"/>
                  </a:lnTo>
                  <a:lnTo>
                    <a:pt x="592" y="312"/>
                  </a:lnTo>
                  <a:lnTo>
                    <a:pt x="584" y="320"/>
                  </a:lnTo>
                  <a:lnTo>
                    <a:pt x="576" y="304"/>
                  </a:lnTo>
                  <a:lnTo>
                    <a:pt x="584" y="272"/>
                  </a:lnTo>
                  <a:lnTo>
                    <a:pt x="576" y="248"/>
                  </a:lnTo>
                  <a:lnTo>
                    <a:pt x="576" y="232"/>
                  </a:lnTo>
                  <a:lnTo>
                    <a:pt x="552" y="224"/>
                  </a:lnTo>
                  <a:lnTo>
                    <a:pt x="528" y="224"/>
                  </a:lnTo>
                  <a:lnTo>
                    <a:pt x="512" y="280"/>
                  </a:lnTo>
                  <a:lnTo>
                    <a:pt x="504" y="288"/>
                  </a:lnTo>
                  <a:lnTo>
                    <a:pt x="496" y="304"/>
                  </a:lnTo>
                  <a:lnTo>
                    <a:pt x="504" y="320"/>
                  </a:lnTo>
                  <a:lnTo>
                    <a:pt x="504" y="344"/>
                  </a:lnTo>
                  <a:lnTo>
                    <a:pt x="504" y="352"/>
                  </a:lnTo>
                  <a:lnTo>
                    <a:pt x="528" y="376"/>
                  </a:lnTo>
                  <a:lnTo>
                    <a:pt x="512" y="400"/>
                  </a:lnTo>
                  <a:lnTo>
                    <a:pt x="488" y="376"/>
                  </a:lnTo>
                  <a:lnTo>
                    <a:pt x="456" y="352"/>
                  </a:lnTo>
                  <a:lnTo>
                    <a:pt x="432" y="352"/>
                  </a:lnTo>
                  <a:lnTo>
                    <a:pt x="416" y="352"/>
                  </a:lnTo>
                  <a:lnTo>
                    <a:pt x="416" y="376"/>
                  </a:lnTo>
                  <a:lnTo>
                    <a:pt x="408" y="384"/>
                  </a:lnTo>
                  <a:lnTo>
                    <a:pt x="392" y="376"/>
                  </a:lnTo>
                  <a:lnTo>
                    <a:pt x="376" y="384"/>
                  </a:lnTo>
                  <a:lnTo>
                    <a:pt x="360" y="392"/>
                  </a:lnTo>
                  <a:lnTo>
                    <a:pt x="344" y="392"/>
                  </a:lnTo>
                  <a:lnTo>
                    <a:pt x="336" y="384"/>
                  </a:lnTo>
                  <a:lnTo>
                    <a:pt x="320" y="392"/>
                  </a:lnTo>
                  <a:lnTo>
                    <a:pt x="296" y="408"/>
                  </a:lnTo>
                  <a:lnTo>
                    <a:pt x="264" y="424"/>
                  </a:lnTo>
                  <a:lnTo>
                    <a:pt x="256" y="424"/>
                  </a:lnTo>
                  <a:lnTo>
                    <a:pt x="248" y="448"/>
                  </a:lnTo>
                  <a:lnTo>
                    <a:pt x="240" y="448"/>
                  </a:lnTo>
                  <a:lnTo>
                    <a:pt x="224" y="432"/>
                  </a:lnTo>
                  <a:lnTo>
                    <a:pt x="232" y="424"/>
                  </a:lnTo>
                  <a:lnTo>
                    <a:pt x="240" y="416"/>
                  </a:lnTo>
                  <a:lnTo>
                    <a:pt x="240" y="400"/>
                  </a:lnTo>
                  <a:lnTo>
                    <a:pt x="224" y="392"/>
                  </a:lnTo>
                  <a:lnTo>
                    <a:pt x="216" y="392"/>
                  </a:lnTo>
                  <a:lnTo>
                    <a:pt x="200" y="392"/>
                  </a:lnTo>
                  <a:lnTo>
                    <a:pt x="208" y="408"/>
                  </a:lnTo>
                  <a:lnTo>
                    <a:pt x="208" y="432"/>
                  </a:lnTo>
                  <a:lnTo>
                    <a:pt x="216" y="448"/>
                  </a:lnTo>
                  <a:lnTo>
                    <a:pt x="208" y="472"/>
                  </a:lnTo>
                  <a:lnTo>
                    <a:pt x="200" y="464"/>
                  </a:lnTo>
                  <a:lnTo>
                    <a:pt x="184" y="464"/>
                  </a:lnTo>
                  <a:lnTo>
                    <a:pt x="176" y="472"/>
                  </a:lnTo>
                  <a:lnTo>
                    <a:pt x="160" y="480"/>
                  </a:lnTo>
                  <a:lnTo>
                    <a:pt x="152" y="488"/>
                  </a:lnTo>
                  <a:lnTo>
                    <a:pt x="168" y="520"/>
                  </a:lnTo>
                  <a:lnTo>
                    <a:pt x="160" y="512"/>
                  </a:lnTo>
                  <a:lnTo>
                    <a:pt x="136" y="512"/>
                  </a:lnTo>
                  <a:lnTo>
                    <a:pt x="120" y="504"/>
                  </a:lnTo>
                  <a:lnTo>
                    <a:pt x="120" y="512"/>
                  </a:lnTo>
                  <a:lnTo>
                    <a:pt x="128" y="528"/>
                  </a:lnTo>
                  <a:lnTo>
                    <a:pt x="136" y="536"/>
                  </a:lnTo>
                  <a:lnTo>
                    <a:pt x="128" y="544"/>
                  </a:lnTo>
                  <a:lnTo>
                    <a:pt x="104" y="528"/>
                  </a:lnTo>
                  <a:lnTo>
                    <a:pt x="96" y="520"/>
                  </a:lnTo>
                  <a:lnTo>
                    <a:pt x="96" y="512"/>
                  </a:lnTo>
                  <a:lnTo>
                    <a:pt x="88" y="488"/>
                  </a:lnTo>
                  <a:lnTo>
                    <a:pt x="96" y="480"/>
                  </a:lnTo>
                  <a:lnTo>
                    <a:pt x="96" y="472"/>
                  </a:lnTo>
                  <a:lnTo>
                    <a:pt x="80" y="464"/>
                  </a:lnTo>
                  <a:lnTo>
                    <a:pt x="64" y="448"/>
                  </a:lnTo>
                  <a:lnTo>
                    <a:pt x="56" y="440"/>
                  </a:lnTo>
                  <a:lnTo>
                    <a:pt x="64" y="440"/>
                  </a:lnTo>
                  <a:lnTo>
                    <a:pt x="72" y="448"/>
                  </a:lnTo>
                  <a:lnTo>
                    <a:pt x="88" y="448"/>
                  </a:lnTo>
                  <a:lnTo>
                    <a:pt x="96" y="464"/>
                  </a:lnTo>
                  <a:lnTo>
                    <a:pt x="128" y="472"/>
                  </a:lnTo>
                  <a:lnTo>
                    <a:pt x="152" y="464"/>
                  </a:lnTo>
                  <a:lnTo>
                    <a:pt x="168" y="456"/>
                  </a:lnTo>
                  <a:lnTo>
                    <a:pt x="176" y="432"/>
                  </a:lnTo>
                  <a:lnTo>
                    <a:pt x="144" y="400"/>
                  </a:lnTo>
                  <a:lnTo>
                    <a:pt x="120" y="384"/>
                  </a:lnTo>
                  <a:lnTo>
                    <a:pt x="104" y="368"/>
                  </a:lnTo>
                  <a:lnTo>
                    <a:pt x="80" y="360"/>
                  </a:lnTo>
                  <a:lnTo>
                    <a:pt x="72" y="360"/>
                  </a:lnTo>
                  <a:lnTo>
                    <a:pt x="72" y="344"/>
                  </a:lnTo>
                  <a:lnTo>
                    <a:pt x="56" y="344"/>
                  </a:lnTo>
                  <a:lnTo>
                    <a:pt x="40" y="344"/>
                  </a:lnTo>
                  <a:lnTo>
                    <a:pt x="32" y="352"/>
                  </a:lnTo>
                  <a:lnTo>
                    <a:pt x="16" y="368"/>
                  </a:lnTo>
                  <a:lnTo>
                    <a:pt x="16" y="376"/>
                  </a:lnTo>
                  <a:lnTo>
                    <a:pt x="16" y="384"/>
                  </a:lnTo>
                  <a:lnTo>
                    <a:pt x="8" y="392"/>
                  </a:lnTo>
                  <a:lnTo>
                    <a:pt x="16" y="400"/>
                  </a:lnTo>
                  <a:lnTo>
                    <a:pt x="24" y="408"/>
                  </a:lnTo>
                  <a:lnTo>
                    <a:pt x="32" y="424"/>
                  </a:lnTo>
                  <a:lnTo>
                    <a:pt x="16" y="448"/>
                  </a:lnTo>
                  <a:lnTo>
                    <a:pt x="32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24" y="504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28"/>
                  </a:lnTo>
                  <a:lnTo>
                    <a:pt x="32" y="544"/>
                  </a:lnTo>
                  <a:lnTo>
                    <a:pt x="40" y="560"/>
                  </a:lnTo>
                  <a:lnTo>
                    <a:pt x="48" y="560"/>
                  </a:lnTo>
                  <a:lnTo>
                    <a:pt x="48" y="568"/>
                  </a:lnTo>
                  <a:lnTo>
                    <a:pt x="0" y="624"/>
                  </a:lnTo>
                  <a:lnTo>
                    <a:pt x="8" y="624"/>
                  </a:lnTo>
                  <a:lnTo>
                    <a:pt x="16" y="632"/>
                  </a:lnTo>
                  <a:lnTo>
                    <a:pt x="16" y="648"/>
                  </a:lnTo>
                  <a:lnTo>
                    <a:pt x="8" y="648"/>
                  </a:lnTo>
                  <a:lnTo>
                    <a:pt x="8" y="656"/>
                  </a:lnTo>
                  <a:lnTo>
                    <a:pt x="8" y="672"/>
                  </a:lnTo>
                  <a:lnTo>
                    <a:pt x="8" y="680"/>
                  </a:lnTo>
                  <a:lnTo>
                    <a:pt x="0" y="712"/>
                  </a:lnTo>
                  <a:lnTo>
                    <a:pt x="8" y="728"/>
                  </a:lnTo>
                  <a:lnTo>
                    <a:pt x="24" y="736"/>
                  </a:lnTo>
                  <a:lnTo>
                    <a:pt x="40" y="744"/>
                  </a:lnTo>
                  <a:lnTo>
                    <a:pt x="56" y="776"/>
                  </a:lnTo>
                  <a:lnTo>
                    <a:pt x="64" y="784"/>
                  </a:lnTo>
                  <a:lnTo>
                    <a:pt x="64" y="792"/>
                  </a:lnTo>
                  <a:lnTo>
                    <a:pt x="48" y="800"/>
                  </a:lnTo>
                  <a:lnTo>
                    <a:pt x="56" y="816"/>
                  </a:lnTo>
                  <a:lnTo>
                    <a:pt x="64" y="816"/>
                  </a:lnTo>
                  <a:lnTo>
                    <a:pt x="72" y="816"/>
                  </a:lnTo>
                  <a:lnTo>
                    <a:pt x="88" y="832"/>
                  </a:lnTo>
                  <a:lnTo>
                    <a:pt x="136" y="856"/>
                  </a:lnTo>
                  <a:lnTo>
                    <a:pt x="144" y="856"/>
                  </a:lnTo>
                  <a:lnTo>
                    <a:pt x="136" y="872"/>
                  </a:lnTo>
                  <a:lnTo>
                    <a:pt x="128" y="880"/>
                  </a:lnTo>
                  <a:lnTo>
                    <a:pt x="120" y="888"/>
                  </a:lnTo>
                  <a:lnTo>
                    <a:pt x="112" y="896"/>
                  </a:lnTo>
                  <a:lnTo>
                    <a:pt x="128" y="896"/>
                  </a:lnTo>
                  <a:lnTo>
                    <a:pt x="120" y="912"/>
                  </a:lnTo>
                  <a:lnTo>
                    <a:pt x="104" y="928"/>
                  </a:lnTo>
                  <a:lnTo>
                    <a:pt x="120" y="944"/>
                  </a:lnTo>
                  <a:lnTo>
                    <a:pt x="144" y="952"/>
                  </a:lnTo>
                  <a:lnTo>
                    <a:pt x="160" y="976"/>
                  </a:lnTo>
                  <a:lnTo>
                    <a:pt x="160" y="984"/>
                  </a:lnTo>
                  <a:lnTo>
                    <a:pt x="168" y="992"/>
                  </a:lnTo>
                  <a:lnTo>
                    <a:pt x="184" y="992"/>
                  </a:lnTo>
                  <a:lnTo>
                    <a:pt x="192" y="1000"/>
                  </a:lnTo>
                  <a:lnTo>
                    <a:pt x="200" y="1016"/>
                  </a:lnTo>
                  <a:lnTo>
                    <a:pt x="200" y="1024"/>
                  </a:lnTo>
                  <a:lnTo>
                    <a:pt x="208" y="1032"/>
                  </a:lnTo>
                  <a:lnTo>
                    <a:pt x="224" y="1032"/>
                  </a:lnTo>
                  <a:lnTo>
                    <a:pt x="240" y="1024"/>
                  </a:lnTo>
                  <a:lnTo>
                    <a:pt x="248" y="1032"/>
                  </a:lnTo>
                  <a:lnTo>
                    <a:pt x="248" y="1040"/>
                  </a:lnTo>
                  <a:lnTo>
                    <a:pt x="256" y="1024"/>
                  </a:lnTo>
                  <a:lnTo>
                    <a:pt x="272" y="1008"/>
                  </a:lnTo>
                  <a:lnTo>
                    <a:pt x="256" y="976"/>
                  </a:lnTo>
                  <a:lnTo>
                    <a:pt x="224" y="936"/>
                  </a:lnTo>
                  <a:lnTo>
                    <a:pt x="240" y="912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40" y="888"/>
                  </a:lnTo>
                  <a:lnTo>
                    <a:pt x="256" y="856"/>
                  </a:lnTo>
                  <a:lnTo>
                    <a:pt x="296" y="840"/>
                  </a:lnTo>
                  <a:lnTo>
                    <a:pt x="328" y="832"/>
                  </a:lnTo>
                  <a:lnTo>
                    <a:pt x="352" y="848"/>
                  </a:lnTo>
                  <a:lnTo>
                    <a:pt x="376" y="840"/>
                  </a:lnTo>
                  <a:lnTo>
                    <a:pt x="400" y="848"/>
                  </a:lnTo>
                  <a:lnTo>
                    <a:pt x="432" y="840"/>
                  </a:lnTo>
                  <a:lnTo>
                    <a:pt x="424" y="816"/>
                  </a:lnTo>
                  <a:lnTo>
                    <a:pt x="440" y="784"/>
                  </a:lnTo>
                  <a:lnTo>
                    <a:pt x="488" y="760"/>
                  </a:lnTo>
                  <a:lnTo>
                    <a:pt x="536" y="752"/>
                  </a:lnTo>
                  <a:lnTo>
                    <a:pt x="568" y="792"/>
                  </a:lnTo>
                  <a:lnTo>
                    <a:pt x="608" y="776"/>
                  </a:lnTo>
                  <a:lnTo>
                    <a:pt x="624" y="776"/>
                  </a:lnTo>
                  <a:lnTo>
                    <a:pt x="640" y="808"/>
                  </a:lnTo>
                  <a:lnTo>
                    <a:pt x="656" y="848"/>
                  </a:lnTo>
                  <a:lnTo>
                    <a:pt x="696" y="848"/>
                  </a:lnTo>
                  <a:lnTo>
                    <a:pt x="728" y="864"/>
                  </a:lnTo>
                  <a:lnTo>
                    <a:pt x="760" y="864"/>
                  </a:lnTo>
                  <a:lnTo>
                    <a:pt x="760" y="888"/>
                  </a:lnTo>
                  <a:lnTo>
                    <a:pt x="768" y="888"/>
                  </a:lnTo>
                  <a:lnTo>
                    <a:pt x="776" y="872"/>
                  </a:lnTo>
                  <a:lnTo>
                    <a:pt x="808" y="856"/>
                  </a:lnTo>
                  <a:lnTo>
                    <a:pt x="848" y="848"/>
                  </a:lnTo>
                  <a:lnTo>
                    <a:pt x="880" y="864"/>
                  </a:lnTo>
                  <a:lnTo>
                    <a:pt x="896" y="840"/>
                  </a:lnTo>
                  <a:lnTo>
                    <a:pt x="912" y="824"/>
                  </a:lnTo>
                  <a:lnTo>
                    <a:pt x="960" y="840"/>
                  </a:lnTo>
                  <a:lnTo>
                    <a:pt x="976" y="856"/>
                  </a:lnTo>
                  <a:lnTo>
                    <a:pt x="1016" y="856"/>
                  </a:lnTo>
                  <a:lnTo>
                    <a:pt x="1040" y="880"/>
                  </a:lnTo>
                  <a:lnTo>
                    <a:pt x="1104" y="864"/>
                  </a:lnTo>
                  <a:lnTo>
                    <a:pt x="1128" y="872"/>
                  </a:lnTo>
                  <a:lnTo>
                    <a:pt x="1136" y="864"/>
                  </a:lnTo>
                  <a:lnTo>
                    <a:pt x="1160" y="864"/>
                  </a:lnTo>
                  <a:lnTo>
                    <a:pt x="1184" y="816"/>
                  </a:lnTo>
                  <a:lnTo>
                    <a:pt x="1192" y="800"/>
                  </a:lnTo>
                  <a:lnTo>
                    <a:pt x="1232" y="800"/>
                  </a:lnTo>
                  <a:lnTo>
                    <a:pt x="1272" y="872"/>
                  </a:lnTo>
                  <a:lnTo>
                    <a:pt x="1304" y="880"/>
                  </a:lnTo>
                  <a:lnTo>
                    <a:pt x="1312" y="896"/>
                  </a:lnTo>
                  <a:lnTo>
                    <a:pt x="1360" y="888"/>
                  </a:lnTo>
                  <a:lnTo>
                    <a:pt x="1336" y="952"/>
                  </a:lnTo>
                  <a:lnTo>
                    <a:pt x="1320" y="952"/>
                  </a:lnTo>
                  <a:lnTo>
                    <a:pt x="1304" y="1000"/>
                  </a:lnTo>
                  <a:lnTo>
                    <a:pt x="1312" y="1000"/>
                  </a:lnTo>
                  <a:lnTo>
                    <a:pt x="1320" y="1000"/>
                  </a:lnTo>
                  <a:lnTo>
                    <a:pt x="1328" y="992"/>
                  </a:lnTo>
                  <a:lnTo>
                    <a:pt x="1344" y="1000"/>
                  </a:lnTo>
                  <a:lnTo>
                    <a:pt x="1368" y="976"/>
                  </a:lnTo>
                  <a:lnTo>
                    <a:pt x="1384" y="960"/>
                  </a:lnTo>
                  <a:lnTo>
                    <a:pt x="1416" y="920"/>
                  </a:lnTo>
                  <a:lnTo>
                    <a:pt x="1432" y="888"/>
                  </a:lnTo>
                  <a:lnTo>
                    <a:pt x="1432" y="856"/>
                  </a:lnTo>
                  <a:lnTo>
                    <a:pt x="1440" y="808"/>
                  </a:lnTo>
                  <a:lnTo>
                    <a:pt x="1440" y="792"/>
                  </a:lnTo>
                  <a:lnTo>
                    <a:pt x="1424" y="776"/>
                  </a:lnTo>
                  <a:lnTo>
                    <a:pt x="1400" y="792"/>
                  </a:lnTo>
                  <a:lnTo>
                    <a:pt x="1384" y="784"/>
                  </a:lnTo>
                  <a:lnTo>
                    <a:pt x="1376" y="768"/>
                  </a:lnTo>
                  <a:lnTo>
                    <a:pt x="1368" y="768"/>
                  </a:lnTo>
                  <a:lnTo>
                    <a:pt x="1376" y="760"/>
                  </a:lnTo>
                  <a:lnTo>
                    <a:pt x="1400" y="736"/>
                  </a:lnTo>
                  <a:lnTo>
                    <a:pt x="1416" y="720"/>
                  </a:lnTo>
                  <a:lnTo>
                    <a:pt x="1416" y="712"/>
                  </a:lnTo>
                  <a:lnTo>
                    <a:pt x="1472" y="656"/>
                  </a:lnTo>
                  <a:lnTo>
                    <a:pt x="1488" y="656"/>
                  </a:lnTo>
                  <a:lnTo>
                    <a:pt x="1528" y="656"/>
                  </a:lnTo>
                  <a:lnTo>
                    <a:pt x="1544" y="648"/>
                  </a:lnTo>
                  <a:lnTo>
                    <a:pt x="1568" y="656"/>
                  </a:lnTo>
                  <a:lnTo>
                    <a:pt x="1568" y="672"/>
                  </a:lnTo>
                  <a:lnTo>
                    <a:pt x="1608" y="664"/>
                  </a:lnTo>
                  <a:lnTo>
                    <a:pt x="1616" y="664"/>
                  </a:lnTo>
                  <a:lnTo>
                    <a:pt x="1608" y="656"/>
                  </a:lnTo>
                  <a:lnTo>
                    <a:pt x="1616" y="632"/>
                  </a:lnTo>
                  <a:lnTo>
                    <a:pt x="1624" y="608"/>
                  </a:lnTo>
                  <a:lnTo>
                    <a:pt x="1648" y="592"/>
                  </a:lnTo>
                  <a:lnTo>
                    <a:pt x="1680" y="600"/>
                  </a:lnTo>
                  <a:lnTo>
                    <a:pt x="1688" y="616"/>
                  </a:lnTo>
                  <a:lnTo>
                    <a:pt x="1704" y="600"/>
                  </a:lnTo>
                  <a:lnTo>
                    <a:pt x="1736" y="576"/>
                  </a:lnTo>
                  <a:lnTo>
                    <a:pt x="1736" y="608"/>
                  </a:lnTo>
                  <a:lnTo>
                    <a:pt x="1712" y="632"/>
                  </a:lnTo>
                  <a:lnTo>
                    <a:pt x="1696" y="640"/>
                  </a:lnTo>
                  <a:lnTo>
                    <a:pt x="1680" y="664"/>
                  </a:lnTo>
                  <a:lnTo>
                    <a:pt x="1664" y="680"/>
                  </a:lnTo>
                  <a:lnTo>
                    <a:pt x="1648" y="696"/>
                  </a:lnTo>
                  <a:lnTo>
                    <a:pt x="1640" y="696"/>
                  </a:lnTo>
                  <a:lnTo>
                    <a:pt x="1624" y="744"/>
                  </a:lnTo>
                  <a:lnTo>
                    <a:pt x="1640" y="840"/>
                  </a:lnTo>
                  <a:lnTo>
                    <a:pt x="1664" y="808"/>
                  </a:lnTo>
                  <a:lnTo>
                    <a:pt x="1672" y="800"/>
                  </a:lnTo>
                  <a:lnTo>
                    <a:pt x="1680" y="784"/>
                  </a:lnTo>
                  <a:lnTo>
                    <a:pt x="1688" y="768"/>
                  </a:lnTo>
                  <a:lnTo>
                    <a:pt x="1704" y="760"/>
                  </a:lnTo>
                  <a:lnTo>
                    <a:pt x="1704" y="744"/>
                  </a:lnTo>
                  <a:lnTo>
                    <a:pt x="1712" y="736"/>
                  </a:lnTo>
                  <a:lnTo>
                    <a:pt x="1720" y="704"/>
                  </a:lnTo>
                  <a:lnTo>
                    <a:pt x="1720" y="696"/>
                  </a:lnTo>
                  <a:lnTo>
                    <a:pt x="1704" y="696"/>
                  </a:lnTo>
                  <a:lnTo>
                    <a:pt x="1720" y="656"/>
                  </a:lnTo>
                  <a:lnTo>
                    <a:pt x="1728" y="648"/>
                  </a:lnTo>
                  <a:lnTo>
                    <a:pt x="1744" y="640"/>
                  </a:lnTo>
                  <a:lnTo>
                    <a:pt x="1752" y="640"/>
                  </a:lnTo>
                  <a:lnTo>
                    <a:pt x="1760" y="648"/>
                  </a:lnTo>
                  <a:lnTo>
                    <a:pt x="1784" y="624"/>
                  </a:lnTo>
                  <a:lnTo>
                    <a:pt x="1808" y="648"/>
                  </a:lnTo>
                  <a:lnTo>
                    <a:pt x="1816" y="624"/>
                  </a:lnTo>
                  <a:lnTo>
                    <a:pt x="1832" y="624"/>
                  </a:lnTo>
                  <a:lnTo>
                    <a:pt x="1856" y="592"/>
                  </a:lnTo>
                  <a:lnTo>
                    <a:pt x="1888" y="576"/>
                  </a:lnTo>
                  <a:lnTo>
                    <a:pt x="1904" y="576"/>
                  </a:lnTo>
                  <a:lnTo>
                    <a:pt x="1920" y="584"/>
                  </a:lnTo>
                  <a:lnTo>
                    <a:pt x="1920" y="576"/>
                  </a:lnTo>
                  <a:lnTo>
                    <a:pt x="1920" y="560"/>
                  </a:lnTo>
                  <a:lnTo>
                    <a:pt x="1912" y="536"/>
                  </a:lnTo>
                  <a:lnTo>
                    <a:pt x="1896" y="520"/>
                  </a:lnTo>
                  <a:lnTo>
                    <a:pt x="1912" y="512"/>
                  </a:lnTo>
                  <a:lnTo>
                    <a:pt x="1928" y="5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48" name="Freeform 689"/>
            <p:cNvSpPr/>
            <p:nvPr/>
          </p:nvSpPr>
          <p:spPr bwMode="auto">
            <a:xfrm>
              <a:off x="5331407" y="2896229"/>
              <a:ext cx="53734" cy="10966"/>
            </a:xfrm>
            <a:custGeom>
              <a:avLst/>
              <a:gdLst>
                <a:gd name="T0" fmla="*/ 2147483647 w 40"/>
                <a:gd name="T1" fmla="*/ 2147483647 h 8"/>
                <a:gd name="T2" fmla="*/ 2147483647 w 40"/>
                <a:gd name="T3" fmla="*/ 2147483647 h 8"/>
                <a:gd name="T4" fmla="*/ 2147483647 w 40"/>
                <a:gd name="T5" fmla="*/ 0 h 8"/>
                <a:gd name="T6" fmla="*/ 0 w 40"/>
                <a:gd name="T7" fmla="*/ 2147483647 h 8"/>
                <a:gd name="T8" fmla="*/ 2147483647 w 40"/>
                <a:gd name="T9" fmla="*/ 2147483647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8"/>
                <a:gd name="T17" fmla="*/ 40 w 40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8">
                  <a:moveTo>
                    <a:pt x="8" y="8"/>
                  </a:moveTo>
                  <a:lnTo>
                    <a:pt x="24" y="8"/>
                  </a:lnTo>
                  <a:lnTo>
                    <a:pt x="4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690"/>
            <p:cNvSpPr/>
            <p:nvPr/>
          </p:nvSpPr>
          <p:spPr bwMode="auto">
            <a:xfrm>
              <a:off x="5256837" y="2445520"/>
              <a:ext cx="697448" cy="493477"/>
            </a:xfrm>
            <a:custGeom>
              <a:avLst/>
              <a:gdLst>
                <a:gd name="T0" fmla="*/ 2147483647 w 520"/>
                <a:gd name="T1" fmla="*/ 2147483647 h 368"/>
                <a:gd name="T2" fmla="*/ 2147483647 w 520"/>
                <a:gd name="T3" fmla="*/ 2147483647 h 368"/>
                <a:gd name="T4" fmla="*/ 2147483647 w 520"/>
                <a:gd name="T5" fmla="*/ 2147483647 h 368"/>
                <a:gd name="T6" fmla="*/ 2147483647 w 520"/>
                <a:gd name="T7" fmla="*/ 2147483647 h 368"/>
                <a:gd name="T8" fmla="*/ 2147483647 w 520"/>
                <a:gd name="T9" fmla="*/ 2147483647 h 368"/>
                <a:gd name="T10" fmla="*/ 2147483647 w 520"/>
                <a:gd name="T11" fmla="*/ 2147483647 h 368"/>
                <a:gd name="T12" fmla="*/ 2147483647 w 520"/>
                <a:gd name="T13" fmla="*/ 2147483647 h 368"/>
                <a:gd name="T14" fmla="*/ 2147483647 w 520"/>
                <a:gd name="T15" fmla="*/ 2147483647 h 368"/>
                <a:gd name="T16" fmla="*/ 2147483647 w 520"/>
                <a:gd name="T17" fmla="*/ 2147483647 h 368"/>
                <a:gd name="T18" fmla="*/ 2147483647 w 520"/>
                <a:gd name="T19" fmla="*/ 2147483647 h 368"/>
                <a:gd name="T20" fmla="*/ 2147483647 w 520"/>
                <a:gd name="T21" fmla="*/ 2147483647 h 368"/>
                <a:gd name="T22" fmla="*/ 2147483647 w 520"/>
                <a:gd name="T23" fmla="*/ 2147483647 h 368"/>
                <a:gd name="T24" fmla="*/ 2147483647 w 520"/>
                <a:gd name="T25" fmla="*/ 2147483647 h 368"/>
                <a:gd name="T26" fmla="*/ 2147483647 w 520"/>
                <a:gd name="T27" fmla="*/ 2147483647 h 368"/>
                <a:gd name="T28" fmla="*/ 2147483647 w 520"/>
                <a:gd name="T29" fmla="*/ 2147483647 h 368"/>
                <a:gd name="T30" fmla="*/ 0 w 520"/>
                <a:gd name="T31" fmla="*/ 2147483647 h 368"/>
                <a:gd name="T32" fmla="*/ 2147483647 w 520"/>
                <a:gd name="T33" fmla="*/ 2147483647 h 368"/>
                <a:gd name="T34" fmla="*/ 2147483647 w 520"/>
                <a:gd name="T35" fmla="*/ 2147483647 h 368"/>
                <a:gd name="T36" fmla="*/ 2147483647 w 520"/>
                <a:gd name="T37" fmla="*/ 2147483647 h 368"/>
                <a:gd name="T38" fmla="*/ 2147483647 w 520"/>
                <a:gd name="T39" fmla="*/ 2147483647 h 368"/>
                <a:gd name="T40" fmla="*/ 2147483647 w 520"/>
                <a:gd name="T41" fmla="*/ 2147483647 h 368"/>
                <a:gd name="T42" fmla="*/ 2147483647 w 520"/>
                <a:gd name="T43" fmla="*/ 2147483647 h 368"/>
                <a:gd name="T44" fmla="*/ 2147483647 w 520"/>
                <a:gd name="T45" fmla="*/ 2147483647 h 368"/>
                <a:gd name="T46" fmla="*/ 2147483647 w 520"/>
                <a:gd name="T47" fmla="*/ 2147483647 h 368"/>
                <a:gd name="T48" fmla="*/ 2147483647 w 520"/>
                <a:gd name="T49" fmla="*/ 2147483647 h 368"/>
                <a:gd name="T50" fmla="*/ 2147483647 w 520"/>
                <a:gd name="T51" fmla="*/ 2147483647 h 368"/>
                <a:gd name="T52" fmla="*/ 2147483647 w 520"/>
                <a:gd name="T53" fmla="*/ 2147483647 h 368"/>
                <a:gd name="T54" fmla="*/ 2147483647 w 520"/>
                <a:gd name="T55" fmla="*/ 2147483647 h 368"/>
                <a:gd name="T56" fmla="*/ 2147483647 w 520"/>
                <a:gd name="T57" fmla="*/ 2147483647 h 368"/>
                <a:gd name="T58" fmla="*/ 2147483647 w 520"/>
                <a:gd name="T59" fmla="*/ 2147483647 h 368"/>
                <a:gd name="T60" fmla="*/ 2147483647 w 520"/>
                <a:gd name="T61" fmla="*/ 2147483647 h 368"/>
                <a:gd name="T62" fmla="*/ 2147483647 w 520"/>
                <a:gd name="T63" fmla="*/ 2147483647 h 368"/>
                <a:gd name="T64" fmla="*/ 2147483647 w 520"/>
                <a:gd name="T65" fmla="*/ 2147483647 h 368"/>
                <a:gd name="T66" fmla="*/ 2147483647 w 520"/>
                <a:gd name="T67" fmla="*/ 2147483647 h 368"/>
                <a:gd name="T68" fmla="*/ 2147483647 w 520"/>
                <a:gd name="T69" fmla="*/ 2147483647 h 3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0"/>
                <a:gd name="T106" fmla="*/ 0 h 368"/>
                <a:gd name="T107" fmla="*/ 520 w 520"/>
                <a:gd name="T108" fmla="*/ 368 h 3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0" h="368">
                  <a:moveTo>
                    <a:pt x="360" y="320"/>
                  </a:moveTo>
                  <a:lnTo>
                    <a:pt x="352" y="312"/>
                  </a:lnTo>
                  <a:lnTo>
                    <a:pt x="352" y="296"/>
                  </a:lnTo>
                  <a:lnTo>
                    <a:pt x="384" y="288"/>
                  </a:lnTo>
                  <a:lnTo>
                    <a:pt x="408" y="272"/>
                  </a:lnTo>
                  <a:lnTo>
                    <a:pt x="424" y="256"/>
                  </a:lnTo>
                  <a:lnTo>
                    <a:pt x="432" y="208"/>
                  </a:lnTo>
                  <a:lnTo>
                    <a:pt x="456" y="200"/>
                  </a:lnTo>
                  <a:lnTo>
                    <a:pt x="464" y="160"/>
                  </a:lnTo>
                  <a:lnTo>
                    <a:pt x="496" y="168"/>
                  </a:lnTo>
                  <a:lnTo>
                    <a:pt x="504" y="144"/>
                  </a:lnTo>
                  <a:lnTo>
                    <a:pt x="520" y="136"/>
                  </a:lnTo>
                  <a:lnTo>
                    <a:pt x="520" y="120"/>
                  </a:lnTo>
                  <a:lnTo>
                    <a:pt x="488" y="112"/>
                  </a:lnTo>
                  <a:lnTo>
                    <a:pt x="456" y="96"/>
                  </a:lnTo>
                  <a:lnTo>
                    <a:pt x="416" y="96"/>
                  </a:lnTo>
                  <a:lnTo>
                    <a:pt x="400" y="56"/>
                  </a:lnTo>
                  <a:lnTo>
                    <a:pt x="384" y="24"/>
                  </a:lnTo>
                  <a:lnTo>
                    <a:pt x="368" y="24"/>
                  </a:lnTo>
                  <a:lnTo>
                    <a:pt x="328" y="40"/>
                  </a:lnTo>
                  <a:lnTo>
                    <a:pt x="296" y="0"/>
                  </a:lnTo>
                  <a:lnTo>
                    <a:pt x="248" y="16"/>
                  </a:lnTo>
                  <a:lnTo>
                    <a:pt x="200" y="32"/>
                  </a:lnTo>
                  <a:lnTo>
                    <a:pt x="184" y="64"/>
                  </a:lnTo>
                  <a:lnTo>
                    <a:pt x="192" y="96"/>
                  </a:lnTo>
                  <a:lnTo>
                    <a:pt x="160" y="96"/>
                  </a:lnTo>
                  <a:lnTo>
                    <a:pt x="136" y="96"/>
                  </a:lnTo>
                  <a:lnTo>
                    <a:pt x="112" y="96"/>
                  </a:lnTo>
                  <a:lnTo>
                    <a:pt x="88" y="80"/>
                  </a:lnTo>
                  <a:lnTo>
                    <a:pt x="56" y="88"/>
                  </a:lnTo>
                  <a:lnTo>
                    <a:pt x="16" y="104"/>
                  </a:lnTo>
                  <a:lnTo>
                    <a:pt x="0" y="136"/>
                  </a:lnTo>
                  <a:lnTo>
                    <a:pt x="16" y="152"/>
                  </a:lnTo>
                  <a:lnTo>
                    <a:pt x="24" y="168"/>
                  </a:lnTo>
                  <a:lnTo>
                    <a:pt x="56" y="168"/>
                  </a:lnTo>
                  <a:lnTo>
                    <a:pt x="80" y="168"/>
                  </a:lnTo>
                  <a:lnTo>
                    <a:pt x="104" y="200"/>
                  </a:lnTo>
                  <a:lnTo>
                    <a:pt x="80" y="200"/>
                  </a:lnTo>
                  <a:lnTo>
                    <a:pt x="64" y="200"/>
                  </a:lnTo>
                  <a:lnTo>
                    <a:pt x="56" y="208"/>
                  </a:lnTo>
                  <a:lnTo>
                    <a:pt x="64" y="240"/>
                  </a:lnTo>
                  <a:lnTo>
                    <a:pt x="80" y="256"/>
                  </a:lnTo>
                  <a:lnTo>
                    <a:pt x="80" y="288"/>
                  </a:lnTo>
                  <a:lnTo>
                    <a:pt x="96" y="304"/>
                  </a:lnTo>
                  <a:lnTo>
                    <a:pt x="96" y="336"/>
                  </a:lnTo>
                  <a:lnTo>
                    <a:pt x="96" y="328"/>
                  </a:lnTo>
                  <a:lnTo>
                    <a:pt x="120" y="320"/>
                  </a:lnTo>
                  <a:lnTo>
                    <a:pt x="136" y="320"/>
                  </a:lnTo>
                  <a:lnTo>
                    <a:pt x="152" y="328"/>
                  </a:lnTo>
                  <a:lnTo>
                    <a:pt x="168" y="344"/>
                  </a:lnTo>
                  <a:lnTo>
                    <a:pt x="184" y="344"/>
                  </a:lnTo>
                  <a:lnTo>
                    <a:pt x="184" y="360"/>
                  </a:lnTo>
                  <a:lnTo>
                    <a:pt x="192" y="360"/>
                  </a:lnTo>
                  <a:lnTo>
                    <a:pt x="208" y="368"/>
                  </a:lnTo>
                  <a:lnTo>
                    <a:pt x="216" y="360"/>
                  </a:lnTo>
                  <a:lnTo>
                    <a:pt x="232" y="352"/>
                  </a:lnTo>
                  <a:lnTo>
                    <a:pt x="240" y="328"/>
                  </a:lnTo>
                  <a:lnTo>
                    <a:pt x="256" y="336"/>
                  </a:lnTo>
                  <a:lnTo>
                    <a:pt x="264" y="336"/>
                  </a:lnTo>
                  <a:lnTo>
                    <a:pt x="272" y="344"/>
                  </a:lnTo>
                  <a:lnTo>
                    <a:pt x="288" y="336"/>
                  </a:lnTo>
                  <a:lnTo>
                    <a:pt x="296" y="328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28" y="336"/>
                  </a:lnTo>
                  <a:lnTo>
                    <a:pt x="344" y="328"/>
                  </a:lnTo>
                  <a:lnTo>
                    <a:pt x="352" y="328"/>
                  </a:lnTo>
                  <a:lnTo>
                    <a:pt x="352" y="336"/>
                  </a:lnTo>
                  <a:lnTo>
                    <a:pt x="360" y="328"/>
                  </a:lnTo>
                  <a:lnTo>
                    <a:pt x="360" y="3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691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692"/>
            <p:cNvSpPr/>
            <p:nvPr/>
          </p:nvSpPr>
          <p:spPr bwMode="auto">
            <a:xfrm>
              <a:off x="4741428" y="2627558"/>
              <a:ext cx="10966" cy="1096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693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3" name="Rectangle 694"/>
            <p:cNvSpPr>
              <a:spLocks noChangeArrowheads="1"/>
            </p:cNvSpPr>
            <p:nvPr/>
          </p:nvSpPr>
          <p:spPr bwMode="auto">
            <a:xfrm>
              <a:off x="4741428" y="2627558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54" name="Freeform 695"/>
            <p:cNvSpPr/>
            <p:nvPr/>
          </p:nvSpPr>
          <p:spPr bwMode="auto">
            <a:xfrm>
              <a:off x="4622993" y="2627558"/>
              <a:ext cx="129401" cy="53734"/>
            </a:xfrm>
            <a:custGeom>
              <a:avLst/>
              <a:gdLst>
                <a:gd name="T0" fmla="*/ 2147483647 w 96"/>
                <a:gd name="T1" fmla="*/ 2147483647 h 40"/>
                <a:gd name="T2" fmla="*/ 2147483647 w 96"/>
                <a:gd name="T3" fmla="*/ 2147483647 h 40"/>
                <a:gd name="T4" fmla="*/ 2147483647 w 96"/>
                <a:gd name="T5" fmla="*/ 2147483647 h 40"/>
                <a:gd name="T6" fmla="*/ 2147483647 w 96"/>
                <a:gd name="T7" fmla="*/ 0 h 40"/>
                <a:gd name="T8" fmla="*/ 2147483647 w 96"/>
                <a:gd name="T9" fmla="*/ 0 h 40"/>
                <a:gd name="T10" fmla="*/ 2147483647 w 96"/>
                <a:gd name="T11" fmla="*/ 0 h 40"/>
                <a:gd name="T12" fmla="*/ 2147483647 w 96"/>
                <a:gd name="T13" fmla="*/ 0 h 40"/>
                <a:gd name="T14" fmla="*/ 2147483647 w 96"/>
                <a:gd name="T15" fmla="*/ 2147483647 h 40"/>
                <a:gd name="T16" fmla="*/ 2147483647 w 96"/>
                <a:gd name="T17" fmla="*/ 2147483647 h 40"/>
                <a:gd name="T18" fmla="*/ 2147483647 w 96"/>
                <a:gd name="T19" fmla="*/ 2147483647 h 40"/>
                <a:gd name="T20" fmla="*/ 2147483647 w 96"/>
                <a:gd name="T21" fmla="*/ 2147483647 h 40"/>
                <a:gd name="T22" fmla="*/ 2147483647 w 96"/>
                <a:gd name="T23" fmla="*/ 2147483647 h 40"/>
                <a:gd name="T24" fmla="*/ 2147483647 w 96"/>
                <a:gd name="T25" fmla="*/ 2147483647 h 40"/>
                <a:gd name="T26" fmla="*/ 2147483647 w 96"/>
                <a:gd name="T27" fmla="*/ 2147483647 h 40"/>
                <a:gd name="T28" fmla="*/ 2147483647 w 96"/>
                <a:gd name="T29" fmla="*/ 2147483647 h 40"/>
                <a:gd name="T30" fmla="*/ 0 w 96"/>
                <a:gd name="T31" fmla="*/ 2147483647 h 40"/>
                <a:gd name="T32" fmla="*/ 2147483647 w 96"/>
                <a:gd name="T33" fmla="*/ 2147483647 h 40"/>
                <a:gd name="T34" fmla="*/ 2147483647 w 96"/>
                <a:gd name="T35" fmla="*/ 2147483647 h 40"/>
                <a:gd name="T36" fmla="*/ 2147483647 w 96"/>
                <a:gd name="T37" fmla="*/ 2147483647 h 40"/>
                <a:gd name="T38" fmla="*/ 2147483647 w 96"/>
                <a:gd name="T39" fmla="*/ 2147483647 h 40"/>
                <a:gd name="T40" fmla="*/ 2147483647 w 96"/>
                <a:gd name="T41" fmla="*/ 2147483647 h 40"/>
                <a:gd name="T42" fmla="*/ 2147483647 w 96"/>
                <a:gd name="T43" fmla="*/ 2147483647 h 40"/>
                <a:gd name="T44" fmla="*/ 2147483647 w 96"/>
                <a:gd name="T45" fmla="*/ 2147483647 h 40"/>
                <a:gd name="T46" fmla="*/ 2147483647 w 96"/>
                <a:gd name="T47" fmla="*/ 2147483647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6"/>
                <a:gd name="T73" fmla="*/ 0 h 40"/>
                <a:gd name="T74" fmla="*/ 96 w 96"/>
                <a:gd name="T75" fmla="*/ 40 h 4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6" h="40">
                  <a:moveTo>
                    <a:pt x="96" y="24"/>
                  </a:moveTo>
                  <a:lnTo>
                    <a:pt x="96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56" y="40"/>
                  </a:lnTo>
                  <a:lnTo>
                    <a:pt x="72" y="40"/>
                  </a:lnTo>
                  <a:lnTo>
                    <a:pt x="88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Freeform 696"/>
            <p:cNvSpPr/>
            <p:nvPr/>
          </p:nvSpPr>
          <p:spPr bwMode="auto">
            <a:xfrm>
              <a:off x="4386124" y="2562857"/>
              <a:ext cx="216033" cy="225903"/>
            </a:xfrm>
            <a:custGeom>
              <a:avLst/>
              <a:gdLst>
                <a:gd name="T0" fmla="*/ 2147483647 w 161"/>
                <a:gd name="T1" fmla="*/ 2147483647 h 168"/>
                <a:gd name="T2" fmla="*/ 2147483647 w 161"/>
                <a:gd name="T3" fmla="*/ 2147483647 h 168"/>
                <a:gd name="T4" fmla="*/ 2147483647 w 161"/>
                <a:gd name="T5" fmla="*/ 2147483647 h 168"/>
                <a:gd name="T6" fmla="*/ 2147483647 w 161"/>
                <a:gd name="T7" fmla="*/ 2147483647 h 168"/>
                <a:gd name="T8" fmla="*/ 2147483647 w 161"/>
                <a:gd name="T9" fmla="*/ 2147483647 h 168"/>
                <a:gd name="T10" fmla="*/ 2147483647 w 161"/>
                <a:gd name="T11" fmla="*/ 2147483647 h 168"/>
                <a:gd name="T12" fmla="*/ 2147483647 w 161"/>
                <a:gd name="T13" fmla="*/ 2147483647 h 168"/>
                <a:gd name="T14" fmla="*/ 2147483647 w 161"/>
                <a:gd name="T15" fmla="*/ 2147483647 h 168"/>
                <a:gd name="T16" fmla="*/ 2147483647 w 161"/>
                <a:gd name="T17" fmla="*/ 2147483647 h 168"/>
                <a:gd name="T18" fmla="*/ 2147483647 w 161"/>
                <a:gd name="T19" fmla="*/ 2147483647 h 168"/>
                <a:gd name="T20" fmla="*/ 2147483647 w 161"/>
                <a:gd name="T21" fmla="*/ 2147483647 h 168"/>
                <a:gd name="T22" fmla="*/ 2147483647 w 161"/>
                <a:gd name="T23" fmla="*/ 2147483647 h 168"/>
                <a:gd name="T24" fmla="*/ 2147483647 w 161"/>
                <a:gd name="T25" fmla="*/ 2147483647 h 168"/>
                <a:gd name="T26" fmla="*/ 2147483647 w 161"/>
                <a:gd name="T27" fmla="*/ 2147483647 h 168"/>
                <a:gd name="T28" fmla="*/ 2147483647 w 161"/>
                <a:gd name="T29" fmla="*/ 2147483647 h 168"/>
                <a:gd name="T30" fmla="*/ 2147483647 w 161"/>
                <a:gd name="T31" fmla="*/ 2147483647 h 168"/>
                <a:gd name="T32" fmla="*/ 2147483647 w 161"/>
                <a:gd name="T33" fmla="*/ 0 h 168"/>
                <a:gd name="T34" fmla="*/ 2147483647 w 161"/>
                <a:gd name="T35" fmla="*/ 2147483647 h 168"/>
                <a:gd name="T36" fmla="*/ 2147483647 w 161"/>
                <a:gd name="T37" fmla="*/ 2147483647 h 168"/>
                <a:gd name="T38" fmla="*/ 2147483647 w 161"/>
                <a:gd name="T39" fmla="*/ 2147483647 h 168"/>
                <a:gd name="T40" fmla="*/ 2147483647 w 161"/>
                <a:gd name="T41" fmla="*/ 2147483647 h 168"/>
                <a:gd name="T42" fmla="*/ 2147483647 w 161"/>
                <a:gd name="T43" fmla="*/ 2147483647 h 168"/>
                <a:gd name="T44" fmla="*/ 2147483647 w 161"/>
                <a:gd name="T45" fmla="*/ 2147483647 h 168"/>
                <a:gd name="T46" fmla="*/ 2147483647 w 161"/>
                <a:gd name="T47" fmla="*/ 2147483647 h 168"/>
                <a:gd name="T48" fmla="*/ 2147483647 w 161"/>
                <a:gd name="T49" fmla="*/ 2147483647 h 168"/>
                <a:gd name="T50" fmla="*/ 2147483647 w 161"/>
                <a:gd name="T51" fmla="*/ 2147483647 h 168"/>
                <a:gd name="T52" fmla="*/ 2147483647 w 161"/>
                <a:gd name="T53" fmla="*/ 2147483647 h 168"/>
                <a:gd name="T54" fmla="*/ 2147483647 w 161"/>
                <a:gd name="T55" fmla="*/ 2147483647 h 168"/>
                <a:gd name="T56" fmla="*/ 2147483647 w 161"/>
                <a:gd name="T57" fmla="*/ 2147483647 h 168"/>
                <a:gd name="T58" fmla="*/ 0 w 161"/>
                <a:gd name="T59" fmla="*/ 2147483647 h 168"/>
                <a:gd name="T60" fmla="*/ 0 w 161"/>
                <a:gd name="T61" fmla="*/ 2147483647 h 168"/>
                <a:gd name="T62" fmla="*/ 2147483647 w 161"/>
                <a:gd name="T63" fmla="*/ 2147483647 h 168"/>
                <a:gd name="T64" fmla="*/ 2147483647 w 161"/>
                <a:gd name="T65" fmla="*/ 2147483647 h 168"/>
                <a:gd name="T66" fmla="*/ 2147483647 w 161"/>
                <a:gd name="T67" fmla="*/ 2147483647 h 168"/>
                <a:gd name="T68" fmla="*/ 2147483647 w 161"/>
                <a:gd name="T69" fmla="*/ 2147483647 h 168"/>
                <a:gd name="T70" fmla="*/ 2147483647 w 161"/>
                <a:gd name="T71" fmla="*/ 2147483647 h 168"/>
                <a:gd name="T72" fmla="*/ 2147483647 w 161"/>
                <a:gd name="T73" fmla="*/ 2147483647 h 168"/>
                <a:gd name="T74" fmla="*/ 2147483647 w 161"/>
                <a:gd name="T75" fmla="*/ 2147483647 h 168"/>
                <a:gd name="T76" fmla="*/ 2147483647 w 161"/>
                <a:gd name="T77" fmla="*/ 2147483647 h 168"/>
                <a:gd name="T78" fmla="*/ 2147483647 w 161"/>
                <a:gd name="T79" fmla="*/ 2147483647 h 168"/>
                <a:gd name="T80" fmla="*/ 2147483647 w 161"/>
                <a:gd name="T81" fmla="*/ 2147483647 h 168"/>
                <a:gd name="T82" fmla="*/ 2147483647 w 161"/>
                <a:gd name="T83" fmla="*/ 2147483647 h 168"/>
                <a:gd name="T84" fmla="*/ 2147483647 w 161"/>
                <a:gd name="T85" fmla="*/ 2147483647 h 168"/>
                <a:gd name="T86" fmla="*/ 2147483647 w 161"/>
                <a:gd name="T87" fmla="*/ 2147483647 h 168"/>
                <a:gd name="T88" fmla="*/ 2147483647 w 161"/>
                <a:gd name="T89" fmla="*/ 2147483647 h 168"/>
                <a:gd name="T90" fmla="*/ 2147483647 w 161"/>
                <a:gd name="T91" fmla="*/ 2147483647 h 168"/>
                <a:gd name="T92" fmla="*/ 2147483647 w 161"/>
                <a:gd name="T93" fmla="*/ 2147483647 h 168"/>
                <a:gd name="T94" fmla="*/ 2147483647 w 161"/>
                <a:gd name="T95" fmla="*/ 2147483647 h 168"/>
                <a:gd name="T96" fmla="*/ 2147483647 w 161"/>
                <a:gd name="T97" fmla="*/ 2147483647 h 168"/>
                <a:gd name="T98" fmla="*/ 2147483647 w 161"/>
                <a:gd name="T99" fmla="*/ 2147483647 h 168"/>
                <a:gd name="T100" fmla="*/ 2147483647 w 161"/>
                <a:gd name="T101" fmla="*/ 2147483647 h 168"/>
                <a:gd name="T102" fmla="*/ 2147483647 w 161"/>
                <a:gd name="T103" fmla="*/ 2147483647 h 1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1"/>
                <a:gd name="T157" fmla="*/ 0 h 168"/>
                <a:gd name="T158" fmla="*/ 161 w 161"/>
                <a:gd name="T159" fmla="*/ 168 h 16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1" h="168">
                  <a:moveTo>
                    <a:pt x="145" y="120"/>
                  </a:moveTo>
                  <a:lnTo>
                    <a:pt x="153" y="112"/>
                  </a:lnTo>
                  <a:lnTo>
                    <a:pt x="153" y="104"/>
                  </a:lnTo>
                  <a:lnTo>
                    <a:pt x="145" y="96"/>
                  </a:lnTo>
                  <a:lnTo>
                    <a:pt x="137" y="96"/>
                  </a:lnTo>
                  <a:lnTo>
                    <a:pt x="137" y="88"/>
                  </a:lnTo>
                  <a:lnTo>
                    <a:pt x="153" y="72"/>
                  </a:lnTo>
                  <a:lnTo>
                    <a:pt x="153" y="56"/>
                  </a:lnTo>
                  <a:lnTo>
                    <a:pt x="161" y="48"/>
                  </a:lnTo>
                  <a:lnTo>
                    <a:pt x="153" y="40"/>
                  </a:lnTo>
                  <a:lnTo>
                    <a:pt x="145" y="40"/>
                  </a:lnTo>
                  <a:lnTo>
                    <a:pt x="128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64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56" y="160"/>
                  </a:lnTo>
                  <a:lnTo>
                    <a:pt x="72" y="160"/>
                  </a:lnTo>
                  <a:lnTo>
                    <a:pt x="80" y="160"/>
                  </a:lnTo>
                  <a:lnTo>
                    <a:pt x="88" y="168"/>
                  </a:lnTo>
                  <a:lnTo>
                    <a:pt x="96" y="168"/>
                  </a:lnTo>
                  <a:lnTo>
                    <a:pt x="104" y="152"/>
                  </a:lnTo>
                  <a:lnTo>
                    <a:pt x="112" y="152"/>
                  </a:lnTo>
                  <a:lnTo>
                    <a:pt x="128" y="152"/>
                  </a:lnTo>
                  <a:lnTo>
                    <a:pt x="153" y="136"/>
                  </a:lnTo>
                  <a:lnTo>
                    <a:pt x="161" y="136"/>
                  </a:lnTo>
                  <a:lnTo>
                    <a:pt x="153" y="128"/>
                  </a:lnTo>
                  <a:lnTo>
                    <a:pt x="145" y="1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Freeform 697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2147483647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0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2147483647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0 h 14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52"/>
                <a:gd name="T94" fmla="*/ 0 h 144"/>
                <a:gd name="T95" fmla="*/ 152 w 152"/>
                <a:gd name="T96" fmla="*/ 144 h 14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698"/>
            <p:cNvSpPr/>
            <p:nvPr/>
          </p:nvSpPr>
          <p:spPr bwMode="auto">
            <a:xfrm>
              <a:off x="4557196" y="2455389"/>
              <a:ext cx="162299" cy="203971"/>
            </a:xfrm>
            <a:custGeom>
              <a:avLst/>
              <a:gdLst>
                <a:gd name="T0" fmla="*/ 2147483647 w 121"/>
                <a:gd name="T1" fmla="*/ 2147483647 h 152"/>
                <a:gd name="T2" fmla="*/ 2147483647 w 121"/>
                <a:gd name="T3" fmla="*/ 2147483647 h 152"/>
                <a:gd name="T4" fmla="*/ 2147483647 w 121"/>
                <a:gd name="T5" fmla="*/ 2147483647 h 152"/>
                <a:gd name="T6" fmla="*/ 2147483647 w 121"/>
                <a:gd name="T7" fmla="*/ 2147483647 h 152"/>
                <a:gd name="T8" fmla="*/ 2147483647 w 121"/>
                <a:gd name="T9" fmla="*/ 2147483647 h 152"/>
                <a:gd name="T10" fmla="*/ 2147483647 w 121"/>
                <a:gd name="T11" fmla="*/ 2147483647 h 152"/>
                <a:gd name="T12" fmla="*/ 2147483647 w 121"/>
                <a:gd name="T13" fmla="*/ 2147483647 h 152"/>
                <a:gd name="T14" fmla="*/ 2147483647 w 121"/>
                <a:gd name="T15" fmla="*/ 2147483647 h 152"/>
                <a:gd name="T16" fmla="*/ 0 w 121"/>
                <a:gd name="T17" fmla="*/ 2147483647 h 152"/>
                <a:gd name="T18" fmla="*/ 2147483647 w 121"/>
                <a:gd name="T19" fmla="*/ 2147483647 h 152"/>
                <a:gd name="T20" fmla="*/ 2147483647 w 121"/>
                <a:gd name="T21" fmla="*/ 2147483647 h 152"/>
                <a:gd name="T22" fmla="*/ 2147483647 w 121"/>
                <a:gd name="T23" fmla="*/ 2147483647 h 152"/>
                <a:gd name="T24" fmla="*/ 2147483647 w 121"/>
                <a:gd name="T25" fmla="*/ 2147483647 h 152"/>
                <a:gd name="T26" fmla="*/ 2147483647 w 121"/>
                <a:gd name="T27" fmla="*/ 2147483647 h 152"/>
                <a:gd name="T28" fmla="*/ 2147483647 w 121"/>
                <a:gd name="T29" fmla="*/ 2147483647 h 152"/>
                <a:gd name="T30" fmla="*/ 2147483647 w 121"/>
                <a:gd name="T31" fmla="*/ 2147483647 h 152"/>
                <a:gd name="T32" fmla="*/ 2147483647 w 121"/>
                <a:gd name="T33" fmla="*/ 2147483647 h 152"/>
                <a:gd name="T34" fmla="*/ 2147483647 w 121"/>
                <a:gd name="T35" fmla="*/ 2147483647 h 152"/>
                <a:gd name="T36" fmla="*/ 2147483647 w 121"/>
                <a:gd name="T37" fmla="*/ 2147483647 h 152"/>
                <a:gd name="T38" fmla="*/ 2147483647 w 121"/>
                <a:gd name="T39" fmla="*/ 2147483647 h 152"/>
                <a:gd name="T40" fmla="*/ 2147483647 w 121"/>
                <a:gd name="T41" fmla="*/ 2147483647 h 152"/>
                <a:gd name="T42" fmla="*/ 2147483647 w 121"/>
                <a:gd name="T43" fmla="*/ 2147483647 h 152"/>
                <a:gd name="T44" fmla="*/ 2147483647 w 121"/>
                <a:gd name="T45" fmla="*/ 2147483647 h 152"/>
                <a:gd name="T46" fmla="*/ 2147483647 w 121"/>
                <a:gd name="T47" fmla="*/ 2147483647 h 152"/>
                <a:gd name="T48" fmla="*/ 2147483647 w 121"/>
                <a:gd name="T49" fmla="*/ 2147483647 h 152"/>
                <a:gd name="T50" fmla="*/ 2147483647 w 121"/>
                <a:gd name="T51" fmla="*/ 2147483647 h 152"/>
                <a:gd name="T52" fmla="*/ 2147483647 w 121"/>
                <a:gd name="T53" fmla="*/ 2147483647 h 152"/>
                <a:gd name="T54" fmla="*/ 2147483647 w 121"/>
                <a:gd name="T55" fmla="*/ 2147483647 h 152"/>
                <a:gd name="T56" fmla="*/ 2147483647 w 121"/>
                <a:gd name="T57" fmla="*/ 2147483647 h 152"/>
                <a:gd name="T58" fmla="*/ 2147483647 w 121"/>
                <a:gd name="T59" fmla="*/ 2147483647 h 152"/>
                <a:gd name="T60" fmla="*/ 2147483647 w 121"/>
                <a:gd name="T61" fmla="*/ 2147483647 h 152"/>
                <a:gd name="T62" fmla="*/ 2147483647 w 121"/>
                <a:gd name="T63" fmla="*/ 2147483647 h 152"/>
                <a:gd name="T64" fmla="*/ 2147483647 w 121"/>
                <a:gd name="T65" fmla="*/ 2147483647 h 152"/>
                <a:gd name="T66" fmla="*/ 2147483647 w 121"/>
                <a:gd name="T67" fmla="*/ 2147483647 h 152"/>
                <a:gd name="T68" fmla="*/ 2147483647 w 121"/>
                <a:gd name="T69" fmla="*/ 2147483647 h 152"/>
                <a:gd name="T70" fmla="*/ 2147483647 w 121"/>
                <a:gd name="T71" fmla="*/ 2147483647 h 152"/>
                <a:gd name="T72" fmla="*/ 2147483647 w 121"/>
                <a:gd name="T73" fmla="*/ 2147483647 h 152"/>
                <a:gd name="T74" fmla="*/ 2147483647 w 121"/>
                <a:gd name="T75" fmla="*/ 2147483647 h 152"/>
                <a:gd name="T76" fmla="*/ 2147483647 w 121"/>
                <a:gd name="T77" fmla="*/ 2147483647 h 152"/>
                <a:gd name="T78" fmla="*/ 2147483647 w 121"/>
                <a:gd name="T79" fmla="*/ 2147483647 h 152"/>
                <a:gd name="T80" fmla="*/ 2147483647 w 121"/>
                <a:gd name="T81" fmla="*/ 2147483647 h 152"/>
                <a:gd name="T82" fmla="*/ 2147483647 w 121"/>
                <a:gd name="T83" fmla="*/ 2147483647 h 152"/>
                <a:gd name="T84" fmla="*/ 2147483647 w 121"/>
                <a:gd name="T85" fmla="*/ 2147483647 h 152"/>
                <a:gd name="T86" fmla="*/ 2147483647 w 121"/>
                <a:gd name="T87" fmla="*/ 2147483647 h 152"/>
                <a:gd name="T88" fmla="*/ 2147483647 w 121"/>
                <a:gd name="T89" fmla="*/ 2147483647 h 152"/>
                <a:gd name="T90" fmla="*/ 2147483647 w 121"/>
                <a:gd name="T91" fmla="*/ 0 h 152"/>
                <a:gd name="T92" fmla="*/ 2147483647 w 121"/>
                <a:gd name="T93" fmla="*/ 2147483647 h 152"/>
                <a:gd name="T94" fmla="*/ 2147483647 w 121"/>
                <a:gd name="T95" fmla="*/ 2147483647 h 152"/>
                <a:gd name="T96" fmla="*/ 2147483647 w 121"/>
                <a:gd name="T97" fmla="*/ 2147483647 h 152"/>
                <a:gd name="T98" fmla="*/ 2147483647 w 121"/>
                <a:gd name="T99" fmla="*/ 2147483647 h 152"/>
                <a:gd name="T100" fmla="*/ 2147483647 w 121"/>
                <a:gd name="T101" fmla="*/ 2147483647 h 152"/>
                <a:gd name="T102" fmla="*/ 2147483647 w 121"/>
                <a:gd name="T103" fmla="*/ 2147483647 h 1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1"/>
                <a:gd name="T157" fmla="*/ 0 h 152"/>
                <a:gd name="T158" fmla="*/ 121 w 121"/>
                <a:gd name="T159" fmla="*/ 152 h 1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1" h="152">
                  <a:moveTo>
                    <a:pt x="25" y="40"/>
                  </a:moveTo>
                  <a:lnTo>
                    <a:pt x="17" y="48"/>
                  </a:lnTo>
                  <a:lnTo>
                    <a:pt x="17" y="64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9" y="88"/>
                  </a:lnTo>
                  <a:lnTo>
                    <a:pt x="9" y="96"/>
                  </a:lnTo>
                  <a:lnTo>
                    <a:pt x="9" y="104"/>
                  </a:lnTo>
                  <a:lnTo>
                    <a:pt x="0" y="112"/>
                  </a:lnTo>
                  <a:lnTo>
                    <a:pt x="17" y="120"/>
                  </a:lnTo>
                  <a:lnTo>
                    <a:pt x="25" y="120"/>
                  </a:lnTo>
                  <a:lnTo>
                    <a:pt x="33" y="128"/>
                  </a:lnTo>
                  <a:lnTo>
                    <a:pt x="25" y="136"/>
                  </a:lnTo>
                  <a:lnTo>
                    <a:pt x="25" y="152"/>
                  </a:lnTo>
                  <a:lnTo>
                    <a:pt x="33" y="152"/>
                  </a:lnTo>
                  <a:lnTo>
                    <a:pt x="41" y="152"/>
                  </a:lnTo>
                  <a:lnTo>
                    <a:pt x="49" y="152"/>
                  </a:lnTo>
                  <a:lnTo>
                    <a:pt x="57" y="152"/>
                  </a:lnTo>
                  <a:lnTo>
                    <a:pt x="65" y="152"/>
                  </a:lnTo>
                  <a:lnTo>
                    <a:pt x="73" y="152"/>
                  </a:lnTo>
                  <a:lnTo>
                    <a:pt x="89" y="152"/>
                  </a:lnTo>
                  <a:lnTo>
                    <a:pt x="97" y="152"/>
                  </a:lnTo>
                  <a:lnTo>
                    <a:pt x="97" y="144"/>
                  </a:lnTo>
                  <a:lnTo>
                    <a:pt x="97" y="136"/>
                  </a:lnTo>
                  <a:lnTo>
                    <a:pt x="105" y="136"/>
                  </a:lnTo>
                  <a:lnTo>
                    <a:pt x="105" y="128"/>
                  </a:lnTo>
                  <a:lnTo>
                    <a:pt x="97" y="112"/>
                  </a:lnTo>
                  <a:lnTo>
                    <a:pt x="89" y="104"/>
                  </a:lnTo>
                  <a:lnTo>
                    <a:pt x="81" y="104"/>
                  </a:lnTo>
                  <a:lnTo>
                    <a:pt x="89" y="96"/>
                  </a:lnTo>
                  <a:lnTo>
                    <a:pt x="97" y="96"/>
                  </a:lnTo>
                  <a:lnTo>
                    <a:pt x="105" y="88"/>
                  </a:lnTo>
                  <a:lnTo>
                    <a:pt x="113" y="88"/>
                  </a:lnTo>
                  <a:lnTo>
                    <a:pt x="121" y="88"/>
                  </a:lnTo>
                  <a:lnTo>
                    <a:pt x="121" y="72"/>
                  </a:lnTo>
                  <a:lnTo>
                    <a:pt x="113" y="56"/>
                  </a:lnTo>
                  <a:lnTo>
                    <a:pt x="113" y="48"/>
                  </a:lnTo>
                  <a:lnTo>
                    <a:pt x="113" y="40"/>
                  </a:lnTo>
                  <a:lnTo>
                    <a:pt x="113" y="32"/>
                  </a:lnTo>
                  <a:lnTo>
                    <a:pt x="113" y="24"/>
                  </a:lnTo>
                  <a:lnTo>
                    <a:pt x="97" y="16"/>
                  </a:lnTo>
                  <a:lnTo>
                    <a:pt x="81" y="24"/>
                  </a:lnTo>
                  <a:lnTo>
                    <a:pt x="73" y="16"/>
                  </a:lnTo>
                  <a:lnTo>
                    <a:pt x="73" y="8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9" y="8"/>
                  </a:lnTo>
                  <a:lnTo>
                    <a:pt x="41" y="24"/>
                  </a:lnTo>
                  <a:lnTo>
                    <a:pt x="41" y="32"/>
                  </a:lnTo>
                  <a:lnTo>
                    <a:pt x="33" y="32"/>
                  </a:lnTo>
                  <a:lnTo>
                    <a:pt x="25" y="32"/>
                  </a:lnTo>
                  <a:lnTo>
                    <a:pt x="25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699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2147483647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0 w 49"/>
                <a:gd name="T31" fmla="*/ 2147483647 h 56"/>
                <a:gd name="T32" fmla="*/ 2147483647 w 49"/>
                <a:gd name="T33" fmla="*/ 2147483647 h 56"/>
                <a:gd name="T34" fmla="*/ 2147483647 w 49"/>
                <a:gd name="T35" fmla="*/ 2147483647 h 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9"/>
                <a:gd name="T55" fmla="*/ 0 h 56"/>
                <a:gd name="T56" fmla="*/ 49 w 49"/>
                <a:gd name="T57" fmla="*/ 56 h 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700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0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2147483647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0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2147483647 h 144"/>
                <a:gd name="T62" fmla="*/ 2147483647 w 152"/>
                <a:gd name="T63" fmla="*/ 2147483647 h 144"/>
                <a:gd name="T64" fmla="*/ 2147483647 w 152"/>
                <a:gd name="T65" fmla="*/ 2147483647 h 144"/>
                <a:gd name="T66" fmla="*/ 2147483647 w 152"/>
                <a:gd name="T67" fmla="*/ 0 h 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44"/>
                <a:gd name="T104" fmla="*/ 152 w 152"/>
                <a:gd name="T105" fmla="*/ 144 h 14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701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0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2147483647 w 49"/>
                <a:gd name="T31" fmla="*/ 2147483647 h 56"/>
                <a:gd name="T32" fmla="*/ 0 w 49"/>
                <a:gd name="T33" fmla="*/ 2147483647 h 56"/>
                <a:gd name="T34" fmla="*/ 2147483647 w 49"/>
                <a:gd name="T35" fmla="*/ 2147483647 h 56"/>
                <a:gd name="T36" fmla="*/ 2147483647 w 49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9"/>
                <a:gd name="T58" fmla="*/ 0 h 56"/>
                <a:gd name="T59" fmla="*/ 49 w 49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Freeform 702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0 w 80"/>
                <a:gd name="T17" fmla="*/ 2147483647 h 80"/>
                <a:gd name="T18" fmla="*/ 2147483647 w 80"/>
                <a:gd name="T19" fmla="*/ 2147483647 h 80"/>
                <a:gd name="T20" fmla="*/ 2147483647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0"/>
                <a:gd name="T73" fmla="*/ 0 h 80"/>
                <a:gd name="T74" fmla="*/ 80 w 80"/>
                <a:gd name="T75" fmla="*/ 80 h 8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703"/>
            <p:cNvSpPr/>
            <p:nvPr/>
          </p:nvSpPr>
          <p:spPr bwMode="auto">
            <a:xfrm>
              <a:off x="4546230" y="1833608"/>
              <a:ext cx="441936" cy="525279"/>
            </a:xfrm>
            <a:custGeom>
              <a:avLst/>
              <a:gdLst>
                <a:gd name="T0" fmla="*/ 2147483647 w 329"/>
                <a:gd name="T1" fmla="*/ 2147483647 h 392"/>
                <a:gd name="T2" fmla="*/ 2147483647 w 329"/>
                <a:gd name="T3" fmla="*/ 2147483647 h 392"/>
                <a:gd name="T4" fmla="*/ 2147483647 w 329"/>
                <a:gd name="T5" fmla="*/ 2147483647 h 392"/>
                <a:gd name="T6" fmla="*/ 2147483647 w 329"/>
                <a:gd name="T7" fmla="*/ 2147483647 h 392"/>
                <a:gd name="T8" fmla="*/ 2147483647 w 329"/>
                <a:gd name="T9" fmla="*/ 2147483647 h 392"/>
                <a:gd name="T10" fmla="*/ 2147483647 w 329"/>
                <a:gd name="T11" fmla="*/ 2147483647 h 392"/>
                <a:gd name="T12" fmla="*/ 2147483647 w 329"/>
                <a:gd name="T13" fmla="*/ 2147483647 h 392"/>
                <a:gd name="T14" fmla="*/ 2147483647 w 329"/>
                <a:gd name="T15" fmla="*/ 2147483647 h 392"/>
                <a:gd name="T16" fmla="*/ 2147483647 w 329"/>
                <a:gd name="T17" fmla="*/ 2147483647 h 392"/>
                <a:gd name="T18" fmla="*/ 2147483647 w 329"/>
                <a:gd name="T19" fmla="*/ 2147483647 h 392"/>
                <a:gd name="T20" fmla="*/ 2147483647 w 329"/>
                <a:gd name="T21" fmla="*/ 2147483647 h 392"/>
                <a:gd name="T22" fmla="*/ 2147483647 w 329"/>
                <a:gd name="T23" fmla="*/ 2147483647 h 392"/>
                <a:gd name="T24" fmla="*/ 2147483647 w 329"/>
                <a:gd name="T25" fmla="*/ 2147483647 h 392"/>
                <a:gd name="T26" fmla="*/ 2147483647 w 329"/>
                <a:gd name="T27" fmla="*/ 2147483647 h 392"/>
                <a:gd name="T28" fmla="*/ 2147483647 w 329"/>
                <a:gd name="T29" fmla="*/ 2147483647 h 392"/>
                <a:gd name="T30" fmla="*/ 2147483647 w 329"/>
                <a:gd name="T31" fmla="*/ 2147483647 h 392"/>
                <a:gd name="T32" fmla="*/ 2147483647 w 329"/>
                <a:gd name="T33" fmla="*/ 2147483647 h 392"/>
                <a:gd name="T34" fmla="*/ 2147483647 w 329"/>
                <a:gd name="T35" fmla="*/ 2147483647 h 392"/>
                <a:gd name="T36" fmla="*/ 2147483647 w 329"/>
                <a:gd name="T37" fmla="*/ 2147483647 h 392"/>
                <a:gd name="T38" fmla="*/ 2147483647 w 329"/>
                <a:gd name="T39" fmla="*/ 2147483647 h 392"/>
                <a:gd name="T40" fmla="*/ 2147483647 w 329"/>
                <a:gd name="T41" fmla="*/ 2147483647 h 392"/>
                <a:gd name="T42" fmla="*/ 2147483647 w 329"/>
                <a:gd name="T43" fmla="*/ 2147483647 h 392"/>
                <a:gd name="T44" fmla="*/ 2147483647 w 329"/>
                <a:gd name="T45" fmla="*/ 2147483647 h 392"/>
                <a:gd name="T46" fmla="*/ 2147483647 w 329"/>
                <a:gd name="T47" fmla="*/ 2147483647 h 392"/>
                <a:gd name="T48" fmla="*/ 2147483647 w 329"/>
                <a:gd name="T49" fmla="*/ 2147483647 h 392"/>
                <a:gd name="T50" fmla="*/ 2147483647 w 329"/>
                <a:gd name="T51" fmla="*/ 2147483647 h 392"/>
                <a:gd name="T52" fmla="*/ 2147483647 w 329"/>
                <a:gd name="T53" fmla="*/ 2147483647 h 392"/>
                <a:gd name="T54" fmla="*/ 2147483647 w 329"/>
                <a:gd name="T55" fmla="*/ 2147483647 h 392"/>
                <a:gd name="T56" fmla="*/ 2147483647 w 329"/>
                <a:gd name="T57" fmla="*/ 2147483647 h 392"/>
                <a:gd name="T58" fmla="*/ 2147483647 w 329"/>
                <a:gd name="T59" fmla="*/ 2147483647 h 392"/>
                <a:gd name="T60" fmla="*/ 2147483647 w 329"/>
                <a:gd name="T61" fmla="*/ 2147483647 h 392"/>
                <a:gd name="T62" fmla="*/ 2147483647 w 329"/>
                <a:gd name="T63" fmla="*/ 2147483647 h 392"/>
                <a:gd name="T64" fmla="*/ 2147483647 w 329"/>
                <a:gd name="T65" fmla="*/ 2147483647 h 392"/>
                <a:gd name="T66" fmla="*/ 2147483647 w 329"/>
                <a:gd name="T67" fmla="*/ 2147483647 h 392"/>
                <a:gd name="T68" fmla="*/ 2147483647 w 329"/>
                <a:gd name="T69" fmla="*/ 2147483647 h 392"/>
                <a:gd name="T70" fmla="*/ 2147483647 w 329"/>
                <a:gd name="T71" fmla="*/ 2147483647 h 392"/>
                <a:gd name="T72" fmla="*/ 2147483647 w 329"/>
                <a:gd name="T73" fmla="*/ 2147483647 h 392"/>
                <a:gd name="T74" fmla="*/ 2147483647 w 329"/>
                <a:gd name="T75" fmla="*/ 2147483647 h 392"/>
                <a:gd name="T76" fmla="*/ 0 w 329"/>
                <a:gd name="T77" fmla="*/ 2147483647 h 392"/>
                <a:gd name="T78" fmla="*/ 2147483647 w 329"/>
                <a:gd name="T79" fmla="*/ 2147483647 h 392"/>
                <a:gd name="T80" fmla="*/ 2147483647 w 329"/>
                <a:gd name="T81" fmla="*/ 2147483647 h 392"/>
                <a:gd name="T82" fmla="*/ 2147483647 w 329"/>
                <a:gd name="T83" fmla="*/ 2147483647 h 392"/>
                <a:gd name="T84" fmla="*/ 2147483647 w 329"/>
                <a:gd name="T85" fmla="*/ 2147483647 h 392"/>
                <a:gd name="T86" fmla="*/ 2147483647 w 329"/>
                <a:gd name="T87" fmla="*/ 2147483647 h 3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9"/>
                <a:gd name="T133" fmla="*/ 0 h 392"/>
                <a:gd name="T134" fmla="*/ 329 w 329"/>
                <a:gd name="T135" fmla="*/ 392 h 3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9" h="392">
                  <a:moveTo>
                    <a:pt x="89" y="352"/>
                  </a:moveTo>
                  <a:lnTo>
                    <a:pt x="97" y="344"/>
                  </a:lnTo>
                  <a:lnTo>
                    <a:pt x="97" y="328"/>
                  </a:lnTo>
                  <a:lnTo>
                    <a:pt x="97" y="320"/>
                  </a:lnTo>
                  <a:lnTo>
                    <a:pt x="105" y="312"/>
                  </a:lnTo>
                  <a:lnTo>
                    <a:pt x="97" y="304"/>
                  </a:lnTo>
                  <a:lnTo>
                    <a:pt x="89" y="280"/>
                  </a:lnTo>
                  <a:lnTo>
                    <a:pt x="97" y="264"/>
                  </a:lnTo>
                  <a:lnTo>
                    <a:pt x="97" y="248"/>
                  </a:lnTo>
                  <a:lnTo>
                    <a:pt x="105" y="240"/>
                  </a:lnTo>
                  <a:lnTo>
                    <a:pt x="121" y="240"/>
                  </a:lnTo>
                  <a:lnTo>
                    <a:pt x="121" y="224"/>
                  </a:lnTo>
                  <a:lnTo>
                    <a:pt x="113" y="216"/>
                  </a:lnTo>
                  <a:lnTo>
                    <a:pt x="121" y="200"/>
                  </a:lnTo>
                  <a:lnTo>
                    <a:pt x="129" y="176"/>
                  </a:lnTo>
                  <a:lnTo>
                    <a:pt x="137" y="176"/>
                  </a:lnTo>
                  <a:lnTo>
                    <a:pt x="145" y="152"/>
                  </a:lnTo>
                  <a:lnTo>
                    <a:pt x="153" y="144"/>
                  </a:lnTo>
                  <a:lnTo>
                    <a:pt x="145" y="128"/>
                  </a:lnTo>
                  <a:lnTo>
                    <a:pt x="153" y="120"/>
                  </a:lnTo>
                  <a:lnTo>
                    <a:pt x="161" y="112"/>
                  </a:lnTo>
                  <a:lnTo>
                    <a:pt x="169" y="112"/>
                  </a:lnTo>
                  <a:lnTo>
                    <a:pt x="177" y="96"/>
                  </a:lnTo>
                  <a:lnTo>
                    <a:pt x="185" y="96"/>
                  </a:lnTo>
                  <a:lnTo>
                    <a:pt x="193" y="96"/>
                  </a:lnTo>
                  <a:lnTo>
                    <a:pt x="193" y="88"/>
                  </a:lnTo>
                  <a:lnTo>
                    <a:pt x="201" y="80"/>
                  </a:lnTo>
                  <a:lnTo>
                    <a:pt x="209" y="80"/>
                  </a:lnTo>
                  <a:lnTo>
                    <a:pt x="209" y="72"/>
                  </a:lnTo>
                  <a:lnTo>
                    <a:pt x="217" y="80"/>
                  </a:lnTo>
                  <a:lnTo>
                    <a:pt x="225" y="88"/>
                  </a:lnTo>
                  <a:lnTo>
                    <a:pt x="233" y="88"/>
                  </a:lnTo>
                  <a:lnTo>
                    <a:pt x="249" y="88"/>
                  </a:lnTo>
                  <a:lnTo>
                    <a:pt x="265" y="80"/>
                  </a:lnTo>
                  <a:lnTo>
                    <a:pt x="273" y="56"/>
                  </a:lnTo>
                  <a:lnTo>
                    <a:pt x="281" y="48"/>
                  </a:lnTo>
                  <a:lnTo>
                    <a:pt x="297" y="48"/>
                  </a:lnTo>
                  <a:lnTo>
                    <a:pt x="313" y="56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21" y="64"/>
                  </a:lnTo>
                  <a:lnTo>
                    <a:pt x="329" y="56"/>
                  </a:lnTo>
                  <a:lnTo>
                    <a:pt x="321" y="48"/>
                  </a:lnTo>
                  <a:lnTo>
                    <a:pt x="321" y="40"/>
                  </a:lnTo>
                  <a:lnTo>
                    <a:pt x="329" y="24"/>
                  </a:lnTo>
                  <a:lnTo>
                    <a:pt x="321" y="16"/>
                  </a:lnTo>
                  <a:lnTo>
                    <a:pt x="305" y="0"/>
                  </a:lnTo>
                  <a:lnTo>
                    <a:pt x="289" y="16"/>
                  </a:lnTo>
                  <a:lnTo>
                    <a:pt x="273" y="8"/>
                  </a:lnTo>
                  <a:lnTo>
                    <a:pt x="265" y="8"/>
                  </a:lnTo>
                  <a:lnTo>
                    <a:pt x="249" y="8"/>
                  </a:lnTo>
                  <a:lnTo>
                    <a:pt x="233" y="24"/>
                  </a:lnTo>
                  <a:lnTo>
                    <a:pt x="225" y="24"/>
                  </a:lnTo>
                  <a:lnTo>
                    <a:pt x="217" y="24"/>
                  </a:lnTo>
                  <a:lnTo>
                    <a:pt x="209" y="32"/>
                  </a:lnTo>
                  <a:lnTo>
                    <a:pt x="201" y="32"/>
                  </a:lnTo>
                  <a:lnTo>
                    <a:pt x="193" y="56"/>
                  </a:lnTo>
                  <a:lnTo>
                    <a:pt x="169" y="56"/>
                  </a:lnTo>
                  <a:lnTo>
                    <a:pt x="161" y="80"/>
                  </a:lnTo>
                  <a:lnTo>
                    <a:pt x="161" y="88"/>
                  </a:lnTo>
                  <a:lnTo>
                    <a:pt x="145" y="88"/>
                  </a:lnTo>
                  <a:lnTo>
                    <a:pt x="129" y="112"/>
                  </a:lnTo>
                  <a:lnTo>
                    <a:pt x="129" y="128"/>
                  </a:lnTo>
                  <a:lnTo>
                    <a:pt x="113" y="152"/>
                  </a:lnTo>
                  <a:lnTo>
                    <a:pt x="105" y="168"/>
                  </a:lnTo>
                  <a:lnTo>
                    <a:pt x="97" y="184"/>
                  </a:lnTo>
                  <a:lnTo>
                    <a:pt x="89" y="200"/>
                  </a:lnTo>
                  <a:lnTo>
                    <a:pt x="65" y="240"/>
                  </a:lnTo>
                  <a:lnTo>
                    <a:pt x="49" y="256"/>
                  </a:lnTo>
                  <a:lnTo>
                    <a:pt x="33" y="264"/>
                  </a:lnTo>
                  <a:lnTo>
                    <a:pt x="25" y="280"/>
                  </a:lnTo>
                  <a:lnTo>
                    <a:pt x="17" y="288"/>
                  </a:lnTo>
                  <a:lnTo>
                    <a:pt x="8" y="296"/>
                  </a:lnTo>
                  <a:lnTo>
                    <a:pt x="8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8" y="352"/>
                  </a:lnTo>
                  <a:lnTo>
                    <a:pt x="8" y="368"/>
                  </a:lnTo>
                  <a:lnTo>
                    <a:pt x="8" y="384"/>
                  </a:lnTo>
                  <a:lnTo>
                    <a:pt x="25" y="392"/>
                  </a:lnTo>
                  <a:lnTo>
                    <a:pt x="41" y="392"/>
                  </a:lnTo>
                  <a:lnTo>
                    <a:pt x="65" y="376"/>
                  </a:lnTo>
                  <a:lnTo>
                    <a:pt x="73" y="368"/>
                  </a:lnTo>
                  <a:lnTo>
                    <a:pt x="81" y="368"/>
                  </a:lnTo>
                  <a:lnTo>
                    <a:pt x="81" y="376"/>
                  </a:lnTo>
                  <a:lnTo>
                    <a:pt x="81" y="368"/>
                  </a:lnTo>
                  <a:lnTo>
                    <a:pt x="89" y="3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3" name="Freeform 704"/>
            <p:cNvSpPr/>
            <p:nvPr/>
          </p:nvSpPr>
          <p:spPr bwMode="auto">
            <a:xfrm>
              <a:off x="4654795" y="1941076"/>
              <a:ext cx="214937" cy="504443"/>
            </a:xfrm>
            <a:custGeom>
              <a:avLst/>
              <a:gdLst>
                <a:gd name="T0" fmla="*/ 2147483647 w 160"/>
                <a:gd name="T1" fmla="*/ 2147483647 h 376"/>
                <a:gd name="T2" fmla="*/ 2147483647 w 160"/>
                <a:gd name="T3" fmla="*/ 2147483647 h 376"/>
                <a:gd name="T4" fmla="*/ 2147483647 w 160"/>
                <a:gd name="T5" fmla="*/ 2147483647 h 376"/>
                <a:gd name="T6" fmla="*/ 2147483647 w 160"/>
                <a:gd name="T7" fmla="*/ 2147483647 h 376"/>
                <a:gd name="T8" fmla="*/ 2147483647 w 160"/>
                <a:gd name="T9" fmla="*/ 0 h 376"/>
                <a:gd name="T10" fmla="*/ 2147483647 w 160"/>
                <a:gd name="T11" fmla="*/ 2147483647 h 376"/>
                <a:gd name="T12" fmla="*/ 2147483647 w 160"/>
                <a:gd name="T13" fmla="*/ 2147483647 h 376"/>
                <a:gd name="T14" fmla="*/ 2147483647 w 160"/>
                <a:gd name="T15" fmla="*/ 2147483647 h 376"/>
                <a:gd name="T16" fmla="*/ 2147483647 w 160"/>
                <a:gd name="T17" fmla="*/ 2147483647 h 376"/>
                <a:gd name="T18" fmla="*/ 2147483647 w 160"/>
                <a:gd name="T19" fmla="*/ 2147483647 h 376"/>
                <a:gd name="T20" fmla="*/ 2147483647 w 160"/>
                <a:gd name="T21" fmla="*/ 2147483647 h 376"/>
                <a:gd name="T22" fmla="*/ 2147483647 w 160"/>
                <a:gd name="T23" fmla="*/ 2147483647 h 376"/>
                <a:gd name="T24" fmla="*/ 2147483647 w 160"/>
                <a:gd name="T25" fmla="*/ 2147483647 h 376"/>
                <a:gd name="T26" fmla="*/ 2147483647 w 160"/>
                <a:gd name="T27" fmla="*/ 2147483647 h 376"/>
                <a:gd name="T28" fmla="*/ 2147483647 w 160"/>
                <a:gd name="T29" fmla="*/ 2147483647 h 376"/>
                <a:gd name="T30" fmla="*/ 2147483647 w 160"/>
                <a:gd name="T31" fmla="*/ 2147483647 h 376"/>
                <a:gd name="T32" fmla="*/ 2147483647 w 160"/>
                <a:gd name="T33" fmla="*/ 2147483647 h 376"/>
                <a:gd name="T34" fmla="*/ 2147483647 w 160"/>
                <a:gd name="T35" fmla="*/ 2147483647 h 376"/>
                <a:gd name="T36" fmla="*/ 0 w 160"/>
                <a:gd name="T37" fmla="*/ 2147483647 h 376"/>
                <a:gd name="T38" fmla="*/ 2147483647 w 160"/>
                <a:gd name="T39" fmla="*/ 2147483647 h 376"/>
                <a:gd name="T40" fmla="*/ 2147483647 w 160"/>
                <a:gd name="T41" fmla="*/ 2147483647 h 376"/>
                <a:gd name="T42" fmla="*/ 2147483647 w 160"/>
                <a:gd name="T43" fmla="*/ 2147483647 h 376"/>
                <a:gd name="T44" fmla="*/ 2147483647 w 160"/>
                <a:gd name="T45" fmla="*/ 2147483647 h 376"/>
                <a:gd name="T46" fmla="*/ 2147483647 w 160"/>
                <a:gd name="T47" fmla="*/ 2147483647 h 376"/>
                <a:gd name="T48" fmla="*/ 2147483647 w 160"/>
                <a:gd name="T49" fmla="*/ 2147483647 h 376"/>
                <a:gd name="T50" fmla="*/ 2147483647 w 160"/>
                <a:gd name="T51" fmla="*/ 2147483647 h 376"/>
                <a:gd name="T52" fmla="*/ 2147483647 w 160"/>
                <a:gd name="T53" fmla="*/ 2147483647 h 376"/>
                <a:gd name="T54" fmla="*/ 2147483647 w 160"/>
                <a:gd name="T55" fmla="*/ 2147483647 h 376"/>
                <a:gd name="T56" fmla="*/ 2147483647 w 160"/>
                <a:gd name="T57" fmla="*/ 2147483647 h 376"/>
                <a:gd name="T58" fmla="*/ 2147483647 w 160"/>
                <a:gd name="T59" fmla="*/ 2147483647 h 376"/>
                <a:gd name="T60" fmla="*/ 2147483647 w 160"/>
                <a:gd name="T61" fmla="*/ 2147483647 h 376"/>
                <a:gd name="T62" fmla="*/ 2147483647 w 160"/>
                <a:gd name="T63" fmla="*/ 2147483647 h 376"/>
                <a:gd name="T64" fmla="*/ 2147483647 w 160"/>
                <a:gd name="T65" fmla="*/ 2147483647 h 376"/>
                <a:gd name="T66" fmla="*/ 2147483647 w 160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0"/>
                <a:gd name="T103" fmla="*/ 0 h 376"/>
                <a:gd name="T104" fmla="*/ 160 w 160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0" h="376">
                  <a:moveTo>
                    <a:pt x="160" y="88"/>
                  </a:moveTo>
                  <a:lnTo>
                    <a:pt x="160" y="80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0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lnTo>
                    <a:pt x="128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16"/>
                  </a:lnTo>
                  <a:lnTo>
                    <a:pt x="88" y="32"/>
                  </a:lnTo>
                  <a:lnTo>
                    <a:pt x="80" y="32"/>
                  </a:lnTo>
                  <a:lnTo>
                    <a:pt x="72" y="40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96"/>
                  </a:lnTo>
                  <a:lnTo>
                    <a:pt x="48" y="96"/>
                  </a:lnTo>
                  <a:lnTo>
                    <a:pt x="40" y="120"/>
                  </a:lnTo>
                  <a:lnTo>
                    <a:pt x="32" y="136"/>
                  </a:lnTo>
                  <a:lnTo>
                    <a:pt x="40" y="144"/>
                  </a:lnTo>
                  <a:lnTo>
                    <a:pt x="40" y="160"/>
                  </a:lnTo>
                  <a:lnTo>
                    <a:pt x="24" y="160"/>
                  </a:lnTo>
                  <a:lnTo>
                    <a:pt x="16" y="168"/>
                  </a:lnTo>
                  <a:lnTo>
                    <a:pt x="16" y="184"/>
                  </a:lnTo>
                  <a:lnTo>
                    <a:pt x="8" y="200"/>
                  </a:lnTo>
                  <a:lnTo>
                    <a:pt x="16" y="224"/>
                  </a:lnTo>
                  <a:lnTo>
                    <a:pt x="24" y="232"/>
                  </a:lnTo>
                  <a:lnTo>
                    <a:pt x="16" y="240"/>
                  </a:lnTo>
                  <a:lnTo>
                    <a:pt x="16" y="248"/>
                  </a:lnTo>
                  <a:lnTo>
                    <a:pt x="16" y="264"/>
                  </a:lnTo>
                  <a:lnTo>
                    <a:pt x="8" y="27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8" y="312"/>
                  </a:lnTo>
                  <a:lnTo>
                    <a:pt x="8" y="328"/>
                  </a:lnTo>
                  <a:lnTo>
                    <a:pt x="16" y="352"/>
                  </a:lnTo>
                  <a:lnTo>
                    <a:pt x="16" y="360"/>
                  </a:lnTo>
                  <a:lnTo>
                    <a:pt x="24" y="368"/>
                  </a:lnTo>
                  <a:lnTo>
                    <a:pt x="24" y="376"/>
                  </a:lnTo>
                  <a:lnTo>
                    <a:pt x="40" y="376"/>
                  </a:lnTo>
                  <a:lnTo>
                    <a:pt x="40" y="368"/>
                  </a:lnTo>
                  <a:lnTo>
                    <a:pt x="48" y="360"/>
                  </a:lnTo>
                  <a:lnTo>
                    <a:pt x="64" y="360"/>
                  </a:lnTo>
                  <a:lnTo>
                    <a:pt x="72" y="344"/>
                  </a:lnTo>
                  <a:lnTo>
                    <a:pt x="72" y="312"/>
                  </a:lnTo>
                  <a:lnTo>
                    <a:pt x="72" y="296"/>
                  </a:lnTo>
                  <a:lnTo>
                    <a:pt x="80" y="296"/>
                  </a:lnTo>
                  <a:lnTo>
                    <a:pt x="96" y="288"/>
                  </a:lnTo>
                  <a:lnTo>
                    <a:pt x="96" y="272"/>
                  </a:lnTo>
                  <a:lnTo>
                    <a:pt x="88" y="256"/>
                  </a:lnTo>
                  <a:lnTo>
                    <a:pt x="80" y="248"/>
                  </a:lnTo>
                  <a:lnTo>
                    <a:pt x="80" y="224"/>
                  </a:lnTo>
                  <a:lnTo>
                    <a:pt x="80" y="200"/>
                  </a:lnTo>
                  <a:lnTo>
                    <a:pt x="96" y="184"/>
                  </a:lnTo>
                  <a:lnTo>
                    <a:pt x="104" y="176"/>
                  </a:lnTo>
                  <a:lnTo>
                    <a:pt x="128" y="160"/>
                  </a:lnTo>
                  <a:lnTo>
                    <a:pt x="136" y="144"/>
                  </a:lnTo>
                  <a:lnTo>
                    <a:pt x="128" y="136"/>
                  </a:lnTo>
                  <a:lnTo>
                    <a:pt x="136" y="120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705"/>
            <p:cNvSpPr/>
            <p:nvPr/>
          </p:nvSpPr>
          <p:spPr bwMode="auto">
            <a:xfrm>
              <a:off x="4837930" y="2531056"/>
              <a:ext cx="311439" cy="203971"/>
            </a:xfrm>
            <a:custGeom>
              <a:avLst/>
              <a:gdLst>
                <a:gd name="T0" fmla="*/ 2147483647 w 232"/>
                <a:gd name="T1" fmla="*/ 2147483647 h 152"/>
                <a:gd name="T2" fmla="*/ 2147483647 w 232"/>
                <a:gd name="T3" fmla="*/ 2147483647 h 152"/>
                <a:gd name="T4" fmla="*/ 2147483647 w 232"/>
                <a:gd name="T5" fmla="*/ 2147483647 h 152"/>
                <a:gd name="T6" fmla="*/ 2147483647 w 232"/>
                <a:gd name="T7" fmla="*/ 2147483647 h 152"/>
                <a:gd name="T8" fmla="*/ 2147483647 w 232"/>
                <a:gd name="T9" fmla="*/ 2147483647 h 152"/>
                <a:gd name="T10" fmla="*/ 2147483647 w 232"/>
                <a:gd name="T11" fmla="*/ 2147483647 h 152"/>
                <a:gd name="T12" fmla="*/ 2147483647 w 232"/>
                <a:gd name="T13" fmla="*/ 2147483647 h 152"/>
                <a:gd name="T14" fmla="*/ 2147483647 w 232"/>
                <a:gd name="T15" fmla="*/ 2147483647 h 152"/>
                <a:gd name="T16" fmla="*/ 2147483647 w 232"/>
                <a:gd name="T17" fmla="*/ 2147483647 h 152"/>
                <a:gd name="T18" fmla="*/ 2147483647 w 232"/>
                <a:gd name="T19" fmla="*/ 2147483647 h 152"/>
                <a:gd name="T20" fmla="*/ 2147483647 w 232"/>
                <a:gd name="T21" fmla="*/ 2147483647 h 152"/>
                <a:gd name="T22" fmla="*/ 2147483647 w 232"/>
                <a:gd name="T23" fmla="*/ 0 h 152"/>
                <a:gd name="T24" fmla="*/ 2147483647 w 232"/>
                <a:gd name="T25" fmla="*/ 0 h 152"/>
                <a:gd name="T26" fmla="*/ 2147483647 w 232"/>
                <a:gd name="T27" fmla="*/ 2147483647 h 152"/>
                <a:gd name="T28" fmla="*/ 2147483647 w 232"/>
                <a:gd name="T29" fmla="*/ 2147483647 h 152"/>
                <a:gd name="T30" fmla="*/ 2147483647 w 232"/>
                <a:gd name="T31" fmla="*/ 2147483647 h 152"/>
                <a:gd name="T32" fmla="*/ 2147483647 w 232"/>
                <a:gd name="T33" fmla="*/ 2147483647 h 152"/>
                <a:gd name="T34" fmla="*/ 2147483647 w 232"/>
                <a:gd name="T35" fmla="*/ 2147483647 h 152"/>
                <a:gd name="T36" fmla="*/ 2147483647 w 232"/>
                <a:gd name="T37" fmla="*/ 2147483647 h 152"/>
                <a:gd name="T38" fmla="*/ 2147483647 w 232"/>
                <a:gd name="T39" fmla="*/ 2147483647 h 152"/>
                <a:gd name="T40" fmla="*/ 2147483647 w 232"/>
                <a:gd name="T41" fmla="*/ 2147483647 h 152"/>
                <a:gd name="T42" fmla="*/ 2147483647 w 232"/>
                <a:gd name="T43" fmla="*/ 2147483647 h 152"/>
                <a:gd name="T44" fmla="*/ 0 w 232"/>
                <a:gd name="T45" fmla="*/ 2147483647 h 152"/>
                <a:gd name="T46" fmla="*/ 0 w 232"/>
                <a:gd name="T47" fmla="*/ 2147483647 h 152"/>
                <a:gd name="T48" fmla="*/ 2147483647 w 232"/>
                <a:gd name="T49" fmla="*/ 2147483647 h 152"/>
                <a:gd name="T50" fmla="*/ 2147483647 w 232"/>
                <a:gd name="T51" fmla="*/ 2147483647 h 152"/>
                <a:gd name="T52" fmla="*/ 2147483647 w 232"/>
                <a:gd name="T53" fmla="*/ 2147483647 h 152"/>
                <a:gd name="T54" fmla="*/ 2147483647 w 232"/>
                <a:gd name="T55" fmla="*/ 2147483647 h 152"/>
                <a:gd name="T56" fmla="*/ 2147483647 w 232"/>
                <a:gd name="T57" fmla="*/ 2147483647 h 152"/>
                <a:gd name="T58" fmla="*/ 2147483647 w 232"/>
                <a:gd name="T59" fmla="*/ 2147483647 h 152"/>
                <a:gd name="T60" fmla="*/ 2147483647 w 232"/>
                <a:gd name="T61" fmla="*/ 2147483647 h 152"/>
                <a:gd name="T62" fmla="*/ 2147483647 w 232"/>
                <a:gd name="T63" fmla="*/ 2147483647 h 152"/>
                <a:gd name="T64" fmla="*/ 2147483647 w 232"/>
                <a:gd name="T65" fmla="*/ 2147483647 h 152"/>
                <a:gd name="T66" fmla="*/ 2147483647 w 232"/>
                <a:gd name="T67" fmla="*/ 2147483647 h 152"/>
                <a:gd name="T68" fmla="*/ 2147483647 w 232"/>
                <a:gd name="T69" fmla="*/ 2147483647 h 152"/>
                <a:gd name="T70" fmla="*/ 2147483647 w 232"/>
                <a:gd name="T71" fmla="*/ 2147483647 h 152"/>
                <a:gd name="T72" fmla="*/ 2147483647 w 232"/>
                <a:gd name="T73" fmla="*/ 2147483647 h 152"/>
                <a:gd name="T74" fmla="*/ 2147483647 w 232"/>
                <a:gd name="T75" fmla="*/ 2147483647 h 152"/>
                <a:gd name="T76" fmla="*/ 2147483647 w 232"/>
                <a:gd name="T77" fmla="*/ 2147483647 h 152"/>
                <a:gd name="T78" fmla="*/ 2147483647 w 232"/>
                <a:gd name="T79" fmla="*/ 2147483647 h 152"/>
                <a:gd name="T80" fmla="*/ 2147483647 w 232"/>
                <a:gd name="T81" fmla="*/ 2147483647 h 152"/>
                <a:gd name="T82" fmla="*/ 2147483647 w 232"/>
                <a:gd name="T83" fmla="*/ 2147483647 h 152"/>
                <a:gd name="T84" fmla="*/ 2147483647 w 232"/>
                <a:gd name="T85" fmla="*/ 2147483647 h 152"/>
                <a:gd name="T86" fmla="*/ 2147483647 w 232"/>
                <a:gd name="T87" fmla="*/ 2147483647 h 152"/>
                <a:gd name="T88" fmla="*/ 2147483647 w 232"/>
                <a:gd name="T89" fmla="*/ 2147483647 h 15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32"/>
                <a:gd name="T136" fmla="*/ 0 h 152"/>
                <a:gd name="T137" fmla="*/ 232 w 232"/>
                <a:gd name="T138" fmla="*/ 152 h 15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32" h="152">
                  <a:moveTo>
                    <a:pt x="216" y="88"/>
                  </a:moveTo>
                  <a:lnTo>
                    <a:pt x="224" y="88"/>
                  </a:lnTo>
                  <a:lnTo>
                    <a:pt x="232" y="64"/>
                  </a:lnTo>
                  <a:lnTo>
                    <a:pt x="232" y="56"/>
                  </a:lnTo>
                  <a:lnTo>
                    <a:pt x="208" y="48"/>
                  </a:lnTo>
                  <a:lnTo>
                    <a:pt x="192" y="40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16"/>
                  </a:lnTo>
                  <a:lnTo>
                    <a:pt x="136" y="8"/>
                  </a:lnTo>
                  <a:lnTo>
                    <a:pt x="128" y="8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48" y="80"/>
                  </a:lnTo>
                  <a:lnTo>
                    <a:pt x="72" y="80"/>
                  </a:lnTo>
                  <a:lnTo>
                    <a:pt x="96" y="96"/>
                  </a:lnTo>
                  <a:lnTo>
                    <a:pt x="104" y="112"/>
                  </a:lnTo>
                  <a:lnTo>
                    <a:pt x="88" y="120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04" y="128"/>
                  </a:lnTo>
                  <a:lnTo>
                    <a:pt x="120" y="120"/>
                  </a:lnTo>
                  <a:lnTo>
                    <a:pt x="136" y="120"/>
                  </a:lnTo>
                  <a:lnTo>
                    <a:pt x="144" y="128"/>
                  </a:lnTo>
                  <a:lnTo>
                    <a:pt x="136" y="136"/>
                  </a:lnTo>
                  <a:lnTo>
                    <a:pt x="152" y="152"/>
                  </a:lnTo>
                  <a:lnTo>
                    <a:pt x="184" y="136"/>
                  </a:lnTo>
                  <a:lnTo>
                    <a:pt x="168" y="128"/>
                  </a:lnTo>
                  <a:lnTo>
                    <a:pt x="176" y="112"/>
                  </a:lnTo>
                  <a:lnTo>
                    <a:pt x="200" y="112"/>
                  </a:lnTo>
                  <a:lnTo>
                    <a:pt x="208" y="104"/>
                  </a:lnTo>
                  <a:lnTo>
                    <a:pt x="216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5" name="Freeform 706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6"/>
                <a:gd name="T14" fmla="*/ 24 w 2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6" name="Freeform 707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2147483647 w 80"/>
                <a:gd name="T17" fmla="*/ 2147483647 h 80"/>
                <a:gd name="T18" fmla="*/ 2147483647 w 80"/>
                <a:gd name="T19" fmla="*/ 2147483647 h 80"/>
                <a:gd name="T20" fmla="*/ 0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2147483647 w 80"/>
                <a:gd name="T49" fmla="*/ 2147483647 h 80"/>
                <a:gd name="T50" fmla="*/ 2147483647 w 80"/>
                <a:gd name="T51" fmla="*/ 2147483647 h 80"/>
                <a:gd name="T52" fmla="*/ 2147483647 w 80"/>
                <a:gd name="T53" fmla="*/ 2147483647 h 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0"/>
                <a:gd name="T82" fmla="*/ 0 h 80"/>
                <a:gd name="T83" fmla="*/ 80 w 80"/>
                <a:gd name="T84" fmla="*/ 80 h 8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708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2147483647 w 24"/>
                <a:gd name="T9" fmla="*/ 214748364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8" name="Freeform 709"/>
            <p:cNvSpPr/>
            <p:nvPr/>
          </p:nvSpPr>
          <p:spPr bwMode="auto">
            <a:xfrm>
              <a:off x="4806128" y="2638524"/>
              <a:ext cx="171072" cy="117338"/>
            </a:xfrm>
            <a:custGeom>
              <a:avLst/>
              <a:gdLst>
                <a:gd name="T0" fmla="*/ 2147483647 w 128"/>
                <a:gd name="T1" fmla="*/ 2147483647 h 88"/>
                <a:gd name="T2" fmla="*/ 2147483647 w 128"/>
                <a:gd name="T3" fmla="*/ 2147483647 h 88"/>
                <a:gd name="T4" fmla="*/ 2147483647 w 128"/>
                <a:gd name="T5" fmla="*/ 2147483647 h 88"/>
                <a:gd name="T6" fmla="*/ 2147483647 w 128"/>
                <a:gd name="T7" fmla="*/ 0 h 88"/>
                <a:gd name="T8" fmla="*/ 2147483647 w 128"/>
                <a:gd name="T9" fmla="*/ 0 h 88"/>
                <a:gd name="T10" fmla="*/ 2147483647 w 128"/>
                <a:gd name="T11" fmla="*/ 2147483647 h 88"/>
                <a:gd name="T12" fmla="*/ 2147483647 w 128"/>
                <a:gd name="T13" fmla="*/ 0 h 88"/>
                <a:gd name="T14" fmla="*/ 2147483647 w 128"/>
                <a:gd name="T15" fmla="*/ 2147483647 h 88"/>
                <a:gd name="T16" fmla="*/ 2147483647 w 128"/>
                <a:gd name="T17" fmla="*/ 2147483647 h 88"/>
                <a:gd name="T18" fmla="*/ 0 w 128"/>
                <a:gd name="T19" fmla="*/ 2147483647 h 88"/>
                <a:gd name="T20" fmla="*/ 2147483647 w 128"/>
                <a:gd name="T21" fmla="*/ 2147483647 h 88"/>
                <a:gd name="T22" fmla="*/ 2147483647 w 128"/>
                <a:gd name="T23" fmla="*/ 2147483647 h 88"/>
                <a:gd name="T24" fmla="*/ 2147483647 w 128"/>
                <a:gd name="T25" fmla="*/ 2147483647 h 88"/>
                <a:gd name="T26" fmla="*/ 2147483647 w 128"/>
                <a:gd name="T27" fmla="*/ 2147483647 h 88"/>
                <a:gd name="T28" fmla="*/ 2147483647 w 128"/>
                <a:gd name="T29" fmla="*/ 2147483647 h 88"/>
                <a:gd name="T30" fmla="*/ 2147483647 w 128"/>
                <a:gd name="T31" fmla="*/ 2147483647 h 88"/>
                <a:gd name="T32" fmla="*/ 2147483647 w 128"/>
                <a:gd name="T33" fmla="*/ 2147483647 h 88"/>
                <a:gd name="T34" fmla="*/ 2147483647 w 128"/>
                <a:gd name="T35" fmla="*/ 2147483647 h 88"/>
                <a:gd name="T36" fmla="*/ 2147483647 w 128"/>
                <a:gd name="T37" fmla="*/ 214748364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88"/>
                <a:gd name="T59" fmla="*/ 128 w 128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88">
                  <a:moveTo>
                    <a:pt x="112" y="40"/>
                  </a:moveTo>
                  <a:lnTo>
                    <a:pt x="128" y="32"/>
                  </a:lnTo>
                  <a:lnTo>
                    <a:pt x="120" y="16"/>
                  </a:lnTo>
                  <a:lnTo>
                    <a:pt x="96" y="0"/>
                  </a:lnTo>
                  <a:lnTo>
                    <a:pt x="72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24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32" y="80"/>
                  </a:lnTo>
                  <a:lnTo>
                    <a:pt x="40" y="80"/>
                  </a:lnTo>
                  <a:lnTo>
                    <a:pt x="64" y="80"/>
                  </a:lnTo>
                  <a:lnTo>
                    <a:pt x="88" y="80"/>
                  </a:lnTo>
                  <a:lnTo>
                    <a:pt x="112" y="88"/>
                  </a:lnTo>
                  <a:lnTo>
                    <a:pt x="112" y="64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11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9" name="Freeform 710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11"/>
            <p:cNvSpPr/>
            <p:nvPr/>
          </p:nvSpPr>
          <p:spPr bwMode="auto">
            <a:xfrm>
              <a:off x="4665761" y="2573824"/>
              <a:ext cx="118435" cy="64701"/>
            </a:xfrm>
            <a:custGeom>
              <a:avLst/>
              <a:gdLst>
                <a:gd name="T0" fmla="*/ 2147483647 w 88"/>
                <a:gd name="T1" fmla="*/ 2147483647 h 48"/>
                <a:gd name="T2" fmla="*/ 2147483647 w 88"/>
                <a:gd name="T3" fmla="*/ 2147483647 h 48"/>
                <a:gd name="T4" fmla="*/ 2147483647 w 88"/>
                <a:gd name="T5" fmla="*/ 2147483647 h 48"/>
                <a:gd name="T6" fmla="*/ 2147483647 w 88"/>
                <a:gd name="T7" fmla="*/ 2147483647 h 48"/>
                <a:gd name="T8" fmla="*/ 2147483647 w 88"/>
                <a:gd name="T9" fmla="*/ 2147483647 h 48"/>
                <a:gd name="T10" fmla="*/ 2147483647 w 88"/>
                <a:gd name="T11" fmla="*/ 2147483647 h 48"/>
                <a:gd name="T12" fmla="*/ 2147483647 w 88"/>
                <a:gd name="T13" fmla="*/ 2147483647 h 48"/>
                <a:gd name="T14" fmla="*/ 2147483647 w 88"/>
                <a:gd name="T15" fmla="*/ 2147483647 h 48"/>
                <a:gd name="T16" fmla="*/ 2147483647 w 88"/>
                <a:gd name="T17" fmla="*/ 2147483647 h 48"/>
                <a:gd name="T18" fmla="*/ 2147483647 w 88"/>
                <a:gd name="T19" fmla="*/ 0 h 48"/>
                <a:gd name="T20" fmla="*/ 2147483647 w 88"/>
                <a:gd name="T21" fmla="*/ 0 h 48"/>
                <a:gd name="T22" fmla="*/ 2147483647 w 88"/>
                <a:gd name="T23" fmla="*/ 0 h 48"/>
                <a:gd name="T24" fmla="*/ 2147483647 w 88"/>
                <a:gd name="T25" fmla="*/ 2147483647 h 48"/>
                <a:gd name="T26" fmla="*/ 2147483647 w 88"/>
                <a:gd name="T27" fmla="*/ 2147483647 h 48"/>
                <a:gd name="T28" fmla="*/ 0 w 88"/>
                <a:gd name="T29" fmla="*/ 2147483647 h 48"/>
                <a:gd name="T30" fmla="*/ 2147483647 w 88"/>
                <a:gd name="T31" fmla="*/ 2147483647 h 48"/>
                <a:gd name="T32" fmla="*/ 2147483647 w 88"/>
                <a:gd name="T33" fmla="*/ 2147483647 h 48"/>
                <a:gd name="T34" fmla="*/ 2147483647 w 88"/>
                <a:gd name="T35" fmla="*/ 2147483647 h 48"/>
                <a:gd name="T36" fmla="*/ 2147483647 w 88"/>
                <a:gd name="T37" fmla="*/ 2147483647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48"/>
                <a:gd name="T59" fmla="*/ 88 w 88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48">
                  <a:moveTo>
                    <a:pt x="40" y="40"/>
                  </a:moveTo>
                  <a:lnTo>
                    <a:pt x="56" y="40"/>
                  </a:lnTo>
                  <a:lnTo>
                    <a:pt x="64" y="40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88" y="24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Freeform 712"/>
            <p:cNvSpPr/>
            <p:nvPr/>
          </p:nvSpPr>
          <p:spPr bwMode="auto">
            <a:xfrm>
              <a:off x="4741428" y="2638524"/>
              <a:ext cx="107468" cy="64700"/>
            </a:xfrm>
            <a:custGeom>
              <a:avLst/>
              <a:gdLst>
                <a:gd name="T0" fmla="*/ 2147483647 w 80"/>
                <a:gd name="T1" fmla="*/ 0 h 48"/>
                <a:gd name="T2" fmla="*/ 2147483647 w 80"/>
                <a:gd name="T3" fmla="*/ 0 h 48"/>
                <a:gd name="T4" fmla="*/ 2147483647 w 80"/>
                <a:gd name="T5" fmla="*/ 2147483647 h 48"/>
                <a:gd name="T6" fmla="*/ 2147483647 w 80"/>
                <a:gd name="T7" fmla="*/ 2147483647 h 48"/>
                <a:gd name="T8" fmla="*/ 2147483647 w 80"/>
                <a:gd name="T9" fmla="*/ 2147483647 h 48"/>
                <a:gd name="T10" fmla="*/ 2147483647 w 80"/>
                <a:gd name="T11" fmla="*/ 2147483647 h 48"/>
                <a:gd name="T12" fmla="*/ 2147483647 w 80"/>
                <a:gd name="T13" fmla="*/ 2147483647 h 48"/>
                <a:gd name="T14" fmla="*/ 0 w 80"/>
                <a:gd name="T15" fmla="*/ 2147483647 h 48"/>
                <a:gd name="T16" fmla="*/ 0 w 80"/>
                <a:gd name="T17" fmla="*/ 2147483647 h 48"/>
                <a:gd name="T18" fmla="*/ 2147483647 w 80"/>
                <a:gd name="T19" fmla="*/ 2147483647 h 48"/>
                <a:gd name="T20" fmla="*/ 2147483647 w 80"/>
                <a:gd name="T21" fmla="*/ 2147483647 h 48"/>
                <a:gd name="T22" fmla="*/ 2147483647 w 80"/>
                <a:gd name="T23" fmla="*/ 2147483647 h 48"/>
                <a:gd name="T24" fmla="*/ 2147483647 w 80"/>
                <a:gd name="T25" fmla="*/ 2147483647 h 48"/>
                <a:gd name="T26" fmla="*/ 2147483647 w 80"/>
                <a:gd name="T27" fmla="*/ 2147483647 h 48"/>
                <a:gd name="T28" fmla="*/ 2147483647 w 80"/>
                <a:gd name="T29" fmla="*/ 0 h 48"/>
                <a:gd name="T30" fmla="*/ 2147483647 w 80"/>
                <a:gd name="T31" fmla="*/ 0 h 48"/>
                <a:gd name="T32" fmla="*/ 2147483647 w 80"/>
                <a:gd name="T33" fmla="*/ 0 h 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48"/>
                <a:gd name="T53" fmla="*/ 80 w 80"/>
                <a:gd name="T54" fmla="*/ 48 h 4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48">
                  <a:moveTo>
                    <a:pt x="56" y="0"/>
                  </a:moveTo>
                  <a:lnTo>
                    <a:pt x="48" y="0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Freeform 713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2147483647 h 32"/>
                <a:gd name="T6" fmla="*/ 2147483647 w 72"/>
                <a:gd name="T7" fmla="*/ 2147483647 h 32"/>
                <a:gd name="T8" fmla="*/ 0 w 72"/>
                <a:gd name="T9" fmla="*/ 2147483647 h 32"/>
                <a:gd name="T10" fmla="*/ 0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32"/>
                <a:gd name="T53" fmla="*/ 72 w 72"/>
                <a:gd name="T54" fmla="*/ 32 h 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714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4" name="Freeform 715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2147483647 w 72"/>
                <a:gd name="T7" fmla="*/ 2147483647 h 32"/>
                <a:gd name="T8" fmla="*/ 2147483647 w 72"/>
                <a:gd name="T9" fmla="*/ 2147483647 h 32"/>
                <a:gd name="T10" fmla="*/ 0 w 72"/>
                <a:gd name="T11" fmla="*/ 2147483647 h 32"/>
                <a:gd name="T12" fmla="*/ 0 w 72"/>
                <a:gd name="T13" fmla="*/ 2147483647 h 32"/>
                <a:gd name="T14" fmla="*/ 0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2147483647 w 72"/>
                <a:gd name="T35" fmla="*/ 2147483647 h 32"/>
                <a:gd name="T36" fmla="*/ 2147483647 w 72"/>
                <a:gd name="T37" fmla="*/ 2147483647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32"/>
                <a:gd name="T59" fmla="*/ 72 w 72"/>
                <a:gd name="T60" fmla="*/ 32 h 3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Freeform 716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0 h 72"/>
                <a:gd name="T44" fmla="*/ 2147483647 w 88"/>
                <a:gd name="T45" fmla="*/ 0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"/>
                <a:gd name="T70" fmla="*/ 0 h 72"/>
                <a:gd name="T71" fmla="*/ 88 w 88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Freeform 717"/>
            <p:cNvSpPr/>
            <p:nvPr/>
          </p:nvSpPr>
          <p:spPr bwMode="auto">
            <a:xfrm>
              <a:off x="4773229" y="2692258"/>
              <a:ext cx="85536" cy="150237"/>
            </a:xfrm>
            <a:custGeom>
              <a:avLst/>
              <a:gdLst>
                <a:gd name="T0" fmla="*/ 2147483647 w 64"/>
                <a:gd name="T1" fmla="*/ 2147483647 h 112"/>
                <a:gd name="T2" fmla="*/ 2147483647 w 64"/>
                <a:gd name="T3" fmla="*/ 2147483647 h 112"/>
                <a:gd name="T4" fmla="*/ 2147483647 w 64"/>
                <a:gd name="T5" fmla="*/ 2147483647 h 112"/>
                <a:gd name="T6" fmla="*/ 2147483647 w 64"/>
                <a:gd name="T7" fmla="*/ 2147483647 h 112"/>
                <a:gd name="T8" fmla="*/ 2147483647 w 64"/>
                <a:gd name="T9" fmla="*/ 2147483647 h 112"/>
                <a:gd name="T10" fmla="*/ 2147483647 w 64"/>
                <a:gd name="T11" fmla="*/ 2147483647 h 112"/>
                <a:gd name="T12" fmla="*/ 2147483647 w 64"/>
                <a:gd name="T13" fmla="*/ 2147483647 h 112"/>
                <a:gd name="T14" fmla="*/ 2147483647 w 64"/>
                <a:gd name="T15" fmla="*/ 2147483647 h 112"/>
                <a:gd name="T16" fmla="*/ 2147483647 w 64"/>
                <a:gd name="T17" fmla="*/ 2147483647 h 112"/>
                <a:gd name="T18" fmla="*/ 2147483647 w 64"/>
                <a:gd name="T19" fmla="*/ 2147483647 h 112"/>
                <a:gd name="T20" fmla="*/ 2147483647 w 64"/>
                <a:gd name="T21" fmla="*/ 0 h 112"/>
                <a:gd name="T22" fmla="*/ 2147483647 w 64"/>
                <a:gd name="T23" fmla="*/ 2147483647 h 112"/>
                <a:gd name="T24" fmla="*/ 2147483647 w 64"/>
                <a:gd name="T25" fmla="*/ 2147483647 h 112"/>
                <a:gd name="T26" fmla="*/ 2147483647 w 64"/>
                <a:gd name="T27" fmla="*/ 2147483647 h 112"/>
                <a:gd name="T28" fmla="*/ 2147483647 w 64"/>
                <a:gd name="T29" fmla="*/ 2147483647 h 112"/>
                <a:gd name="T30" fmla="*/ 2147483647 w 64"/>
                <a:gd name="T31" fmla="*/ 2147483647 h 112"/>
                <a:gd name="T32" fmla="*/ 0 w 64"/>
                <a:gd name="T33" fmla="*/ 2147483647 h 112"/>
                <a:gd name="T34" fmla="*/ 2147483647 w 64"/>
                <a:gd name="T35" fmla="*/ 2147483647 h 112"/>
                <a:gd name="T36" fmla="*/ 2147483647 w 64"/>
                <a:gd name="T37" fmla="*/ 2147483647 h 112"/>
                <a:gd name="T38" fmla="*/ 2147483647 w 64"/>
                <a:gd name="T39" fmla="*/ 2147483647 h 112"/>
                <a:gd name="T40" fmla="*/ 2147483647 w 64"/>
                <a:gd name="T41" fmla="*/ 2147483647 h 112"/>
                <a:gd name="T42" fmla="*/ 2147483647 w 64"/>
                <a:gd name="T43" fmla="*/ 2147483647 h 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112"/>
                <a:gd name="T68" fmla="*/ 64 w 64"/>
                <a:gd name="T69" fmla="*/ 112 h 1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112">
                  <a:moveTo>
                    <a:pt x="40" y="96"/>
                  </a:moveTo>
                  <a:lnTo>
                    <a:pt x="56" y="88"/>
                  </a:lnTo>
                  <a:lnTo>
                    <a:pt x="64" y="88"/>
                  </a:lnTo>
                  <a:lnTo>
                    <a:pt x="64" y="80"/>
                  </a:lnTo>
                  <a:lnTo>
                    <a:pt x="56" y="72"/>
                  </a:lnTo>
                  <a:lnTo>
                    <a:pt x="64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16" y="96"/>
                  </a:lnTo>
                  <a:lnTo>
                    <a:pt x="24" y="112"/>
                  </a:lnTo>
                  <a:lnTo>
                    <a:pt x="32" y="104"/>
                  </a:lnTo>
                  <a:lnTo>
                    <a:pt x="40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7" name="Freeform 718"/>
            <p:cNvSpPr/>
            <p:nvPr/>
          </p:nvSpPr>
          <p:spPr bwMode="auto">
            <a:xfrm>
              <a:off x="4698659" y="2670326"/>
              <a:ext cx="96502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2147483647 w 72"/>
                <a:gd name="T5" fmla="*/ 2147483647 h 88"/>
                <a:gd name="T6" fmla="*/ 2147483647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0 h 88"/>
                <a:gd name="T14" fmla="*/ 2147483647 w 72"/>
                <a:gd name="T15" fmla="*/ 2147483647 h 88"/>
                <a:gd name="T16" fmla="*/ 0 w 72"/>
                <a:gd name="T17" fmla="*/ 2147483647 h 88"/>
                <a:gd name="T18" fmla="*/ 0 w 72"/>
                <a:gd name="T19" fmla="*/ 2147483647 h 88"/>
                <a:gd name="T20" fmla="*/ 0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88"/>
                <a:gd name="T53" fmla="*/ 72 w 72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88">
                  <a:moveTo>
                    <a:pt x="72" y="56"/>
                  </a:moveTo>
                  <a:lnTo>
                    <a:pt x="72" y="40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56" y="88"/>
                  </a:lnTo>
                  <a:lnTo>
                    <a:pt x="64" y="72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Freeform 719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9" name="Freeform 720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2147483647 h 72"/>
                <a:gd name="T44" fmla="*/ 2147483647 w 88"/>
                <a:gd name="T45" fmla="*/ 2147483647 h 72"/>
                <a:gd name="T46" fmla="*/ 2147483647 w 88"/>
                <a:gd name="T47" fmla="*/ 2147483647 h 72"/>
                <a:gd name="T48" fmla="*/ 2147483647 w 88"/>
                <a:gd name="T49" fmla="*/ 0 h 72"/>
                <a:gd name="T50" fmla="*/ 2147483647 w 88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8"/>
                <a:gd name="T79" fmla="*/ 0 h 72"/>
                <a:gd name="T80" fmla="*/ 88 w 88"/>
                <a:gd name="T81" fmla="*/ 72 h 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Freeform 721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1" name="Freeform 722"/>
            <p:cNvSpPr/>
            <p:nvPr/>
          </p:nvSpPr>
          <p:spPr bwMode="auto">
            <a:xfrm>
              <a:off x="4708529" y="2466355"/>
              <a:ext cx="161202" cy="150237"/>
            </a:xfrm>
            <a:custGeom>
              <a:avLst/>
              <a:gdLst>
                <a:gd name="T0" fmla="*/ 0 w 120"/>
                <a:gd name="T1" fmla="*/ 2147483647 h 112"/>
                <a:gd name="T2" fmla="*/ 0 w 120"/>
                <a:gd name="T3" fmla="*/ 2147483647 h 112"/>
                <a:gd name="T4" fmla="*/ 0 w 120"/>
                <a:gd name="T5" fmla="*/ 2147483647 h 112"/>
                <a:gd name="T6" fmla="*/ 2147483647 w 120"/>
                <a:gd name="T7" fmla="*/ 2147483647 h 112"/>
                <a:gd name="T8" fmla="*/ 2147483647 w 120"/>
                <a:gd name="T9" fmla="*/ 2147483647 h 112"/>
                <a:gd name="T10" fmla="*/ 2147483647 w 120"/>
                <a:gd name="T11" fmla="*/ 2147483647 h 112"/>
                <a:gd name="T12" fmla="*/ 2147483647 w 120"/>
                <a:gd name="T13" fmla="*/ 2147483647 h 112"/>
                <a:gd name="T14" fmla="*/ 2147483647 w 120"/>
                <a:gd name="T15" fmla="*/ 2147483647 h 112"/>
                <a:gd name="T16" fmla="*/ 2147483647 w 120"/>
                <a:gd name="T17" fmla="*/ 2147483647 h 112"/>
                <a:gd name="T18" fmla="*/ 2147483647 w 120"/>
                <a:gd name="T19" fmla="*/ 2147483647 h 112"/>
                <a:gd name="T20" fmla="*/ 2147483647 w 120"/>
                <a:gd name="T21" fmla="*/ 2147483647 h 112"/>
                <a:gd name="T22" fmla="*/ 2147483647 w 120"/>
                <a:gd name="T23" fmla="*/ 2147483647 h 112"/>
                <a:gd name="T24" fmla="*/ 2147483647 w 120"/>
                <a:gd name="T25" fmla="*/ 2147483647 h 112"/>
                <a:gd name="T26" fmla="*/ 2147483647 w 120"/>
                <a:gd name="T27" fmla="*/ 2147483647 h 112"/>
                <a:gd name="T28" fmla="*/ 2147483647 w 120"/>
                <a:gd name="T29" fmla="*/ 2147483647 h 112"/>
                <a:gd name="T30" fmla="*/ 2147483647 w 120"/>
                <a:gd name="T31" fmla="*/ 2147483647 h 112"/>
                <a:gd name="T32" fmla="*/ 2147483647 w 120"/>
                <a:gd name="T33" fmla="*/ 2147483647 h 112"/>
                <a:gd name="T34" fmla="*/ 2147483647 w 120"/>
                <a:gd name="T35" fmla="*/ 2147483647 h 112"/>
                <a:gd name="T36" fmla="*/ 2147483647 w 120"/>
                <a:gd name="T37" fmla="*/ 2147483647 h 112"/>
                <a:gd name="T38" fmla="*/ 2147483647 w 120"/>
                <a:gd name="T39" fmla="*/ 2147483647 h 112"/>
                <a:gd name="T40" fmla="*/ 2147483647 w 120"/>
                <a:gd name="T41" fmla="*/ 2147483647 h 112"/>
                <a:gd name="T42" fmla="*/ 2147483647 w 120"/>
                <a:gd name="T43" fmla="*/ 2147483647 h 112"/>
                <a:gd name="T44" fmla="*/ 2147483647 w 120"/>
                <a:gd name="T45" fmla="*/ 0 h 112"/>
                <a:gd name="T46" fmla="*/ 2147483647 w 120"/>
                <a:gd name="T47" fmla="*/ 0 h 112"/>
                <a:gd name="T48" fmla="*/ 2147483647 w 120"/>
                <a:gd name="T49" fmla="*/ 0 h 112"/>
                <a:gd name="T50" fmla="*/ 2147483647 w 120"/>
                <a:gd name="T51" fmla="*/ 2147483647 h 112"/>
                <a:gd name="T52" fmla="*/ 0 w 120"/>
                <a:gd name="T53" fmla="*/ 2147483647 h 112"/>
                <a:gd name="T54" fmla="*/ 0 w 120"/>
                <a:gd name="T55" fmla="*/ 2147483647 h 112"/>
                <a:gd name="T56" fmla="*/ 0 w 120"/>
                <a:gd name="T57" fmla="*/ 2147483647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"/>
                <a:gd name="T88" fmla="*/ 0 h 112"/>
                <a:gd name="T89" fmla="*/ 120 w 120"/>
                <a:gd name="T90" fmla="*/ 112 h 11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" h="112">
                  <a:moveTo>
                    <a:pt x="0" y="32"/>
                  </a:moveTo>
                  <a:lnTo>
                    <a:pt x="0" y="40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8"/>
                  </a:lnTo>
                  <a:lnTo>
                    <a:pt x="40" y="96"/>
                  </a:lnTo>
                  <a:lnTo>
                    <a:pt x="56" y="104"/>
                  </a:lnTo>
                  <a:lnTo>
                    <a:pt x="72" y="112"/>
                  </a:lnTo>
                  <a:lnTo>
                    <a:pt x="88" y="112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88"/>
                  </a:lnTo>
                  <a:lnTo>
                    <a:pt x="120" y="80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12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12" y="8"/>
                  </a:lnTo>
                  <a:lnTo>
                    <a:pt x="104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2" name="Freeform 723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0 w 56"/>
                <a:gd name="T11" fmla="*/ 2147483647 h 32"/>
                <a:gd name="T12" fmla="*/ 0 w 56"/>
                <a:gd name="T13" fmla="*/ 2147483647 h 32"/>
                <a:gd name="T14" fmla="*/ 2147483647 w 56"/>
                <a:gd name="T15" fmla="*/ 2147483647 h 32"/>
                <a:gd name="T16" fmla="*/ 2147483647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2"/>
                <a:gd name="T41" fmla="*/ 56 w 56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Freeform 724"/>
            <p:cNvSpPr/>
            <p:nvPr/>
          </p:nvSpPr>
          <p:spPr bwMode="auto">
            <a:xfrm>
              <a:off x="4602157" y="2380819"/>
              <a:ext cx="52638" cy="85536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2147483647 w 40"/>
                <a:gd name="T5" fmla="*/ 2147483647 h 64"/>
                <a:gd name="T6" fmla="*/ 2147483647 w 40"/>
                <a:gd name="T7" fmla="*/ 2147483647 h 64"/>
                <a:gd name="T8" fmla="*/ 2147483647 w 40"/>
                <a:gd name="T9" fmla="*/ 2147483647 h 64"/>
                <a:gd name="T10" fmla="*/ 2147483647 w 40"/>
                <a:gd name="T11" fmla="*/ 2147483647 h 64"/>
                <a:gd name="T12" fmla="*/ 2147483647 w 40"/>
                <a:gd name="T13" fmla="*/ 2147483647 h 64"/>
                <a:gd name="T14" fmla="*/ 2147483647 w 40"/>
                <a:gd name="T15" fmla="*/ 0 h 64"/>
                <a:gd name="T16" fmla="*/ 2147483647 w 40"/>
                <a:gd name="T17" fmla="*/ 2147483647 h 64"/>
                <a:gd name="T18" fmla="*/ 2147483647 w 40"/>
                <a:gd name="T19" fmla="*/ 2147483647 h 64"/>
                <a:gd name="T20" fmla="*/ 0 w 40"/>
                <a:gd name="T21" fmla="*/ 2147483647 h 64"/>
                <a:gd name="T22" fmla="*/ 0 w 40"/>
                <a:gd name="T23" fmla="*/ 2147483647 h 64"/>
                <a:gd name="T24" fmla="*/ 2147483647 w 40"/>
                <a:gd name="T25" fmla="*/ 2147483647 h 64"/>
                <a:gd name="T26" fmla="*/ 2147483647 w 40"/>
                <a:gd name="T27" fmla="*/ 2147483647 h 64"/>
                <a:gd name="T28" fmla="*/ 2147483647 w 40"/>
                <a:gd name="T29" fmla="*/ 2147483647 h 64"/>
                <a:gd name="T30" fmla="*/ 2147483647 w 40"/>
                <a:gd name="T31" fmla="*/ 2147483647 h 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64"/>
                <a:gd name="T50" fmla="*/ 40 w 40"/>
                <a:gd name="T51" fmla="*/ 64 h 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64">
                  <a:moveTo>
                    <a:pt x="24" y="64"/>
                  </a:moveTo>
                  <a:lnTo>
                    <a:pt x="24" y="48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4" name="Freeform 725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0 h 40"/>
                <a:gd name="T24" fmla="*/ 0 w 41"/>
                <a:gd name="T25" fmla="*/ 2147483647 h 40"/>
                <a:gd name="T26" fmla="*/ 0 w 41"/>
                <a:gd name="T27" fmla="*/ 2147483647 h 40"/>
                <a:gd name="T28" fmla="*/ 2147483647 w 41"/>
                <a:gd name="T29" fmla="*/ 2147483647 h 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"/>
                <a:gd name="T46" fmla="*/ 0 h 40"/>
                <a:gd name="T47" fmla="*/ 41 w 41"/>
                <a:gd name="T48" fmla="*/ 40 h 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Freeform 726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2147483647 w 56"/>
                <a:gd name="T11" fmla="*/ 0 h 32"/>
                <a:gd name="T12" fmla="*/ 2147483647 w 56"/>
                <a:gd name="T13" fmla="*/ 0 h 32"/>
                <a:gd name="T14" fmla="*/ 0 w 56"/>
                <a:gd name="T15" fmla="*/ 2147483647 h 32"/>
                <a:gd name="T16" fmla="*/ 0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2147483647 w 56"/>
                <a:gd name="T27" fmla="*/ 2147483647 h 32"/>
                <a:gd name="T28" fmla="*/ 2147483647 w 56"/>
                <a:gd name="T29" fmla="*/ 2147483647 h 32"/>
                <a:gd name="T30" fmla="*/ 2147483647 w 56"/>
                <a:gd name="T31" fmla="*/ 2147483647 h 32"/>
                <a:gd name="T32" fmla="*/ 2147483647 w 56"/>
                <a:gd name="T33" fmla="*/ 2147483647 h 32"/>
                <a:gd name="T34" fmla="*/ 2147483647 w 56"/>
                <a:gd name="T35" fmla="*/ 2147483647 h 32"/>
                <a:gd name="T36" fmla="*/ 2147483647 w 56"/>
                <a:gd name="T37" fmla="*/ 2147483647 h 32"/>
                <a:gd name="T38" fmla="*/ 2147483647 w 56"/>
                <a:gd name="T39" fmla="*/ 2147483647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"/>
                <a:gd name="T61" fmla="*/ 0 h 32"/>
                <a:gd name="T62" fmla="*/ 56 w 56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6" name="Freeform 727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2147483647 h 40"/>
                <a:gd name="T24" fmla="*/ 2147483647 w 41"/>
                <a:gd name="T25" fmla="*/ 2147483647 h 40"/>
                <a:gd name="T26" fmla="*/ 2147483647 w 41"/>
                <a:gd name="T27" fmla="*/ 0 h 40"/>
                <a:gd name="T28" fmla="*/ 0 w 41"/>
                <a:gd name="T29" fmla="*/ 2147483647 h 40"/>
                <a:gd name="T30" fmla="*/ 0 w 41"/>
                <a:gd name="T31" fmla="*/ 2147483647 h 40"/>
                <a:gd name="T32" fmla="*/ 0 w 41"/>
                <a:gd name="T33" fmla="*/ 2147483647 h 40"/>
                <a:gd name="T34" fmla="*/ 2147483647 w 41"/>
                <a:gd name="T35" fmla="*/ 2147483647 h 4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"/>
                <a:gd name="T55" fmla="*/ 0 h 40"/>
                <a:gd name="T56" fmla="*/ 41 w 41"/>
                <a:gd name="T57" fmla="*/ 40 h 4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Freeform 728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0 h 152"/>
                <a:gd name="T28" fmla="*/ 2147483647 w 201"/>
                <a:gd name="T29" fmla="*/ 2147483647 h 152"/>
                <a:gd name="T30" fmla="*/ 2147483647 w 201"/>
                <a:gd name="T31" fmla="*/ 2147483647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0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2147483647 w 201"/>
                <a:gd name="T45" fmla="*/ 2147483647 h 152"/>
                <a:gd name="T46" fmla="*/ 2147483647 w 201"/>
                <a:gd name="T47" fmla="*/ 2147483647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01"/>
                <a:gd name="T73" fmla="*/ 0 h 152"/>
                <a:gd name="T74" fmla="*/ 201 w 201"/>
                <a:gd name="T75" fmla="*/ 152 h 1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Freeform 729"/>
            <p:cNvSpPr/>
            <p:nvPr/>
          </p:nvSpPr>
          <p:spPr bwMode="auto">
            <a:xfrm>
              <a:off x="4256723" y="3142968"/>
              <a:ext cx="279637" cy="257704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0 h 192"/>
                <a:gd name="T24" fmla="*/ 2147483647 w 208"/>
                <a:gd name="T25" fmla="*/ 0 h 192"/>
                <a:gd name="T26" fmla="*/ 2147483647 w 208"/>
                <a:gd name="T27" fmla="*/ 2147483647 h 192"/>
                <a:gd name="T28" fmla="*/ 2147483647 w 208"/>
                <a:gd name="T29" fmla="*/ 2147483647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0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2147483647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8"/>
                <a:gd name="T100" fmla="*/ 0 h 192"/>
                <a:gd name="T101" fmla="*/ 208 w 208"/>
                <a:gd name="T102" fmla="*/ 192 h 19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8" h="192">
                  <a:moveTo>
                    <a:pt x="96" y="176"/>
                  </a:moveTo>
                  <a:lnTo>
                    <a:pt x="112" y="160"/>
                  </a:lnTo>
                  <a:lnTo>
                    <a:pt x="128" y="144"/>
                  </a:lnTo>
                  <a:lnTo>
                    <a:pt x="152" y="128"/>
                  </a:lnTo>
                  <a:lnTo>
                    <a:pt x="160" y="128"/>
                  </a:lnTo>
                  <a:lnTo>
                    <a:pt x="176" y="128"/>
                  </a:lnTo>
                  <a:lnTo>
                    <a:pt x="200" y="128"/>
                  </a:lnTo>
                  <a:lnTo>
                    <a:pt x="208" y="112"/>
                  </a:lnTo>
                  <a:lnTo>
                    <a:pt x="208" y="80"/>
                  </a:lnTo>
                  <a:lnTo>
                    <a:pt x="200" y="80"/>
                  </a:lnTo>
                  <a:lnTo>
                    <a:pt x="192" y="72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88" y="112"/>
                  </a:lnTo>
                  <a:lnTo>
                    <a:pt x="96" y="120"/>
                  </a:lnTo>
                  <a:lnTo>
                    <a:pt x="80" y="128"/>
                  </a:lnTo>
                  <a:lnTo>
                    <a:pt x="24" y="128"/>
                  </a:lnTo>
                  <a:lnTo>
                    <a:pt x="16" y="120"/>
                  </a:lnTo>
                  <a:lnTo>
                    <a:pt x="0" y="136"/>
                  </a:lnTo>
                  <a:lnTo>
                    <a:pt x="8" y="152"/>
                  </a:lnTo>
                  <a:lnTo>
                    <a:pt x="16" y="168"/>
                  </a:lnTo>
                  <a:lnTo>
                    <a:pt x="8" y="168"/>
                  </a:lnTo>
                  <a:lnTo>
                    <a:pt x="24" y="168"/>
                  </a:lnTo>
                  <a:lnTo>
                    <a:pt x="40" y="168"/>
                  </a:lnTo>
                  <a:lnTo>
                    <a:pt x="48" y="176"/>
                  </a:lnTo>
                  <a:lnTo>
                    <a:pt x="56" y="192"/>
                  </a:lnTo>
                  <a:lnTo>
                    <a:pt x="64" y="192"/>
                  </a:lnTo>
                  <a:lnTo>
                    <a:pt x="72" y="192"/>
                  </a:lnTo>
                  <a:lnTo>
                    <a:pt x="80" y="192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96" y="184"/>
                  </a:lnTo>
                  <a:lnTo>
                    <a:pt x="96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Freeform 730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0 w 120"/>
                <a:gd name="T25" fmla="*/ 2147483647 h 168"/>
                <a:gd name="T26" fmla="*/ 0 w 120"/>
                <a:gd name="T27" fmla="*/ 2147483647 h 168"/>
                <a:gd name="T28" fmla="*/ 2147483647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0 h 168"/>
                <a:gd name="T40" fmla="*/ 2147483647 w 120"/>
                <a:gd name="T41" fmla="*/ 2147483647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0"/>
                <a:gd name="T64" fmla="*/ 0 h 168"/>
                <a:gd name="T65" fmla="*/ 120 w 120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Freeform 731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2147483647 h 152"/>
                <a:gd name="T28" fmla="*/ 2147483647 w 201"/>
                <a:gd name="T29" fmla="*/ 2147483647 h 152"/>
                <a:gd name="T30" fmla="*/ 2147483647 w 201"/>
                <a:gd name="T31" fmla="*/ 0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2147483647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0 w 201"/>
                <a:gd name="T45" fmla="*/ 2147483647 h 152"/>
                <a:gd name="T46" fmla="*/ 2147483647 w 201"/>
                <a:gd name="T47" fmla="*/ 2147483647 h 152"/>
                <a:gd name="T48" fmla="*/ 2147483647 w 201"/>
                <a:gd name="T49" fmla="*/ 2147483647 h 152"/>
                <a:gd name="T50" fmla="*/ 2147483647 w 201"/>
                <a:gd name="T51" fmla="*/ 2147483647 h 152"/>
                <a:gd name="T52" fmla="*/ 2147483647 w 201"/>
                <a:gd name="T53" fmla="*/ 2147483647 h 152"/>
                <a:gd name="T54" fmla="*/ 2147483647 w 201"/>
                <a:gd name="T55" fmla="*/ 2147483647 h 152"/>
                <a:gd name="T56" fmla="*/ 2147483647 w 201"/>
                <a:gd name="T57" fmla="*/ 2147483647 h 152"/>
                <a:gd name="T58" fmla="*/ 2147483647 w 201"/>
                <a:gd name="T59" fmla="*/ 2147483647 h 152"/>
                <a:gd name="T60" fmla="*/ 2147483647 w 201"/>
                <a:gd name="T61" fmla="*/ 2147483647 h 152"/>
                <a:gd name="T62" fmla="*/ 2147483647 w 201"/>
                <a:gd name="T63" fmla="*/ 2147483647 h 152"/>
                <a:gd name="T64" fmla="*/ 2147483647 w 201"/>
                <a:gd name="T65" fmla="*/ 2147483647 h 152"/>
                <a:gd name="T66" fmla="*/ 2147483647 w 201"/>
                <a:gd name="T67" fmla="*/ 2147483647 h 152"/>
                <a:gd name="T68" fmla="*/ 2147483647 w 201"/>
                <a:gd name="T69" fmla="*/ 2147483647 h 152"/>
                <a:gd name="T70" fmla="*/ 2147483647 w 201"/>
                <a:gd name="T71" fmla="*/ 2147483647 h 152"/>
                <a:gd name="T72" fmla="*/ 2147483647 w 201"/>
                <a:gd name="T73" fmla="*/ 2147483647 h 152"/>
                <a:gd name="T74" fmla="*/ 2147483647 w 201"/>
                <a:gd name="T75" fmla="*/ 2147483647 h 152"/>
                <a:gd name="T76" fmla="*/ 2147483647 w 201"/>
                <a:gd name="T77" fmla="*/ 2147483647 h 152"/>
                <a:gd name="T78" fmla="*/ 2147483647 w 201"/>
                <a:gd name="T79" fmla="*/ 2147483647 h 152"/>
                <a:gd name="T80" fmla="*/ 2147483647 w 201"/>
                <a:gd name="T81" fmla="*/ 2147483647 h 152"/>
                <a:gd name="T82" fmla="*/ 2147483647 w 201"/>
                <a:gd name="T83" fmla="*/ 2147483647 h 152"/>
                <a:gd name="T84" fmla="*/ 2147483647 w 201"/>
                <a:gd name="T85" fmla="*/ 0 h 152"/>
                <a:gd name="T86" fmla="*/ 2147483647 w 201"/>
                <a:gd name="T87" fmla="*/ 2147483647 h 152"/>
                <a:gd name="T88" fmla="*/ 2147483647 w 201"/>
                <a:gd name="T89" fmla="*/ 2147483647 h 152"/>
                <a:gd name="T90" fmla="*/ 2147483647 w 201"/>
                <a:gd name="T91" fmla="*/ 2147483647 h 152"/>
                <a:gd name="T92" fmla="*/ 2147483647 w 201"/>
                <a:gd name="T93" fmla="*/ 2147483647 h 152"/>
                <a:gd name="T94" fmla="*/ 2147483647 w 201"/>
                <a:gd name="T95" fmla="*/ 2147483647 h 152"/>
                <a:gd name="T96" fmla="*/ 2147483647 w 201"/>
                <a:gd name="T97" fmla="*/ 2147483647 h 152"/>
                <a:gd name="T98" fmla="*/ 0 w 201"/>
                <a:gd name="T99" fmla="*/ 2147483647 h 152"/>
                <a:gd name="T100" fmla="*/ 2147483647 w 201"/>
                <a:gd name="T101" fmla="*/ 2147483647 h 152"/>
                <a:gd name="T102" fmla="*/ 2147483647 w 201"/>
                <a:gd name="T103" fmla="*/ 2147483647 h 152"/>
                <a:gd name="T104" fmla="*/ 2147483647 w 201"/>
                <a:gd name="T105" fmla="*/ 2147483647 h 152"/>
                <a:gd name="T106" fmla="*/ 2147483647 w 201"/>
                <a:gd name="T107" fmla="*/ 2147483647 h 152"/>
                <a:gd name="T108" fmla="*/ 2147483647 w 201"/>
                <a:gd name="T109" fmla="*/ 2147483647 h 1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01"/>
                <a:gd name="T166" fmla="*/ 0 h 152"/>
                <a:gd name="T167" fmla="*/ 201 w 201"/>
                <a:gd name="T168" fmla="*/ 152 h 1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Freeform 732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2147483647 w 120"/>
                <a:gd name="T25" fmla="*/ 2147483647 h 168"/>
                <a:gd name="T26" fmla="*/ 0 w 120"/>
                <a:gd name="T27" fmla="*/ 2147483647 h 168"/>
                <a:gd name="T28" fmla="*/ 0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2147483647 h 168"/>
                <a:gd name="T40" fmla="*/ 2147483647 w 120"/>
                <a:gd name="T41" fmla="*/ 0 h 168"/>
                <a:gd name="T42" fmla="*/ 2147483647 w 120"/>
                <a:gd name="T43" fmla="*/ 2147483647 h 1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68"/>
                <a:gd name="T68" fmla="*/ 120 w 120"/>
                <a:gd name="T69" fmla="*/ 168 h 1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Freeform 733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2147483647 h 64"/>
                <a:gd name="T4" fmla="*/ 0 w 16"/>
                <a:gd name="T5" fmla="*/ 2147483647 h 64"/>
                <a:gd name="T6" fmla="*/ 0 w 16"/>
                <a:gd name="T7" fmla="*/ 2147483647 h 64"/>
                <a:gd name="T8" fmla="*/ 2147483647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Freeform 734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Freeform 735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Freeform 736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0 h 208"/>
                <a:gd name="T24" fmla="*/ 2147483647 w 128"/>
                <a:gd name="T25" fmla="*/ 2147483647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0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2147483647 w 128"/>
                <a:gd name="T41" fmla="*/ 2147483647 h 208"/>
                <a:gd name="T42" fmla="*/ 2147483647 w 128"/>
                <a:gd name="T43" fmla="*/ 2147483647 h 208"/>
                <a:gd name="T44" fmla="*/ 2147483647 w 128"/>
                <a:gd name="T45" fmla="*/ 2147483647 h 20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208"/>
                <a:gd name="T71" fmla="*/ 128 w 128"/>
                <a:gd name="T72" fmla="*/ 208 h 20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  <a:lnTo>
                    <a:pt x="24" y="20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Freeform 737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7" name="Freeform 738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8" name="Freeform 739"/>
            <p:cNvSpPr/>
            <p:nvPr/>
          </p:nvSpPr>
          <p:spPr bwMode="auto">
            <a:xfrm>
              <a:off x="4752394" y="3958850"/>
              <a:ext cx="267574" cy="246738"/>
            </a:xfrm>
            <a:custGeom>
              <a:avLst/>
              <a:gdLst>
                <a:gd name="T0" fmla="*/ 2147483647 w 200"/>
                <a:gd name="T1" fmla="*/ 2147483647 h 184"/>
                <a:gd name="T2" fmla="*/ 2147483647 w 200"/>
                <a:gd name="T3" fmla="*/ 2147483647 h 184"/>
                <a:gd name="T4" fmla="*/ 2147483647 w 200"/>
                <a:gd name="T5" fmla="*/ 0 h 184"/>
                <a:gd name="T6" fmla="*/ 2147483647 w 200"/>
                <a:gd name="T7" fmla="*/ 2147483647 h 184"/>
                <a:gd name="T8" fmla="*/ 2147483647 w 200"/>
                <a:gd name="T9" fmla="*/ 2147483647 h 184"/>
                <a:gd name="T10" fmla="*/ 2147483647 w 200"/>
                <a:gd name="T11" fmla="*/ 2147483647 h 184"/>
                <a:gd name="T12" fmla="*/ 2147483647 w 200"/>
                <a:gd name="T13" fmla="*/ 2147483647 h 184"/>
                <a:gd name="T14" fmla="*/ 2147483647 w 200"/>
                <a:gd name="T15" fmla="*/ 2147483647 h 184"/>
                <a:gd name="T16" fmla="*/ 2147483647 w 200"/>
                <a:gd name="T17" fmla="*/ 2147483647 h 184"/>
                <a:gd name="T18" fmla="*/ 2147483647 w 200"/>
                <a:gd name="T19" fmla="*/ 2147483647 h 184"/>
                <a:gd name="T20" fmla="*/ 2147483647 w 200"/>
                <a:gd name="T21" fmla="*/ 2147483647 h 184"/>
                <a:gd name="T22" fmla="*/ 2147483647 w 200"/>
                <a:gd name="T23" fmla="*/ 2147483647 h 184"/>
                <a:gd name="T24" fmla="*/ 2147483647 w 200"/>
                <a:gd name="T25" fmla="*/ 2147483647 h 184"/>
                <a:gd name="T26" fmla="*/ 2147483647 w 200"/>
                <a:gd name="T27" fmla="*/ 2147483647 h 184"/>
                <a:gd name="T28" fmla="*/ 0 w 200"/>
                <a:gd name="T29" fmla="*/ 2147483647 h 184"/>
                <a:gd name="T30" fmla="*/ 0 w 200"/>
                <a:gd name="T31" fmla="*/ 2147483647 h 184"/>
                <a:gd name="T32" fmla="*/ 2147483647 w 200"/>
                <a:gd name="T33" fmla="*/ 2147483647 h 184"/>
                <a:gd name="T34" fmla="*/ 2147483647 w 200"/>
                <a:gd name="T35" fmla="*/ 2147483647 h 184"/>
                <a:gd name="T36" fmla="*/ 2147483647 w 200"/>
                <a:gd name="T37" fmla="*/ 2147483647 h 184"/>
                <a:gd name="T38" fmla="*/ 2147483647 w 200"/>
                <a:gd name="T39" fmla="*/ 2147483647 h 184"/>
                <a:gd name="T40" fmla="*/ 2147483647 w 200"/>
                <a:gd name="T41" fmla="*/ 2147483647 h 184"/>
                <a:gd name="T42" fmla="*/ 2147483647 w 200"/>
                <a:gd name="T43" fmla="*/ 2147483647 h 184"/>
                <a:gd name="T44" fmla="*/ 2147483647 w 200"/>
                <a:gd name="T45" fmla="*/ 2147483647 h 184"/>
                <a:gd name="T46" fmla="*/ 2147483647 w 200"/>
                <a:gd name="T47" fmla="*/ 2147483647 h 184"/>
                <a:gd name="T48" fmla="*/ 2147483647 w 200"/>
                <a:gd name="T49" fmla="*/ 2147483647 h 184"/>
                <a:gd name="T50" fmla="*/ 2147483647 w 200"/>
                <a:gd name="T51" fmla="*/ 2147483647 h 184"/>
                <a:gd name="T52" fmla="*/ 2147483647 w 200"/>
                <a:gd name="T53" fmla="*/ 2147483647 h 1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0"/>
                <a:gd name="T82" fmla="*/ 0 h 184"/>
                <a:gd name="T83" fmla="*/ 200 w 200"/>
                <a:gd name="T84" fmla="*/ 184 h 1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0" h="184">
                  <a:moveTo>
                    <a:pt x="192" y="8"/>
                  </a:moveTo>
                  <a:lnTo>
                    <a:pt x="184" y="8"/>
                  </a:lnTo>
                  <a:lnTo>
                    <a:pt x="160" y="0"/>
                  </a:lnTo>
                  <a:lnTo>
                    <a:pt x="136" y="24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64" y="64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96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64" y="176"/>
                  </a:lnTo>
                  <a:lnTo>
                    <a:pt x="96" y="168"/>
                  </a:lnTo>
                  <a:lnTo>
                    <a:pt x="128" y="168"/>
                  </a:lnTo>
                  <a:lnTo>
                    <a:pt x="184" y="104"/>
                  </a:lnTo>
                  <a:lnTo>
                    <a:pt x="200" y="64"/>
                  </a:lnTo>
                  <a:lnTo>
                    <a:pt x="192" y="64"/>
                  </a:lnTo>
                  <a:lnTo>
                    <a:pt x="192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9" name="Freeform 740"/>
            <p:cNvSpPr/>
            <p:nvPr/>
          </p:nvSpPr>
          <p:spPr bwMode="auto">
            <a:xfrm>
              <a:off x="4806128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0" name="Freeform 741"/>
            <p:cNvSpPr/>
            <p:nvPr/>
          </p:nvSpPr>
          <p:spPr bwMode="auto">
            <a:xfrm>
              <a:off x="4977200" y="3754880"/>
              <a:ext cx="183135" cy="289507"/>
            </a:xfrm>
            <a:custGeom>
              <a:avLst/>
              <a:gdLst>
                <a:gd name="T0" fmla="*/ 2147483647 w 136"/>
                <a:gd name="T1" fmla="*/ 2147483647 h 216"/>
                <a:gd name="T2" fmla="*/ 2147483647 w 136"/>
                <a:gd name="T3" fmla="*/ 2147483647 h 216"/>
                <a:gd name="T4" fmla="*/ 2147483647 w 136"/>
                <a:gd name="T5" fmla="*/ 2147483647 h 216"/>
                <a:gd name="T6" fmla="*/ 2147483647 w 136"/>
                <a:gd name="T7" fmla="*/ 2147483647 h 216"/>
                <a:gd name="T8" fmla="*/ 2147483647 w 136"/>
                <a:gd name="T9" fmla="*/ 2147483647 h 216"/>
                <a:gd name="T10" fmla="*/ 2147483647 w 136"/>
                <a:gd name="T11" fmla="*/ 2147483647 h 216"/>
                <a:gd name="T12" fmla="*/ 2147483647 w 136"/>
                <a:gd name="T13" fmla="*/ 2147483647 h 216"/>
                <a:gd name="T14" fmla="*/ 2147483647 w 136"/>
                <a:gd name="T15" fmla="*/ 2147483647 h 216"/>
                <a:gd name="T16" fmla="*/ 2147483647 w 136"/>
                <a:gd name="T17" fmla="*/ 2147483647 h 216"/>
                <a:gd name="T18" fmla="*/ 0 w 136"/>
                <a:gd name="T19" fmla="*/ 2147483647 h 216"/>
                <a:gd name="T20" fmla="*/ 2147483647 w 136"/>
                <a:gd name="T21" fmla="*/ 2147483647 h 216"/>
                <a:gd name="T22" fmla="*/ 0 w 136"/>
                <a:gd name="T23" fmla="*/ 2147483647 h 216"/>
                <a:gd name="T24" fmla="*/ 2147483647 w 136"/>
                <a:gd name="T25" fmla="*/ 2147483647 h 216"/>
                <a:gd name="T26" fmla="*/ 2147483647 w 136"/>
                <a:gd name="T27" fmla="*/ 2147483647 h 216"/>
                <a:gd name="T28" fmla="*/ 2147483647 w 136"/>
                <a:gd name="T29" fmla="*/ 2147483647 h 216"/>
                <a:gd name="T30" fmla="*/ 2147483647 w 136"/>
                <a:gd name="T31" fmla="*/ 2147483647 h 216"/>
                <a:gd name="T32" fmla="*/ 2147483647 w 136"/>
                <a:gd name="T33" fmla="*/ 2147483647 h 216"/>
                <a:gd name="T34" fmla="*/ 2147483647 w 136"/>
                <a:gd name="T35" fmla="*/ 2147483647 h 216"/>
                <a:gd name="T36" fmla="*/ 2147483647 w 136"/>
                <a:gd name="T37" fmla="*/ 2147483647 h 216"/>
                <a:gd name="T38" fmla="*/ 2147483647 w 136"/>
                <a:gd name="T39" fmla="*/ 2147483647 h 216"/>
                <a:gd name="T40" fmla="*/ 2147483647 w 136"/>
                <a:gd name="T41" fmla="*/ 2147483647 h 216"/>
                <a:gd name="T42" fmla="*/ 2147483647 w 136"/>
                <a:gd name="T43" fmla="*/ 2147483647 h 216"/>
                <a:gd name="T44" fmla="*/ 2147483647 w 136"/>
                <a:gd name="T45" fmla="*/ 2147483647 h 216"/>
                <a:gd name="T46" fmla="*/ 2147483647 w 136"/>
                <a:gd name="T47" fmla="*/ 2147483647 h 216"/>
                <a:gd name="T48" fmla="*/ 2147483647 w 136"/>
                <a:gd name="T49" fmla="*/ 2147483647 h 216"/>
                <a:gd name="T50" fmla="*/ 2147483647 w 136"/>
                <a:gd name="T51" fmla="*/ 2147483647 h 216"/>
                <a:gd name="T52" fmla="*/ 2147483647 w 136"/>
                <a:gd name="T53" fmla="*/ 2147483647 h 216"/>
                <a:gd name="T54" fmla="*/ 2147483647 w 136"/>
                <a:gd name="T55" fmla="*/ 2147483647 h 216"/>
                <a:gd name="T56" fmla="*/ 2147483647 w 136"/>
                <a:gd name="T57" fmla="*/ 2147483647 h 216"/>
                <a:gd name="T58" fmla="*/ 2147483647 w 136"/>
                <a:gd name="T59" fmla="*/ 0 h 216"/>
                <a:gd name="T60" fmla="*/ 2147483647 w 136"/>
                <a:gd name="T61" fmla="*/ 2147483647 h 216"/>
                <a:gd name="T62" fmla="*/ 2147483647 w 136"/>
                <a:gd name="T63" fmla="*/ 2147483647 h 2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6"/>
                <a:gd name="T97" fmla="*/ 0 h 216"/>
                <a:gd name="T98" fmla="*/ 136 w 136"/>
                <a:gd name="T99" fmla="*/ 216 h 2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6" h="216">
                  <a:moveTo>
                    <a:pt x="88" y="8"/>
                  </a:moveTo>
                  <a:lnTo>
                    <a:pt x="64" y="16"/>
                  </a:lnTo>
                  <a:lnTo>
                    <a:pt x="64" y="32"/>
                  </a:lnTo>
                  <a:lnTo>
                    <a:pt x="72" y="56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32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32" y="80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24" y="160"/>
                  </a:lnTo>
                  <a:lnTo>
                    <a:pt x="24" y="216"/>
                  </a:lnTo>
                  <a:lnTo>
                    <a:pt x="32" y="216"/>
                  </a:lnTo>
                  <a:lnTo>
                    <a:pt x="32" y="208"/>
                  </a:lnTo>
                  <a:lnTo>
                    <a:pt x="64" y="184"/>
                  </a:lnTo>
                  <a:lnTo>
                    <a:pt x="72" y="160"/>
                  </a:lnTo>
                  <a:lnTo>
                    <a:pt x="64" y="128"/>
                  </a:lnTo>
                  <a:lnTo>
                    <a:pt x="80" y="104"/>
                  </a:lnTo>
                  <a:lnTo>
                    <a:pt x="120" y="80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8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1" name="Freeform 742"/>
            <p:cNvSpPr/>
            <p:nvPr/>
          </p:nvSpPr>
          <p:spPr bwMode="auto">
            <a:xfrm>
              <a:off x="4977200" y="3593677"/>
              <a:ext cx="172169" cy="182038"/>
            </a:xfrm>
            <a:custGeom>
              <a:avLst/>
              <a:gdLst>
                <a:gd name="T0" fmla="*/ 2147483647 w 128"/>
                <a:gd name="T1" fmla="*/ 2147483647 h 136"/>
                <a:gd name="T2" fmla="*/ 2147483647 w 128"/>
                <a:gd name="T3" fmla="*/ 0 h 136"/>
                <a:gd name="T4" fmla="*/ 2147483647 w 128"/>
                <a:gd name="T5" fmla="*/ 0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0 h 136"/>
                <a:gd name="T14" fmla="*/ 0 w 128"/>
                <a:gd name="T15" fmla="*/ 0 h 136"/>
                <a:gd name="T16" fmla="*/ 2147483647 w 128"/>
                <a:gd name="T17" fmla="*/ 2147483647 h 136"/>
                <a:gd name="T18" fmla="*/ 0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2147483647 w 128"/>
                <a:gd name="T33" fmla="*/ 2147483647 h 136"/>
                <a:gd name="T34" fmla="*/ 2147483647 w 128"/>
                <a:gd name="T35" fmla="*/ 2147483647 h 136"/>
                <a:gd name="T36" fmla="*/ 2147483647 w 128"/>
                <a:gd name="T37" fmla="*/ 2147483647 h 136"/>
                <a:gd name="T38" fmla="*/ 2147483647 w 128"/>
                <a:gd name="T39" fmla="*/ 2147483647 h 136"/>
                <a:gd name="T40" fmla="*/ 2147483647 w 128"/>
                <a:gd name="T41" fmla="*/ 2147483647 h 136"/>
                <a:gd name="T42" fmla="*/ 2147483647 w 128"/>
                <a:gd name="T43" fmla="*/ 2147483647 h 136"/>
                <a:gd name="T44" fmla="*/ 2147483647 w 128"/>
                <a:gd name="T45" fmla="*/ 2147483647 h 136"/>
                <a:gd name="T46" fmla="*/ 2147483647 w 128"/>
                <a:gd name="T47" fmla="*/ 2147483647 h 136"/>
                <a:gd name="T48" fmla="*/ 2147483647 w 128"/>
                <a:gd name="T49" fmla="*/ 2147483647 h 1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136"/>
                <a:gd name="T77" fmla="*/ 128 w 128"/>
                <a:gd name="T78" fmla="*/ 136 h 1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136">
                  <a:moveTo>
                    <a:pt x="96" y="24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72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56" y="104"/>
                  </a:lnTo>
                  <a:lnTo>
                    <a:pt x="56" y="112"/>
                  </a:lnTo>
                  <a:lnTo>
                    <a:pt x="64" y="136"/>
                  </a:lnTo>
                  <a:lnTo>
                    <a:pt x="88" y="128"/>
                  </a:lnTo>
                  <a:lnTo>
                    <a:pt x="120" y="128"/>
                  </a:lnTo>
                  <a:lnTo>
                    <a:pt x="128" y="120"/>
                  </a:lnTo>
                  <a:lnTo>
                    <a:pt x="120" y="112"/>
                  </a:lnTo>
                  <a:lnTo>
                    <a:pt x="120" y="72"/>
                  </a:lnTo>
                  <a:lnTo>
                    <a:pt x="112" y="56"/>
                  </a:lnTo>
                  <a:lnTo>
                    <a:pt x="120" y="48"/>
                  </a:lnTo>
                  <a:lnTo>
                    <a:pt x="96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2" name="Freeform 743"/>
            <p:cNvSpPr/>
            <p:nvPr/>
          </p:nvSpPr>
          <p:spPr bwMode="auto">
            <a:xfrm>
              <a:off x="4676727" y="3679213"/>
              <a:ext cx="203971" cy="203971"/>
            </a:xfrm>
            <a:custGeom>
              <a:avLst/>
              <a:gdLst>
                <a:gd name="T0" fmla="*/ 2147483647 w 152"/>
                <a:gd name="T1" fmla="*/ 2147483647 h 152"/>
                <a:gd name="T2" fmla="*/ 2147483647 w 152"/>
                <a:gd name="T3" fmla="*/ 2147483647 h 152"/>
                <a:gd name="T4" fmla="*/ 2147483647 w 152"/>
                <a:gd name="T5" fmla="*/ 2147483647 h 152"/>
                <a:gd name="T6" fmla="*/ 2147483647 w 152"/>
                <a:gd name="T7" fmla="*/ 2147483647 h 152"/>
                <a:gd name="T8" fmla="*/ 2147483647 w 152"/>
                <a:gd name="T9" fmla="*/ 2147483647 h 152"/>
                <a:gd name="T10" fmla="*/ 2147483647 w 152"/>
                <a:gd name="T11" fmla="*/ 2147483647 h 152"/>
                <a:gd name="T12" fmla="*/ 2147483647 w 152"/>
                <a:gd name="T13" fmla="*/ 2147483647 h 152"/>
                <a:gd name="T14" fmla="*/ 2147483647 w 152"/>
                <a:gd name="T15" fmla="*/ 2147483647 h 152"/>
                <a:gd name="T16" fmla="*/ 2147483647 w 152"/>
                <a:gd name="T17" fmla="*/ 2147483647 h 152"/>
                <a:gd name="T18" fmla="*/ 2147483647 w 152"/>
                <a:gd name="T19" fmla="*/ 2147483647 h 152"/>
                <a:gd name="T20" fmla="*/ 2147483647 w 152"/>
                <a:gd name="T21" fmla="*/ 2147483647 h 152"/>
                <a:gd name="T22" fmla="*/ 2147483647 w 152"/>
                <a:gd name="T23" fmla="*/ 2147483647 h 152"/>
                <a:gd name="T24" fmla="*/ 2147483647 w 152"/>
                <a:gd name="T25" fmla="*/ 2147483647 h 152"/>
                <a:gd name="T26" fmla="*/ 2147483647 w 152"/>
                <a:gd name="T27" fmla="*/ 2147483647 h 152"/>
                <a:gd name="T28" fmla="*/ 2147483647 w 152"/>
                <a:gd name="T29" fmla="*/ 2147483647 h 152"/>
                <a:gd name="T30" fmla="*/ 2147483647 w 152"/>
                <a:gd name="T31" fmla="*/ 2147483647 h 152"/>
                <a:gd name="T32" fmla="*/ 2147483647 w 152"/>
                <a:gd name="T33" fmla="*/ 0 h 152"/>
                <a:gd name="T34" fmla="*/ 2147483647 w 152"/>
                <a:gd name="T35" fmla="*/ 0 h 152"/>
                <a:gd name="T36" fmla="*/ 0 w 152"/>
                <a:gd name="T37" fmla="*/ 2147483647 h 152"/>
                <a:gd name="T38" fmla="*/ 2147483647 w 152"/>
                <a:gd name="T39" fmla="*/ 2147483647 h 152"/>
                <a:gd name="T40" fmla="*/ 2147483647 w 152"/>
                <a:gd name="T41" fmla="*/ 2147483647 h 152"/>
                <a:gd name="T42" fmla="*/ 0 w 152"/>
                <a:gd name="T43" fmla="*/ 2147483647 h 152"/>
                <a:gd name="T44" fmla="*/ 0 w 152"/>
                <a:gd name="T45" fmla="*/ 2147483647 h 152"/>
                <a:gd name="T46" fmla="*/ 2147483647 w 152"/>
                <a:gd name="T47" fmla="*/ 2147483647 h 152"/>
                <a:gd name="T48" fmla="*/ 2147483647 w 152"/>
                <a:gd name="T49" fmla="*/ 21474836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2"/>
                <a:gd name="T76" fmla="*/ 0 h 152"/>
                <a:gd name="T77" fmla="*/ 152 w 152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2" h="152">
                  <a:moveTo>
                    <a:pt x="16" y="144"/>
                  </a:moveTo>
                  <a:lnTo>
                    <a:pt x="72" y="144"/>
                  </a:lnTo>
                  <a:lnTo>
                    <a:pt x="80" y="152"/>
                  </a:lnTo>
                  <a:lnTo>
                    <a:pt x="112" y="152"/>
                  </a:lnTo>
                  <a:lnTo>
                    <a:pt x="136" y="144"/>
                  </a:lnTo>
                  <a:lnTo>
                    <a:pt x="128" y="128"/>
                  </a:lnTo>
                  <a:lnTo>
                    <a:pt x="128" y="88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28" y="64"/>
                  </a:lnTo>
                  <a:lnTo>
                    <a:pt x="120" y="16"/>
                  </a:lnTo>
                  <a:lnTo>
                    <a:pt x="96" y="16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56"/>
                  </a:lnTo>
                  <a:lnTo>
                    <a:pt x="16" y="80"/>
                  </a:lnTo>
                  <a:lnTo>
                    <a:pt x="0" y="11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3" name="Freeform 744"/>
            <p:cNvSpPr/>
            <p:nvPr/>
          </p:nvSpPr>
          <p:spPr bwMode="auto">
            <a:xfrm>
              <a:off x="4676727" y="3486208"/>
              <a:ext cx="311439" cy="311439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4" name="Freeform 745"/>
            <p:cNvSpPr/>
            <p:nvPr/>
          </p:nvSpPr>
          <p:spPr bwMode="auto">
            <a:xfrm>
              <a:off x="5030934" y="3271271"/>
              <a:ext cx="246738" cy="236869"/>
            </a:xfrm>
            <a:custGeom>
              <a:avLst/>
              <a:gdLst>
                <a:gd name="T0" fmla="*/ 2147483647 w 184"/>
                <a:gd name="T1" fmla="*/ 2147483647 h 176"/>
                <a:gd name="T2" fmla="*/ 2147483647 w 184"/>
                <a:gd name="T3" fmla="*/ 2147483647 h 176"/>
                <a:gd name="T4" fmla="*/ 2147483647 w 184"/>
                <a:gd name="T5" fmla="*/ 2147483647 h 176"/>
                <a:gd name="T6" fmla="*/ 2147483647 w 184"/>
                <a:gd name="T7" fmla="*/ 2147483647 h 176"/>
                <a:gd name="T8" fmla="*/ 2147483647 w 184"/>
                <a:gd name="T9" fmla="*/ 2147483647 h 176"/>
                <a:gd name="T10" fmla="*/ 2147483647 w 184"/>
                <a:gd name="T11" fmla="*/ 2147483647 h 176"/>
                <a:gd name="T12" fmla="*/ 2147483647 w 184"/>
                <a:gd name="T13" fmla="*/ 2147483647 h 176"/>
                <a:gd name="T14" fmla="*/ 2147483647 w 184"/>
                <a:gd name="T15" fmla="*/ 2147483647 h 176"/>
                <a:gd name="T16" fmla="*/ 2147483647 w 184"/>
                <a:gd name="T17" fmla="*/ 2147483647 h 176"/>
                <a:gd name="T18" fmla="*/ 2147483647 w 184"/>
                <a:gd name="T19" fmla="*/ 2147483647 h 176"/>
                <a:gd name="T20" fmla="*/ 2147483647 w 184"/>
                <a:gd name="T21" fmla="*/ 2147483647 h 176"/>
                <a:gd name="T22" fmla="*/ 2147483647 w 184"/>
                <a:gd name="T23" fmla="*/ 2147483647 h 176"/>
                <a:gd name="T24" fmla="*/ 2147483647 w 184"/>
                <a:gd name="T25" fmla="*/ 2147483647 h 176"/>
                <a:gd name="T26" fmla="*/ 2147483647 w 184"/>
                <a:gd name="T27" fmla="*/ 2147483647 h 176"/>
                <a:gd name="T28" fmla="*/ 2147483647 w 184"/>
                <a:gd name="T29" fmla="*/ 0 h 176"/>
                <a:gd name="T30" fmla="*/ 2147483647 w 184"/>
                <a:gd name="T31" fmla="*/ 0 h 176"/>
                <a:gd name="T32" fmla="*/ 2147483647 w 184"/>
                <a:gd name="T33" fmla="*/ 2147483647 h 176"/>
                <a:gd name="T34" fmla="*/ 2147483647 w 184"/>
                <a:gd name="T35" fmla="*/ 2147483647 h 176"/>
                <a:gd name="T36" fmla="*/ 2147483647 w 184"/>
                <a:gd name="T37" fmla="*/ 2147483647 h 176"/>
                <a:gd name="T38" fmla="*/ 2147483647 w 184"/>
                <a:gd name="T39" fmla="*/ 2147483647 h 176"/>
                <a:gd name="T40" fmla="*/ 2147483647 w 184"/>
                <a:gd name="T41" fmla="*/ 2147483647 h 176"/>
                <a:gd name="T42" fmla="*/ 0 w 184"/>
                <a:gd name="T43" fmla="*/ 2147483647 h 176"/>
                <a:gd name="T44" fmla="*/ 0 w 184"/>
                <a:gd name="T45" fmla="*/ 2147483647 h 176"/>
                <a:gd name="T46" fmla="*/ 2147483647 w 184"/>
                <a:gd name="T47" fmla="*/ 2147483647 h 176"/>
                <a:gd name="T48" fmla="*/ 2147483647 w 184"/>
                <a:gd name="T49" fmla="*/ 2147483647 h 176"/>
                <a:gd name="T50" fmla="*/ 2147483647 w 184"/>
                <a:gd name="T51" fmla="*/ 2147483647 h 176"/>
                <a:gd name="T52" fmla="*/ 2147483647 w 184"/>
                <a:gd name="T53" fmla="*/ 2147483647 h 176"/>
                <a:gd name="T54" fmla="*/ 2147483647 w 184"/>
                <a:gd name="T55" fmla="*/ 2147483647 h 176"/>
                <a:gd name="T56" fmla="*/ 2147483647 w 184"/>
                <a:gd name="T57" fmla="*/ 2147483647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84"/>
                <a:gd name="T88" fmla="*/ 0 h 176"/>
                <a:gd name="T89" fmla="*/ 184 w 184"/>
                <a:gd name="T90" fmla="*/ 176 h 1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84" h="176">
                  <a:moveTo>
                    <a:pt x="88" y="176"/>
                  </a:moveTo>
                  <a:lnTo>
                    <a:pt x="96" y="176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28" y="168"/>
                  </a:lnTo>
                  <a:lnTo>
                    <a:pt x="152" y="160"/>
                  </a:lnTo>
                  <a:lnTo>
                    <a:pt x="184" y="128"/>
                  </a:lnTo>
                  <a:lnTo>
                    <a:pt x="160" y="120"/>
                  </a:lnTo>
                  <a:lnTo>
                    <a:pt x="128" y="104"/>
                  </a:lnTo>
                  <a:lnTo>
                    <a:pt x="120" y="96"/>
                  </a:lnTo>
                  <a:lnTo>
                    <a:pt x="136" y="88"/>
                  </a:lnTo>
                  <a:lnTo>
                    <a:pt x="128" y="80"/>
                  </a:lnTo>
                  <a:lnTo>
                    <a:pt x="96" y="32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56"/>
                  </a:lnTo>
                  <a:lnTo>
                    <a:pt x="32" y="80"/>
                  </a:lnTo>
                  <a:lnTo>
                    <a:pt x="16" y="96"/>
                  </a:lnTo>
                  <a:lnTo>
                    <a:pt x="8" y="120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60"/>
                  </a:lnTo>
                  <a:lnTo>
                    <a:pt x="32" y="168"/>
                  </a:lnTo>
                  <a:lnTo>
                    <a:pt x="48" y="168"/>
                  </a:lnTo>
                  <a:lnTo>
                    <a:pt x="88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5" name="Freeform 746"/>
            <p:cNvSpPr/>
            <p:nvPr/>
          </p:nvSpPr>
          <p:spPr bwMode="auto">
            <a:xfrm>
              <a:off x="5041900" y="3497174"/>
              <a:ext cx="139270" cy="161203"/>
            </a:xfrm>
            <a:custGeom>
              <a:avLst/>
              <a:gdLst>
                <a:gd name="T0" fmla="*/ 2147483647 w 104"/>
                <a:gd name="T1" fmla="*/ 2147483647 h 120"/>
                <a:gd name="T2" fmla="*/ 2147483647 w 104"/>
                <a:gd name="T3" fmla="*/ 2147483647 h 120"/>
                <a:gd name="T4" fmla="*/ 2147483647 w 104"/>
                <a:gd name="T5" fmla="*/ 2147483647 h 120"/>
                <a:gd name="T6" fmla="*/ 2147483647 w 104"/>
                <a:gd name="T7" fmla="*/ 2147483647 h 120"/>
                <a:gd name="T8" fmla="*/ 2147483647 w 104"/>
                <a:gd name="T9" fmla="*/ 2147483647 h 120"/>
                <a:gd name="T10" fmla="*/ 2147483647 w 104"/>
                <a:gd name="T11" fmla="*/ 2147483647 h 120"/>
                <a:gd name="T12" fmla="*/ 2147483647 w 104"/>
                <a:gd name="T13" fmla="*/ 0 h 120"/>
                <a:gd name="T14" fmla="*/ 2147483647 w 104"/>
                <a:gd name="T15" fmla="*/ 0 h 120"/>
                <a:gd name="T16" fmla="*/ 2147483647 w 104"/>
                <a:gd name="T17" fmla="*/ 0 h 120"/>
                <a:gd name="T18" fmla="*/ 0 w 104"/>
                <a:gd name="T19" fmla="*/ 2147483647 h 120"/>
                <a:gd name="T20" fmla="*/ 2147483647 w 104"/>
                <a:gd name="T21" fmla="*/ 2147483647 h 120"/>
                <a:gd name="T22" fmla="*/ 2147483647 w 104"/>
                <a:gd name="T23" fmla="*/ 2147483647 h 120"/>
                <a:gd name="T24" fmla="*/ 0 w 104"/>
                <a:gd name="T25" fmla="*/ 2147483647 h 120"/>
                <a:gd name="T26" fmla="*/ 2147483647 w 104"/>
                <a:gd name="T27" fmla="*/ 2147483647 h 120"/>
                <a:gd name="T28" fmla="*/ 2147483647 w 104"/>
                <a:gd name="T29" fmla="*/ 2147483647 h 120"/>
                <a:gd name="T30" fmla="*/ 2147483647 w 104"/>
                <a:gd name="T31" fmla="*/ 2147483647 h 120"/>
                <a:gd name="T32" fmla="*/ 2147483647 w 104"/>
                <a:gd name="T33" fmla="*/ 2147483647 h 120"/>
                <a:gd name="T34" fmla="*/ 2147483647 w 104"/>
                <a:gd name="T35" fmla="*/ 2147483647 h 120"/>
                <a:gd name="T36" fmla="*/ 2147483647 w 104"/>
                <a:gd name="T37" fmla="*/ 2147483647 h 120"/>
                <a:gd name="T38" fmla="*/ 2147483647 w 104"/>
                <a:gd name="T39" fmla="*/ 2147483647 h 120"/>
                <a:gd name="T40" fmla="*/ 2147483647 w 104"/>
                <a:gd name="T41" fmla="*/ 2147483647 h 120"/>
                <a:gd name="T42" fmla="*/ 2147483647 w 104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4"/>
                <a:gd name="T67" fmla="*/ 0 h 120"/>
                <a:gd name="T68" fmla="*/ 104 w 104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4" h="120">
                  <a:moveTo>
                    <a:pt x="96" y="24"/>
                  </a:move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8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72" y="120"/>
                  </a:lnTo>
                  <a:lnTo>
                    <a:pt x="72" y="112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96" y="64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6" name="Freeform 747"/>
            <p:cNvSpPr/>
            <p:nvPr/>
          </p:nvSpPr>
          <p:spPr bwMode="auto">
            <a:xfrm>
              <a:off x="4891664" y="3840416"/>
              <a:ext cx="128304" cy="129401"/>
            </a:xfrm>
            <a:custGeom>
              <a:avLst/>
              <a:gdLst>
                <a:gd name="T0" fmla="*/ 2147483647 w 96"/>
                <a:gd name="T1" fmla="*/ 2147483647 h 96"/>
                <a:gd name="T2" fmla="*/ 2147483647 w 96"/>
                <a:gd name="T3" fmla="*/ 2147483647 h 96"/>
                <a:gd name="T4" fmla="*/ 2147483647 w 96"/>
                <a:gd name="T5" fmla="*/ 2147483647 h 96"/>
                <a:gd name="T6" fmla="*/ 0 w 96"/>
                <a:gd name="T7" fmla="*/ 2147483647 h 96"/>
                <a:gd name="T8" fmla="*/ 2147483647 w 96"/>
                <a:gd name="T9" fmla="*/ 2147483647 h 96"/>
                <a:gd name="T10" fmla="*/ 2147483647 w 96"/>
                <a:gd name="T11" fmla="*/ 2147483647 h 96"/>
                <a:gd name="T12" fmla="*/ 2147483647 w 96"/>
                <a:gd name="T13" fmla="*/ 2147483647 h 96"/>
                <a:gd name="T14" fmla="*/ 2147483647 w 96"/>
                <a:gd name="T15" fmla="*/ 2147483647 h 96"/>
                <a:gd name="T16" fmla="*/ 2147483647 w 96"/>
                <a:gd name="T17" fmla="*/ 2147483647 h 96"/>
                <a:gd name="T18" fmla="*/ 2147483647 w 96"/>
                <a:gd name="T19" fmla="*/ 2147483647 h 96"/>
                <a:gd name="T20" fmla="*/ 2147483647 w 96"/>
                <a:gd name="T21" fmla="*/ 2147483647 h 96"/>
                <a:gd name="T22" fmla="*/ 2147483647 w 96"/>
                <a:gd name="T23" fmla="*/ 2147483647 h 96"/>
                <a:gd name="T24" fmla="*/ 2147483647 w 96"/>
                <a:gd name="T25" fmla="*/ 2147483647 h 96"/>
                <a:gd name="T26" fmla="*/ 2147483647 w 96"/>
                <a:gd name="T27" fmla="*/ 2147483647 h 96"/>
                <a:gd name="T28" fmla="*/ 2147483647 w 96"/>
                <a:gd name="T29" fmla="*/ 2147483647 h 96"/>
                <a:gd name="T30" fmla="*/ 2147483647 w 96"/>
                <a:gd name="T31" fmla="*/ 0 h 96"/>
                <a:gd name="T32" fmla="*/ 2147483647 w 96"/>
                <a:gd name="T33" fmla="*/ 2147483647 h 96"/>
                <a:gd name="T34" fmla="*/ 2147483647 w 96"/>
                <a:gd name="T35" fmla="*/ 2147483647 h 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"/>
                <a:gd name="T55" fmla="*/ 0 h 96"/>
                <a:gd name="T56" fmla="*/ 96 w 96"/>
                <a:gd name="T57" fmla="*/ 96 h 9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" h="96">
                  <a:moveTo>
                    <a:pt x="40" y="24"/>
                  </a:move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8"/>
                  </a:lnTo>
                  <a:lnTo>
                    <a:pt x="80" y="96"/>
                  </a:lnTo>
                  <a:lnTo>
                    <a:pt x="88" y="80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7" name="Freeform 748"/>
            <p:cNvSpPr/>
            <p:nvPr/>
          </p:nvSpPr>
          <p:spPr bwMode="auto">
            <a:xfrm>
              <a:off x="4848896" y="3508141"/>
              <a:ext cx="224806" cy="375043"/>
            </a:xfrm>
            <a:custGeom>
              <a:avLst/>
              <a:gdLst>
                <a:gd name="T0" fmla="*/ 2147483647 w 168"/>
                <a:gd name="T1" fmla="*/ 2147483647 h 280"/>
                <a:gd name="T2" fmla="*/ 2147483647 w 168"/>
                <a:gd name="T3" fmla="*/ 2147483647 h 280"/>
                <a:gd name="T4" fmla="*/ 2147483647 w 168"/>
                <a:gd name="T5" fmla="*/ 2147483647 h 280"/>
                <a:gd name="T6" fmla="*/ 2147483647 w 168"/>
                <a:gd name="T7" fmla="*/ 2147483647 h 280"/>
                <a:gd name="T8" fmla="*/ 2147483647 w 168"/>
                <a:gd name="T9" fmla="*/ 2147483647 h 280"/>
                <a:gd name="T10" fmla="*/ 2147483647 w 168"/>
                <a:gd name="T11" fmla="*/ 2147483647 h 280"/>
                <a:gd name="T12" fmla="*/ 2147483647 w 168"/>
                <a:gd name="T13" fmla="*/ 2147483647 h 280"/>
                <a:gd name="T14" fmla="*/ 2147483647 w 168"/>
                <a:gd name="T15" fmla="*/ 2147483647 h 280"/>
                <a:gd name="T16" fmla="*/ 2147483647 w 168"/>
                <a:gd name="T17" fmla="*/ 2147483647 h 280"/>
                <a:gd name="T18" fmla="*/ 2147483647 w 168"/>
                <a:gd name="T19" fmla="*/ 2147483647 h 280"/>
                <a:gd name="T20" fmla="*/ 2147483647 w 168"/>
                <a:gd name="T21" fmla="*/ 2147483647 h 280"/>
                <a:gd name="T22" fmla="*/ 2147483647 w 168"/>
                <a:gd name="T23" fmla="*/ 2147483647 h 280"/>
                <a:gd name="T24" fmla="*/ 2147483647 w 168"/>
                <a:gd name="T25" fmla="*/ 2147483647 h 280"/>
                <a:gd name="T26" fmla="*/ 2147483647 w 168"/>
                <a:gd name="T27" fmla="*/ 2147483647 h 280"/>
                <a:gd name="T28" fmla="*/ 2147483647 w 168"/>
                <a:gd name="T29" fmla="*/ 2147483647 h 280"/>
                <a:gd name="T30" fmla="*/ 0 w 168"/>
                <a:gd name="T31" fmla="*/ 2147483647 h 280"/>
                <a:gd name="T32" fmla="*/ 0 w 168"/>
                <a:gd name="T33" fmla="*/ 2147483647 h 280"/>
                <a:gd name="T34" fmla="*/ 2147483647 w 168"/>
                <a:gd name="T35" fmla="*/ 2147483647 h 280"/>
                <a:gd name="T36" fmla="*/ 2147483647 w 168"/>
                <a:gd name="T37" fmla="*/ 2147483647 h 280"/>
                <a:gd name="T38" fmla="*/ 2147483647 w 168"/>
                <a:gd name="T39" fmla="*/ 2147483647 h 280"/>
                <a:gd name="T40" fmla="*/ 2147483647 w 168"/>
                <a:gd name="T41" fmla="*/ 2147483647 h 280"/>
                <a:gd name="T42" fmla="*/ 2147483647 w 168"/>
                <a:gd name="T43" fmla="*/ 2147483647 h 280"/>
                <a:gd name="T44" fmla="*/ 2147483647 w 168"/>
                <a:gd name="T45" fmla="*/ 2147483647 h 280"/>
                <a:gd name="T46" fmla="*/ 2147483647 w 168"/>
                <a:gd name="T47" fmla="*/ 2147483647 h 280"/>
                <a:gd name="T48" fmla="*/ 2147483647 w 168"/>
                <a:gd name="T49" fmla="*/ 2147483647 h 280"/>
                <a:gd name="T50" fmla="*/ 2147483647 w 168"/>
                <a:gd name="T51" fmla="*/ 2147483647 h 280"/>
                <a:gd name="T52" fmla="*/ 2147483647 w 168"/>
                <a:gd name="T53" fmla="*/ 2147483647 h 280"/>
                <a:gd name="T54" fmla="*/ 2147483647 w 168"/>
                <a:gd name="T55" fmla="*/ 2147483647 h 280"/>
                <a:gd name="T56" fmla="*/ 2147483647 w 168"/>
                <a:gd name="T57" fmla="*/ 2147483647 h 280"/>
                <a:gd name="T58" fmla="*/ 2147483647 w 168"/>
                <a:gd name="T59" fmla="*/ 2147483647 h 280"/>
                <a:gd name="T60" fmla="*/ 2147483647 w 168"/>
                <a:gd name="T61" fmla="*/ 2147483647 h 280"/>
                <a:gd name="T62" fmla="*/ 2147483647 w 168"/>
                <a:gd name="T63" fmla="*/ 2147483647 h 280"/>
                <a:gd name="T64" fmla="*/ 2147483647 w 168"/>
                <a:gd name="T65" fmla="*/ 2147483647 h 280"/>
                <a:gd name="T66" fmla="*/ 2147483647 w 168"/>
                <a:gd name="T67" fmla="*/ 2147483647 h 280"/>
                <a:gd name="T68" fmla="*/ 2147483647 w 168"/>
                <a:gd name="T69" fmla="*/ 2147483647 h 280"/>
                <a:gd name="T70" fmla="*/ 2147483647 w 168"/>
                <a:gd name="T71" fmla="*/ 2147483647 h 280"/>
                <a:gd name="T72" fmla="*/ 2147483647 w 168"/>
                <a:gd name="T73" fmla="*/ 2147483647 h 280"/>
                <a:gd name="T74" fmla="*/ 2147483647 w 168"/>
                <a:gd name="T75" fmla="*/ 2147483647 h 280"/>
                <a:gd name="T76" fmla="*/ 2147483647 w 168"/>
                <a:gd name="T77" fmla="*/ 2147483647 h 280"/>
                <a:gd name="T78" fmla="*/ 2147483647 w 168"/>
                <a:gd name="T79" fmla="*/ 2147483647 h 280"/>
                <a:gd name="T80" fmla="*/ 2147483647 w 168"/>
                <a:gd name="T81" fmla="*/ 2147483647 h 280"/>
                <a:gd name="T82" fmla="*/ 2147483647 w 168"/>
                <a:gd name="T83" fmla="*/ 2147483647 h 280"/>
                <a:gd name="T84" fmla="*/ 2147483647 w 168"/>
                <a:gd name="T85" fmla="*/ 2147483647 h 280"/>
                <a:gd name="T86" fmla="*/ 2147483647 w 168"/>
                <a:gd name="T87" fmla="*/ 2147483647 h 280"/>
                <a:gd name="T88" fmla="*/ 2147483647 w 168"/>
                <a:gd name="T89" fmla="*/ 2147483647 h 280"/>
                <a:gd name="T90" fmla="*/ 2147483647 w 168"/>
                <a:gd name="T91" fmla="*/ 2147483647 h 280"/>
                <a:gd name="T92" fmla="*/ 2147483647 w 168"/>
                <a:gd name="T93" fmla="*/ 2147483647 h 280"/>
                <a:gd name="T94" fmla="*/ 2147483647 w 168"/>
                <a:gd name="T95" fmla="*/ 2147483647 h 280"/>
                <a:gd name="T96" fmla="*/ 2147483647 w 168"/>
                <a:gd name="T97" fmla="*/ 2147483647 h 280"/>
                <a:gd name="T98" fmla="*/ 2147483647 w 168"/>
                <a:gd name="T99" fmla="*/ 2147483647 h 280"/>
                <a:gd name="T100" fmla="*/ 2147483647 w 168"/>
                <a:gd name="T101" fmla="*/ 2147483647 h 280"/>
                <a:gd name="T102" fmla="*/ 2147483647 w 168"/>
                <a:gd name="T103" fmla="*/ 2147483647 h 280"/>
                <a:gd name="T104" fmla="*/ 2147483647 w 168"/>
                <a:gd name="T105" fmla="*/ 0 h 280"/>
                <a:gd name="T106" fmla="*/ 2147483647 w 168"/>
                <a:gd name="T107" fmla="*/ 0 h 280"/>
                <a:gd name="T108" fmla="*/ 2147483647 w 168"/>
                <a:gd name="T109" fmla="*/ 2147483647 h 280"/>
                <a:gd name="T110" fmla="*/ 2147483647 w 168"/>
                <a:gd name="T111" fmla="*/ 0 h 280"/>
                <a:gd name="T112" fmla="*/ 2147483647 w 168"/>
                <a:gd name="T113" fmla="*/ 2147483647 h 28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68"/>
                <a:gd name="T172" fmla="*/ 0 h 280"/>
                <a:gd name="T173" fmla="*/ 168 w 168"/>
                <a:gd name="T174" fmla="*/ 280 h 28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68" h="280">
                  <a:moveTo>
                    <a:pt x="104" y="24"/>
                  </a:moveTo>
                  <a:lnTo>
                    <a:pt x="88" y="56"/>
                  </a:lnTo>
                  <a:lnTo>
                    <a:pt x="80" y="80"/>
                  </a:lnTo>
                  <a:lnTo>
                    <a:pt x="88" y="104"/>
                  </a:lnTo>
                  <a:lnTo>
                    <a:pt x="88" y="128"/>
                  </a:lnTo>
                  <a:lnTo>
                    <a:pt x="96" y="152"/>
                  </a:lnTo>
                  <a:lnTo>
                    <a:pt x="88" y="160"/>
                  </a:lnTo>
                  <a:lnTo>
                    <a:pt x="80" y="184"/>
                  </a:lnTo>
                  <a:lnTo>
                    <a:pt x="80" y="192"/>
                  </a:lnTo>
                  <a:lnTo>
                    <a:pt x="88" y="208"/>
                  </a:lnTo>
                  <a:lnTo>
                    <a:pt x="88" y="216"/>
                  </a:lnTo>
                  <a:lnTo>
                    <a:pt x="64" y="208"/>
                  </a:lnTo>
                  <a:lnTo>
                    <a:pt x="40" y="192"/>
                  </a:lnTo>
                  <a:lnTo>
                    <a:pt x="24" y="192"/>
                  </a:lnTo>
                  <a:lnTo>
                    <a:pt x="24" y="208"/>
                  </a:lnTo>
                  <a:lnTo>
                    <a:pt x="0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24" y="272"/>
                  </a:lnTo>
                  <a:lnTo>
                    <a:pt x="32" y="280"/>
                  </a:lnTo>
                  <a:lnTo>
                    <a:pt x="24" y="280"/>
                  </a:lnTo>
                  <a:lnTo>
                    <a:pt x="32" y="280"/>
                  </a:lnTo>
                  <a:lnTo>
                    <a:pt x="40" y="280"/>
                  </a:lnTo>
                  <a:lnTo>
                    <a:pt x="56" y="280"/>
                  </a:lnTo>
                  <a:lnTo>
                    <a:pt x="72" y="272"/>
                  </a:lnTo>
                  <a:lnTo>
                    <a:pt x="88" y="256"/>
                  </a:lnTo>
                  <a:lnTo>
                    <a:pt x="96" y="248"/>
                  </a:lnTo>
                  <a:lnTo>
                    <a:pt x="128" y="232"/>
                  </a:lnTo>
                  <a:lnTo>
                    <a:pt x="144" y="240"/>
                  </a:lnTo>
                  <a:lnTo>
                    <a:pt x="152" y="248"/>
                  </a:lnTo>
                  <a:lnTo>
                    <a:pt x="160" y="256"/>
                  </a:lnTo>
                  <a:lnTo>
                    <a:pt x="168" y="248"/>
                  </a:lnTo>
                  <a:lnTo>
                    <a:pt x="168" y="240"/>
                  </a:lnTo>
                  <a:lnTo>
                    <a:pt x="160" y="216"/>
                  </a:lnTo>
                  <a:lnTo>
                    <a:pt x="160" y="200"/>
                  </a:lnTo>
                  <a:lnTo>
                    <a:pt x="152" y="176"/>
                  </a:lnTo>
                  <a:lnTo>
                    <a:pt x="152" y="168"/>
                  </a:lnTo>
                  <a:lnTo>
                    <a:pt x="128" y="168"/>
                  </a:lnTo>
                  <a:lnTo>
                    <a:pt x="112" y="160"/>
                  </a:lnTo>
                  <a:lnTo>
                    <a:pt x="104" y="136"/>
                  </a:lnTo>
                  <a:lnTo>
                    <a:pt x="96" y="104"/>
                  </a:lnTo>
                  <a:lnTo>
                    <a:pt x="104" y="96"/>
                  </a:lnTo>
                  <a:lnTo>
                    <a:pt x="96" y="64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44" y="40"/>
                  </a:lnTo>
                  <a:lnTo>
                    <a:pt x="152" y="24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136" y="0"/>
                  </a:lnTo>
                  <a:lnTo>
                    <a:pt x="112" y="8"/>
                  </a:lnTo>
                  <a:lnTo>
                    <a:pt x="104" y="0"/>
                  </a:lnTo>
                  <a:lnTo>
                    <a:pt x="104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8" name="Freeform 749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9" name="Freeform 750"/>
            <p:cNvSpPr/>
            <p:nvPr/>
          </p:nvSpPr>
          <p:spPr bwMode="auto">
            <a:xfrm>
              <a:off x="4797355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0" name="Freeform 751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1" name="Freeform 752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2" name="Freeform 753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3" name="Freeform 754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4" name="Freeform 755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5" name="Freeform 756"/>
            <p:cNvSpPr/>
            <p:nvPr/>
          </p:nvSpPr>
          <p:spPr bwMode="auto">
            <a:xfrm>
              <a:off x="4417925" y="3389706"/>
              <a:ext cx="64701" cy="96502"/>
            </a:xfrm>
            <a:custGeom>
              <a:avLst/>
              <a:gdLst>
                <a:gd name="T0" fmla="*/ 2147483647 w 48"/>
                <a:gd name="T1" fmla="*/ 2147483647 h 72"/>
                <a:gd name="T2" fmla="*/ 2147483647 w 48"/>
                <a:gd name="T3" fmla="*/ 0 h 72"/>
                <a:gd name="T4" fmla="*/ 2147483647 w 48"/>
                <a:gd name="T5" fmla="*/ 0 h 72"/>
                <a:gd name="T6" fmla="*/ 0 w 48"/>
                <a:gd name="T7" fmla="*/ 0 h 72"/>
                <a:gd name="T8" fmla="*/ 0 w 48"/>
                <a:gd name="T9" fmla="*/ 2147483647 h 72"/>
                <a:gd name="T10" fmla="*/ 2147483647 w 48"/>
                <a:gd name="T11" fmla="*/ 2147483647 h 72"/>
                <a:gd name="T12" fmla="*/ 0 w 48"/>
                <a:gd name="T13" fmla="*/ 2147483647 h 72"/>
                <a:gd name="T14" fmla="*/ 0 w 48"/>
                <a:gd name="T15" fmla="*/ 2147483647 h 72"/>
                <a:gd name="T16" fmla="*/ 0 w 48"/>
                <a:gd name="T17" fmla="*/ 2147483647 h 72"/>
                <a:gd name="T18" fmla="*/ 2147483647 w 48"/>
                <a:gd name="T19" fmla="*/ 2147483647 h 72"/>
                <a:gd name="T20" fmla="*/ 2147483647 w 48"/>
                <a:gd name="T21" fmla="*/ 2147483647 h 72"/>
                <a:gd name="T22" fmla="*/ 2147483647 w 48"/>
                <a:gd name="T23" fmla="*/ 2147483647 h 72"/>
                <a:gd name="T24" fmla="*/ 2147483647 w 4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8"/>
                <a:gd name="T40" fmla="*/ 0 h 72"/>
                <a:gd name="T41" fmla="*/ 48 w 4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8" h="72">
                  <a:moveTo>
                    <a:pt x="40" y="8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48" y="64"/>
                  </a:lnTo>
                  <a:lnTo>
                    <a:pt x="40" y="24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6" name="Freeform 757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2147483647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0 w 153"/>
                <a:gd name="T37" fmla="*/ 2147483647 h 136"/>
                <a:gd name="T38" fmla="*/ 0 w 153"/>
                <a:gd name="T39" fmla="*/ 2147483647 h 136"/>
                <a:gd name="T40" fmla="*/ 2147483647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3"/>
                <a:gd name="T79" fmla="*/ 0 h 136"/>
                <a:gd name="T80" fmla="*/ 153 w 153"/>
                <a:gd name="T81" fmla="*/ 136 h 1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7" name="Freeform 758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0 h 96"/>
                <a:gd name="T38" fmla="*/ 2147483647 w 160"/>
                <a:gd name="T39" fmla="*/ 2147483647 h 96"/>
                <a:gd name="T40" fmla="*/ 2147483647 w 160"/>
                <a:gd name="T41" fmla="*/ 2147483647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96"/>
                <a:gd name="T65" fmla="*/ 160 w 160"/>
                <a:gd name="T66" fmla="*/ 96 h 9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8" name="Freeform 759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0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2147483647 w 153"/>
                <a:gd name="T37" fmla="*/ 2147483647 h 136"/>
                <a:gd name="T38" fmla="*/ 0 w 153"/>
                <a:gd name="T39" fmla="*/ 2147483647 h 136"/>
                <a:gd name="T40" fmla="*/ 0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2147483647 w 153"/>
                <a:gd name="T53" fmla="*/ 2147483647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136"/>
                <a:gd name="T83" fmla="*/ 153 w 153"/>
                <a:gd name="T84" fmla="*/ 136 h 1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9" name="Freeform 760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2147483647 h 96"/>
                <a:gd name="T38" fmla="*/ 2147483647 w 160"/>
                <a:gd name="T39" fmla="*/ 0 h 96"/>
                <a:gd name="T40" fmla="*/ 2147483647 w 160"/>
                <a:gd name="T41" fmla="*/ 2147483647 h 96"/>
                <a:gd name="T42" fmla="*/ 2147483647 w 160"/>
                <a:gd name="T43" fmla="*/ 2147483647 h 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0"/>
                <a:gd name="T67" fmla="*/ 0 h 96"/>
                <a:gd name="T68" fmla="*/ 160 w 160"/>
                <a:gd name="T69" fmla="*/ 96 h 9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0" name="Freeform 761"/>
            <p:cNvSpPr/>
            <p:nvPr/>
          </p:nvSpPr>
          <p:spPr bwMode="auto">
            <a:xfrm>
              <a:off x="4654795" y="3508141"/>
              <a:ext cx="129401" cy="161203"/>
            </a:xfrm>
            <a:custGeom>
              <a:avLst/>
              <a:gdLst>
                <a:gd name="T0" fmla="*/ 2147483647 w 96"/>
                <a:gd name="T1" fmla="*/ 2147483647 h 120"/>
                <a:gd name="T2" fmla="*/ 2147483647 w 96"/>
                <a:gd name="T3" fmla="*/ 2147483647 h 120"/>
                <a:gd name="T4" fmla="*/ 2147483647 w 96"/>
                <a:gd name="T5" fmla="*/ 2147483647 h 120"/>
                <a:gd name="T6" fmla="*/ 2147483647 w 96"/>
                <a:gd name="T7" fmla="*/ 2147483647 h 120"/>
                <a:gd name="T8" fmla="*/ 2147483647 w 96"/>
                <a:gd name="T9" fmla="*/ 2147483647 h 120"/>
                <a:gd name="T10" fmla="*/ 2147483647 w 96"/>
                <a:gd name="T11" fmla="*/ 0 h 120"/>
                <a:gd name="T12" fmla="*/ 2147483647 w 96"/>
                <a:gd name="T13" fmla="*/ 0 h 120"/>
                <a:gd name="T14" fmla="*/ 2147483647 w 96"/>
                <a:gd name="T15" fmla="*/ 2147483647 h 120"/>
                <a:gd name="T16" fmla="*/ 2147483647 w 96"/>
                <a:gd name="T17" fmla="*/ 2147483647 h 120"/>
                <a:gd name="T18" fmla="*/ 2147483647 w 96"/>
                <a:gd name="T19" fmla="*/ 2147483647 h 120"/>
                <a:gd name="T20" fmla="*/ 2147483647 w 96"/>
                <a:gd name="T21" fmla="*/ 2147483647 h 120"/>
                <a:gd name="T22" fmla="*/ 2147483647 w 96"/>
                <a:gd name="T23" fmla="*/ 2147483647 h 120"/>
                <a:gd name="T24" fmla="*/ 2147483647 w 96"/>
                <a:gd name="T25" fmla="*/ 2147483647 h 120"/>
                <a:gd name="T26" fmla="*/ 2147483647 w 96"/>
                <a:gd name="T27" fmla="*/ 2147483647 h 120"/>
                <a:gd name="T28" fmla="*/ 2147483647 w 96"/>
                <a:gd name="T29" fmla="*/ 2147483647 h 120"/>
                <a:gd name="T30" fmla="*/ 2147483647 w 96"/>
                <a:gd name="T31" fmla="*/ 2147483647 h 120"/>
                <a:gd name="T32" fmla="*/ 2147483647 w 96"/>
                <a:gd name="T33" fmla="*/ 2147483647 h 120"/>
                <a:gd name="T34" fmla="*/ 0 w 96"/>
                <a:gd name="T35" fmla="*/ 2147483647 h 120"/>
                <a:gd name="T36" fmla="*/ 2147483647 w 96"/>
                <a:gd name="T37" fmla="*/ 2147483647 h 120"/>
                <a:gd name="T38" fmla="*/ 2147483647 w 96"/>
                <a:gd name="T39" fmla="*/ 2147483647 h 120"/>
                <a:gd name="T40" fmla="*/ 2147483647 w 96"/>
                <a:gd name="T41" fmla="*/ 2147483647 h 120"/>
                <a:gd name="T42" fmla="*/ 2147483647 w 96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6"/>
                <a:gd name="T67" fmla="*/ 0 h 120"/>
                <a:gd name="T68" fmla="*/ 96 w 96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6" h="120">
                  <a:moveTo>
                    <a:pt x="40" y="112"/>
                  </a:moveTo>
                  <a:lnTo>
                    <a:pt x="56" y="96"/>
                  </a:lnTo>
                  <a:lnTo>
                    <a:pt x="72" y="64"/>
                  </a:lnTo>
                  <a:lnTo>
                    <a:pt x="88" y="5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8" y="104"/>
                  </a:lnTo>
                  <a:lnTo>
                    <a:pt x="16" y="120"/>
                  </a:lnTo>
                  <a:lnTo>
                    <a:pt x="24" y="112"/>
                  </a:lnTo>
                  <a:lnTo>
                    <a:pt x="40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1" name="Freeform 762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2" name="Freeform 763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2147483647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0 w 96"/>
                <a:gd name="T31" fmla="*/ 2147483647 h 128"/>
                <a:gd name="T32" fmla="*/ 2147483647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  <a:lnTo>
                    <a:pt x="96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3" name="Freeform 764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4" name="Freeform 765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5" name="Freeform 766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6" name="Freeform 767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0 h 80"/>
                <a:gd name="T8" fmla="*/ 2147483647 w 32"/>
                <a:gd name="T9" fmla="*/ 2147483647 h 80"/>
                <a:gd name="T10" fmla="*/ 2147483647 w 32"/>
                <a:gd name="T11" fmla="*/ 2147483647 h 80"/>
                <a:gd name="T12" fmla="*/ 0 w 32"/>
                <a:gd name="T13" fmla="*/ 2147483647 h 80"/>
                <a:gd name="T14" fmla="*/ 0 w 32"/>
                <a:gd name="T15" fmla="*/ 2147483647 h 80"/>
                <a:gd name="T16" fmla="*/ 2147483647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2"/>
                <a:gd name="T40" fmla="*/ 0 h 80"/>
                <a:gd name="T41" fmla="*/ 32 w 32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7" name="Freeform 768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2147483647 h 64"/>
                <a:gd name="T8" fmla="*/ 0 w 24"/>
                <a:gd name="T9" fmla="*/ 2147483647 h 64"/>
                <a:gd name="T10" fmla="*/ 2147483647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64"/>
                <a:gd name="T29" fmla="*/ 24 w 24"/>
                <a:gd name="T30" fmla="*/ 64 h 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8" name="Freeform 769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2147483647 h 80"/>
                <a:gd name="T8" fmla="*/ 2147483647 w 32"/>
                <a:gd name="T9" fmla="*/ 0 h 80"/>
                <a:gd name="T10" fmla="*/ 2147483647 w 32"/>
                <a:gd name="T11" fmla="*/ 2147483647 h 80"/>
                <a:gd name="T12" fmla="*/ 2147483647 w 32"/>
                <a:gd name="T13" fmla="*/ 2147483647 h 80"/>
                <a:gd name="T14" fmla="*/ 0 w 32"/>
                <a:gd name="T15" fmla="*/ 2147483647 h 80"/>
                <a:gd name="T16" fmla="*/ 0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2147483647 w 32"/>
                <a:gd name="T27" fmla="*/ 2147483647 h 80"/>
                <a:gd name="T28" fmla="*/ 2147483647 w 32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80"/>
                <a:gd name="T47" fmla="*/ 32 w 32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9" name="Freeform 770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0 h 64"/>
                <a:gd name="T8" fmla="*/ 0 w 24"/>
                <a:gd name="T9" fmla="*/ 2147483647 h 64"/>
                <a:gd name="T10" fmla="*/ 0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2147483647 w 24"/>
                <a:gd name="T19" fmla="*/ 2147483647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64"/>
                <a:gd name="T32" fmla="*/ 24 w 2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0" name="Freeform 771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0 h 168"/>
                <a:gd name="T36" fmla="*/ 2147483647 w 168"/>
                <a:gd name="T37" fmla="*/ 2147483647 h 168"/>
                <a:gd name="T38" fmla="*/ 0 w 168"/>
                <a:gd name="T39" fmla="*/ 2147483647 h 168"/>
                <a:gd name="T40" fmla="*/ 2147483647 w 168"/>
                <a:gd name="T41" fmla="*/ 2147483647 h 168"/>
                <a:gd name="T42" fmla="*/ 2147483647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68"/>
                <a:gd name="T79" fmla="*/ 0 h 168"/>
                <a:gd name="T80" fmla="*/ 168 w 168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1" name="Freeform 772"/>
            <p:cNvSpPr/>
            <p:nvPr/>
          </p:nvSpPr>
          <p:spPr bwMode="auto">
            <a:xfrm>
              <a:off x="4482626" y="3250436"/>
              <a:ext cx="53734" cy="64700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0 w 40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48"/>
                <a:gd name="T20" fmla="*/ 40 w 40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48">
                  <a:moveTo>
                    <a:pt x="0" y="48"/>
                  </a:moveTo>
                  <a:lnTo>
                    <a:pt x="16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774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2147483647 h 168"/>
                <a:gd name="T36" fmla="*/ 2147483647 w 168"/>
                <a:gd name="T37" fmla="*/ 2147483647 h 168"/>
                <a:gd name="T38" fmla="*/ 2147483647 w 168"/>
                <a:gd name="T39" fmla="*/ 0 h 168"/>
                <a:gd name="T40" fmla="*/ 2147483647 w 168"/>
                <a:gd name="T41" fmla="*/ 2147483647 h 168"/>
                <a:gd name="T42" fmla="*/ 0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2147483647 w 168"/>
                <a:gd name="T53" fmla="*/ 2147483647 h 168"/>
                <a:gd name="T54" fmla="*/ 2147483647 w 168"/>
                <a:gd name="T55" fmla="*/ 2147483647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68"/>
                <a:gd name="T86" fmla="*/ 168 w 168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775"/>
            <p:cNvSpPr/>
            <p:nvPr/>
          </p:nvSpPr>
          <p:spPr bwMode="auto">
            <a:xfrm>
              <a:off x="1611683" y="1831415"/>
              <a:ext cx="461675" cy="632747"/>
            </a:xfrm>
            <a:custGeom>
              <a:avLst/>
              <a:gdLst>
                <a:gd name="T0" fmla="*/ 2147483647 w 344"/>
                <a:gd name="T1" fmla="*/ 2147483647 h 472"/>
                <a:gd name="T2" fmla="*/ 2147483647 w 344"/>
                <a:gd name="T3" fmla="*/ 2147483647 h 472"/>
                <a:gd name="T4" fmla="*/ 2147483647 w 344"/>
                <a:gd name="T5" fmla="*/ 2147483647 h 472"/>
                <a:gd name="T6" fmla="*/ 2147483647 w 344"/>
                <a:gd name="T7" fmla="*/ 2147483647 h 472"/>
                <a:gd name="T8" fmla="*/ 2147483647 w 344"/>
                <a:gd name="T9" fmla="*/ 2147483647 h 472"/>
                <a:gd name="T10" fmla="*/ 2147483647 w 344"/>
                <a:gd name="T11" fmla="*/ 2147483647 h 472"/>
                <a:gd name="T12" fmla="*/ 2147483647 w 344"/>
                <a:gd name="T13" fmla="*/ 2147483647 h 472"/>
                <a:gd name="T14" fmla="*/ 2147483647 w 344"/>
                <a:gd name="T15" fmla="*/ 0 h 472"/>
                <a:gd name="T16" fmla="*/ 2147483647 w 344"/>
                <a:gd name="T17" fmla="*/ 2147483647 h 472"/>
                <a:gd name="T18" fmla="*/ 2147483647 w 344"/>
                <a:gd name="T19" fmla="*/ 2147483647 h 472"/>
                <a:gd name="T20" fmla="*/ 2147483647 w 344"/>
                <a:gd name="T21" fmla="*/ 2147483647 h 472"/>
                <a:gd name="T22" fmla="*/ 2147483647 w 344"/>
                <a:gd name="T23" fmla="*/ 2147483647 h 472"/>
                <a:gd name="T24" fmla="*/ 2147483647 w 344"/>
                <a:gd name="T25" fmla="*/ 2147483647 h 472"/>
                <a:gd name="T26" fmla="*/ 2147483647 w 344"/>
                <a:gd name="T27" fmla="*/ 2147483647 h 472"/>
                <a:gd name="T28" fmla="*/ 2147483647 w 344"/>
                <a:gd name="T29" fmla="*/ 2147483647 h 472"/>
                <a:gd name="T30" fmla="*/ 2147483647 w 344"/>
                <a:gd name="T31" fmla="*/ 2147483647 h 472"/>
                <a:gd name="T32" fmla="*/ 2147483647 w 344"/>
                <a:gd name="T33" fmla="*/ 2147483647 h 472"/>
                <a:gd name="T34" fmla="*/ 2147483647 w 344"/>
                <a:gd name="T35" fmla="*/ 2147483647 h 472"/>
                <a:gd name="T36" fmla="*/ 2147483647 w 344"/>
                <a:gd name="T37" fmla="*/ 2147483647 h 472"/>
                <a:gd name="T38" fmla="*/ 0 w 344"/>
                <a:gd name="T39" fmla="*/ 2147483647 h 472"/>
                <a:gd name="T40" fmla="*/ 2147483647 w 344"/>
                <a:gd name="T41" fmla="*/ 2147483647 h 472"/>
                <a:gd name="T42" fmla="*/ 2147483647 w 344"/>
                <a:gd name="T43" fmla="*/ 2147483647 h 472"/>
                <a:gd name="T44" fmla="*/ 2147483647 w 344"/>
                <a:gd name="T45" fmla="*/ 2147483647 h 472"/>
                <a:gd name="T46" fmla="*/ 2147483647 w 344"/>
                <a:gd name="T47" fmla="*/ 2147483647 h 472"/>
                <a:gd name="T48" fmla="*/ 2147483647 w 344"/>
                <a:gd name="T49" fmla="*/ 2147483647 h 472"/>
                <a:gd name="T50" fmla="*/ 2147483647 w 344"/>
                <a:gd name="T51" fmla="*/ 2147483647 h 472"/>
                <a:gd name="T52" fmla="*/ 2147483647 w 344"/>
                <a:gd name="T53" fmla="*/ 2147483647 h 472"/>
                <a:gd name="T54" fmla="*/ 2147483647 w 344"/>
                <a:gd name="T55" fmla="*/ 2147483647 h 472"/>
                <a:gd name="T56" fmla="*/ 2147483647 w 344"/>
                <a:gd name="T57" fmla="*/ 2147483647 h 472"/>
                <a:gd name="T58" fmla="*/ 2147483647 w 344"/>
                <a:gd name="T59" fmla="*/ 2147483647 h 472"/>
                <a:gd name="T60" fmla="*/ 2147483647 w 344"/>
                <a:gd name="T61" fmla="*/ 2147483647 h 472"/>
                <a:gd name="T62" fmla="*/ 2147483647 w 344"/>
                <a:gd name="T63" fmla="*/ 2147483647 h 472"/>
                <a:gd name="T64" fmla="*/ 2147483647 w 344"/>
                <a:gd name="T65" fmla="*/ 2147483647 h 472"/>
                <a:gd name="T66" fmla="*/ 2147483647 w 344"/>
                <a:gd name="T67" fmla="*/ 2147483647 h 472"/>
                <a:gd name="T68" fmla="*/ 2147483647 w 344"/>
                <a:gd name="T69" fmla="*/ 2147483647 h 472"/>
                <a:gd name="T70" fmla="*/ 2147483647 w 344"/>
                <a:gd name="T71" fmla="*/ 2147483647 h 472"/>
                <a:gd name="T72" fmla="*/ 2147483647 w 344"/>
                <a:gd name="T73" fmla="*/ 2147483647 h 472"/>
                <a:gd name="T74" fmla="*/ 2147483647 w 344"/>
                <a:gd name="T75" fmla="*/ 2147483647 h 472"/>
                <a:gd name="T76" fmla="*/ 2147483647 w 344"/>
                <a:gd name="T77" fmla="*/ 2147483647 h 472"/>
                <a:gd name="T78" fmla="*/ 2147483647 w 344"/>
                <a:gd name="T79" fmla="*/ 2147483647 h 472"/>
                <a:gd name="T80" fmla="*/ 2147483647 w 344"/>
                <a:gd name="T81" fmla="*/ 2147483647 h 472"/>
                <a:gd name="T82" fmla="*/ 2147483647 w 344"/>
                <a:gd name="T83" fmla="*/ 2147483647 h 472"/>
                <a:gd name="T84" fmla="*/ 2147483647 w 344"/>
                <a:gd name="T85" fmla="*/ 2147483647 h 472"/>
                <a:gd name="T86" fmla="*/ 2147483647 w 344"/>
                <a:gd name="T87" fmla="*/ 2147483647 h 472"/>
                <a:gd name="T88" fmla="*/ 2147483647 w 344"/>
                <a:gd name="T89" fmla="*/ 2147483647 h 472"/>
                <a:gd name="T90" fmla="*/ 2147483647 w 344"/>
                <a:gd name="T91" fmla="*/ 2147483647 h 472"/>
                <a:gd name="T92" fmla="*/ 2147483647 w 344"/>
                <a:gd name="T93" fmla="*/ 2147483647 h 472"/>
                <a:gd name="T94" fmla="*/ 2147483647 w 344"/>
                <a:gd name="T95" fmla="*/ 2147483647 h 47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44"/>
                <a:gd name="T145" fmla="*/ 0 h 472"/>
                <a:gd name="T146" fmla="*/ 344 w 344"/>
                <a:gd name="T147" fmla="*/ 472 h 47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44" h="472">
                  <a:moveTo>
                    <a:pt x="336" y="64"/>
                  </a:moveTo>
                  <a:lnTo>
                    <a:pt x="328" y="48"/>
                  </a:lnTo>
                  <a:lnTo>
                    <a:pt x="288" y="56"/>
                  </a:lnTo>
                  <a:lnTo>
                    <a:pt x="240" y="32"/>
                  </a:lnTo>
                  <a:lnTo>
                    <a:pt x="216" y="32"/>
                  </a:lnTo>
                  <a:lnTo>
                    <a:pt x="192" y="24"/>
                  </a:lnTo>
                  <a:lnTo>
                    <a:pt x="192" y="8"/>
                  </a:lnTo>
                  <a:lnTo>
                    <a:pt x="152" y="0"/>
                  </a:lnTo>
                  <a:lnTo>
                    <a:pt x="136" y="16"/>
                  </a:lnTo>
                  <a:lnTo>
                    <a:pt x="104" y="24"/>
                  </a:lnTo>
                  <a:lnTo>
                    <a:pt x="80" y="40"/>
                  </a:lnTo>
                  <a:lnTo>
                    <a:pt x="64" y="80"/>
                  </a:lnTo>
                  <a:lnTo>
                    <a:pt x="32" y="88"/>
                  </a:lnTo>
                  <a:lnTo>
                    <a:pt x="32" y="112"/>
                  </a:lnTo>
                  <a:lnTo>
                    <a:pt x="56" y="144"/>
                  </a:lnTo>
                  <a:lnTo>
                    <a:pt x="80" y="160"/>
                  </a:lnTo>
                  <a:lnTo>
                    <a:pt x="80" y="176"/>
                  </a:lnTo>
                  <a:lnTo>
                    <a:pt x="64" y="184"/>
                  </a:lnTo>
                  <a:lnTo>
                    <a:pt x="40" y="176"/>
                  </a:lnTo>
                  <a:lnTo>
                    <a:pt x="0" y="200"/>
                  </a:lnTo>
                  <a:lnTo>
                    <a:pt x="16" y="216"/>
                  </a:lnTo>
                  <a:lnTo>
                    <a:pt x="32" y="232"/>
                  </a:lnTo>
                  <a:lnTo>
                    <a:pt x="64" y="232"/>
                  </a:lnTo>
                  <a:lnTo>
                    <a:pt x="96" y="232"/>
                  </a:lnTo>
                  <a:lnTo>
                    <a:pt x="80" y="264"/>
                  </a:lnTo>
                  <a:lnTo>
                    <a:pt x="48" y="272"/>
                  </a:lnTo>
                  <a:lnTo>
                    <a:pt x="24" y="288"/>
                  </a:lnTo>
                  <a:lnTo>
                    <a:pt x="24" y="312"/>
                  </a:lnTo>
                  <a:lnTo>
                    <a:pt x="48" y="328"/>
                  </a:lnTo>
                  <a:lnTo>
                    <a:pt x="56" y="352"/>
                  </a:lnTo>
                  <a:lnTo>
                    <a:pt x="72" y="360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44" y="384"/>
                  </a:lnTo>
                  <a:lnTo>
                    <a:pt x="120" y="416"/>
                  </a:lnTo>
                  <a:lnTo>
                    <a:pt x="64" y="472"/>
                  </a:lnTo>
                  <a:lnTo>
                    <a:pt x="128" y="432"/>
                  </a:lnTo>
                  <a:lnTo>
                    <a:pt x="184" y="376"/>
                  </a:lnTo>
                  <a:lnTo>
                    <a:pt x="176" y="368"/>
                  </a:lnTo>
                  <a:lnTo>
                    <a:pt x="208" y="328"/>
                  </a:lnTo>
                  <a:lnTo>
                    <a:pt x="216" y="344"/>
                  </a:lnTo>
                  <a:lnTo>
                    <a:pt x="224" y="360"/>
                  </a:lnTo>
                  <a:lnTo>
                    <a:pt x="248" y="344"/>
                  </a:lnTo>
                  <a:lnTo>
                    <a:pt x="272" y="328"/>
                  </a:lnTo>
                  <a:lnTo>
                    <a:pt x="288" y="336"/>
                  </a:lnTo>
                  <a:lnTo>
                    <a:pt x="344" y="344"/>
                  </a:lnTo>
                  <a:lnTo>
                    <a:pt x="344" y="64"/>
                  </a:lnTo>
                  <a:lnTo>
                    <a:pt x="336" y="6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4" name="Freeform 777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0 h 376"/>
                <a:gd name="T50" fmla="*/ 2147483647 w 728"/>
                <a:gd name="T51" fmla="*/ 2147483647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0 w 728"/>
                <a:gd name="T57" fmla="*/ 2147483647 h 376"/>
                <a:gd name="T58" fmla="*/ 2147483647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28"/>
                <a:gd name="T100" fmla="*/ 0 h 376"/>
                <a:gd name="T101" fmla="*/ 728 w 728"/>
                <a:gd name="T102" fmla="*/ 376 h 37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5" name="Freeform 779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36" name="Freeform 780"/>
            <p:cNvSpPr/>
            <p:nvPr/>
          </p:nvSpPr>
          <p:spPr bwMode="auto">
            <a:xfrm>
              <a:off x="2968199" y="3315136"/>
              <a:ext cx="75667" cy="74570"/>
            </a:xfrm>
            <a:custGeom>
              <a:avLst/>
              <a:gdLst>
                <a:gd name="T0" fmla="*/ 2147483647 w 56"/>
                <a:gd name="T1" fmla="*/ 2147483647 h 56"/>
                <a:gd name="T2" fmla="*/ 2147483647 w 56"/>
                <a:gd name="T3" fmla="*/ 2147483647 h 56"/>
                <a:gd name="T4" fmla="*/ 2147483647 w 56"/>
                <a:gd name="T5" fmla="*/ 0 h 56"/>
                <a:gd name="T6" fmla="*/ 2147483647 w 56"/>
                <a:gd name="T7" fmla="*/ 2147483647 h 56"/>
                <a:gd name="T8" fmla="*/ 0 w 56"/>
                <a:gd name="T9" fmla="*/ 2147483647 h 56"/>
                <a:gd name="T10" fmla="*/ 2147483647 w 56"/>
                <a:gd name="T11" fmla="*/ 2147483647 h 56"/>
                <a:gd name="T12" fmla="*/ 2147483647 w 56"/>
                <a:gd name="T13" fmla="*/ 2147483647 h 56"/>
                <a:gd name="T14" fmla="*/ 2147483647 w 56"/>
                <a:gd name="T15" fmla="*/ 214748364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56"/>
                <a:gd name="T26" fmla="*/ 56 w 56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56">
                  <a:moveTo>
                    <a:pt x="56" y="56"/>
                  </a:moveTo>
                  <a:lnTo>
                    <a:pt x="56" y="4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0" y="24"/>
                  </a:lnTo>
                  <a:lnTo>
                    <a:pt x="24" y="56"/>
                  </a:lnTo>
                  <a:lnTo>
                    <a:pt x="40" y="56"/>
                  </a:lnTo>
                  <a:lnTo>
                    <a:pt x="56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7" name="Freeform 781"/>
            <p:cNvSpPr/>
            <p:nvPr/>
          </p:nvSpPr>
          <p:spPr bwMode="auto">
            <a:xfrm>
              <a:off x="3001097" y="3389706"/>
              <a:ext cx="63604" cy="42768"/>
            </a:xfrm>
            <a:custGeom>
              <a:avLst/>
              <a:gdLst>
                <a:gd name="T0" fmla="*/ 2147483647 w 48"/>
                <a:gd name="T1" fmla="*/ 0 h 32"/>
                <a:gd name="T2" fmla="*/ 2147483647 w 48"/>
                <a:gd name="T3" fmla="*/ 0 h 32"/>
                <a:gd name="T4" fmla="*/ 0 w 48"/>
                <a:gd name="T5" fmla="*/ 0 h 32"/>
                <a:gd name="T6" fmla="*/ 2147483647 w 48"/>
                <a:gd name="T7" fmla="*/ 2147483647 h 32"/>
                <a:gd name="T8" fmla="*/ 2147483647 w 48"/>
                <a:gd name="T9" fmla="*/ 2147483647 h 32"/>
                <a:gd name="T10" fmla="*/ 2147483647 w 48"/>
                <a:gd name="T11" fmla="*/ 2147483647 h 32"/>
                <a:gd name="T12" fmla="*/ 2147483647 w 48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32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8" name="Freeform 782"/>
            <p:cNvSpPr/>
            <p:nvPr/>
          </p:nvSpPr>
          <p:spPr bwMode="auto">
            <a:xfrm>
              <a:off x="3054832" y="3411638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2147483647 h 32"/>
                <a:gd name="T4" fmla="*/ 2147483647 w 72"/>
                <a:gd name="T5" fmla="*/ 2147483647 h 32"/>
                <a:gd name="T6" fmla="*/ 2147483647 w 72"/>
                <a:gd name="T7" fmla="*/ 0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2"/>
                <a:gd name="T40" fmla="*/ 0 h 32"/>
                <a:gd name="T41" fmla="*/ 72 w 72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2" h="32">
                  <a:moveTo>
                    <a:pt x="56" y="8"/>
                  </a:moveTo>
                  <a:lnTo>
                    <a:pt x="4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56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9" name="Freeform 783"/>
            <p:cNvSpPr/>
            <p:nvPr/>
          </p:nvSpPr>
          <p:spPr bwMode="auto">
            <a:xfrm>
              <a:off x="3118435" y="3367774"/>
              <a:ext cx="203971" cy="214937"/>
            </a:xfrm>
            <a:custGeom>
              <a:avLst/>
              <a:gdLst>
                <a:gd name="T0" fmla="*/ 2147483647 w 152"/>
                <a:gd name="T1" fmla="*/ 2147483647 h 160"/>
                <a:gd name="T2" fmla="*/ 2147483647 w 152"/>
                <a:gd name="T3" fmla="*/ 2147483647 h 160"/>
                <a:gd name="T4" fmla="*/ 2147483647 w 152"/>
                <a:gd name="T5" fmla="*/ 2147483647 h 160"/>
                <a:gd name="T6" fmla="*/ 2147483647 w 152"/>
                <a:gd name="T7" fmla="*/ 2147483647 h 160"/>
                <a:gd name="T8" fmla="*/ 2147483647 w 152"/>
                <a:gd name="T9" fmla="*/ 2147483647 h 160"/>
                <a:gd name="T10" fmla="*/ 2147483647 w 152"/>
                <a:gd name="T11" fmla="*/ 2147483647 h 160"/>
                <a:gd name="T12" fmla="*/ 2147483647 w 152"/>
                <a:gd name="T13" fmla="*/ 2147483647 h 160"/>
                <a:gd name="T14" fmla="*/ 2147483647 w 152"/>
                <a:gd name="T15" fmla="*/ 2147483647 h 160"/>
                <a:gd name="T16" fmla="*/ 2147483647 w 152"/>
                <a:gd name="T17" fmla="*/ 0 h 160"/>
                <a:gd name="T18" fmla="*/ 2147483647 w 152"/>
                <a:gd name="T19" fmla="*/ 2147483647 h 160"/>
                <a:gd name="T20" fmla="*/ 2147483647 w 152"/>
                <a:gd name="T21" fmla="*/ 2147483647 h 160"/>
                <a:gd name="T22" fmla="*/ 2147483647 w 152"/>
                <a:gd name="T23" fmla="*/ 2147483647 h 160"/>
                <a:gd name="T24" fmla="*/ 2147483647 w 152"/>
                <a:gd name="T25" fmla="*/ 2147483647 h 160"/>
                <a:gd name="T26" fmla="*/ 2147483647 w 152"/>
                <a:gd name="T27" fmla="*/ 2147483647 h 160"/>
                <a:gd name="T28" fmla="*/ 2147483647 w 152"/>
                <a:gd name="T29" fmla="*/ 2147483647 h 160"/>
                <a:gd name="T30" fmla="*/ 2147483647 w 152"/>
                <a:gd name="T31" fmla="*/ 2147483647 h 160"/>
                <a:gd name="T32" fmla="*/ 2147483647 w 152"/>
                <a:gd name="T33" fmla="*/ 2147483647 h 160"/>
                <a:gd name="T34" fmla="*/ 2147483647 w 152"/>
                <a:gd name="T35" fmla="*/ 2147483647 h 160"/>
                <a:gd name="T36" fmla="*/ 2147483647 w 152"/>
                <a:gd name="T37" fmla="*/ 2147483647 h 160"/>
                <a:gd name="T38" fmla="*/ 2147483647 w 152"/>
                <a:gd name="T39" fmla="*/ 2147483647 h 160"/>
                <a:gd name="T40" fmla="*/ 0 w 152"/>
                <a:gd name="T41" fmla="*/ 2147483647 h 160"/>
                <a:gd name="T42" fmla="*/ 2147483647 w 152"/>
                <a:gd name="T43" fmla="*/ 2147483647 h 160"/>
                <a:gd name="T44" fmla="*/ 2147483647 w 152"/>
                <a:gd name="T45" fmla="*/ 2147483647 h 160"/>
                <a:gd name="T46" fmla="*/ 2147483647 w 152"/>
                <a:gd name="T47" fmla="*/ 2147483647 h 1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2"/>
                <a:gd name="T73" fmla="*/ 0 h 160"/>
                <a:gd name="T74" fmla="*/ 152 w 152"/>
                <a:gd name="T75" fmla="*/ 160 h 16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2" h="160">
                  <a:moveTo>
                    <a:pt x="152" y="136"/>
                  </a:moveTo>
                  <a:lnTo>
                    <a:pt x="152" y="104"/>
                  </a:lnTo>
                  <a:lnTo>
                    <a:pt x="144" y="88"/>
                  </a:lnTo>
                  <a:lnTo>
                    <a:pt x="144" y="80"/>
                  </a:lnTo>
                  <a:lnTo>
                    <a:pt x="128" y="80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8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56" y="16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8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32" y="152"/>
                  </a:lnTo>
                  <a:lnTo>
                    <a:pt x="48" y="160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784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2147483647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0 h 72"/>
                <a:gd name="T22" fmla="*/ 0 w 104"/>
                <a:gd name="T23" fmla="*/ 2147483647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1" name="Freeform 785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2" name="Freeform 786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3" name="Freeform 787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88"/>
                <a:gd name="T53" fmla="*/ 64 w 64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788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2147483647 w 40"/>
                <a:gd name="T11" fmla="*/ 0 h 48"/>
                <a:gd name="T12" fmla="*/ 0 w 40"/>
                <a:gd name="T13" fmla="*/ 2147483647 h 48"/>
                <a:gd name="T14" fmla="*/ 2147483647 w 40"/>
                <a:gd name="T15" fmla="*/ 214748364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48"/>
                <a:gd name="T26" fmla="*/ 40 w 40"/>
                <a:gd name="T27" fmla="*/ 48 h 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789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2147483647 w 64"/>
                <a:gd name="T35" fmla="*/ 2147483647 h 88"/>
                <a:gd name="T36" fmla="*/ 2147483647 w 64"/>
                <a:gd name="T37" fmla="*/ 2147483647 h 88"/>
                <a:gd name="T38" fmla="*/ 2147483647 w 64"/>
                <a:gd name="T39" fmla="*/ 2147483647 h 88"/>
                <a:gd name="T40" fmla="*/ 2147483647 w 64"/>
                <a:gd name="T41" fmla="*/ 2147483647 h 88"/>
                <a:gd name="T42" fmla="*/ 2147483647 w 64"/>
                <a:gd name="T43" fmla="*/ 2147483647 h 88"/>
                <a:gd name="T44" fmla="*/ 2147483647 w 64"/>
                <a:gd name="T45" fmla="*/ 2147483647 h 88"/>
                <a:gd name="T46" fmla="*/ 2147483647 w 64"/>
                <a:gd name="T47" fmla="*/ 2147483647 h 88"/>
                <a:gd name="T48" fmla="*/ 2147483647 w 64"/>
                <a:gd name="T49" fmla="*/ 0 h 88"/>
                <a:gd name="T50" fmla="*/ 2147483647 w 64"/>
                <a:gd name="T51" fmla="*/ 2147483647 h 88"/>
                <a:gd name="T52" fmla="*/ 0 w 64"/>
                <a:gd name="T53" fmla="*/ 2147483647 h 88"/>
                <a:gd name="T54" fmla="*/ 2147483647 w 64"/>
                <a:gd name="T55" fmla="*/ 2147483647 h 88"/>
                <a:gd name="T56" fmla="*/ 2147483647 w 64"/>
                <a:gd name="T57" fmla="*/ 2147483647 h 88"/>
                <a:gd name="T58" fmla="*/ 2147483647 w 64"/>
                <a:gd name="T59" fmla="*/ 2147483647 h 88"/>
                <a:gd name="T60" fmla="*/ 2147483647 w 64"/>
                <a:gd name="T61" fmla="*/ 2147483647 h 88"/>
                <a:gd name="T62" fmla="*/ 2147483647 w 64"/>
                <a:gd name="T63" fmla="*/ 2147483647 h 88"/>
                <a:gd name="T64" fmla="*/ 2147483647 w 64"/>
                <a:gd name="T65" fmla="*/ 2147483647 h 88"/>
                <a:gd name="T66" fmla="*/ 2147483647 w 64"/>
                <a:gd name="T67" fmla="*/ 2147483647 h 88"/>
                <a:gd name="T68" fmla="*/ 2147483647 w 64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"/>
                <a:gd name="T106" fmla="*/ 0 h 88"/>
                <a:gd name="T107" fmla="*/ 64 w 64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6" name="Freeform 790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0 h 48"/>
                <a:gd name="T12" fmla="*/ 2147483647 w 40"/>
                <a:gd name="T13" fmla="*/ 0 h 48"/>
                <a:gd name="T14" fmla="*/ 0 w 40"/>
                <a:gd name="T15" fmla="*/ 2147483647 h 48"/>
                <a:gd name="T16" fmla="*/ 2147483647 w 40"/>
                <a:gd name="T17" fmla="*/ 214748364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48"/>
                <a:gd name="T29" fmla="*/ 40 w 4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7" name="Freeform 792"/>
            <p:cNvSpPr/>
            <p:nvPr/>
          </p:nvSpPr>
          <p:spPr bwMode="auto">
            <a:xfrm>
              <a:off x="3398072" y="3916082"/>
              <a:ext cx="150237" cy="139271"/>
            </a:xfrm>
            <a:custGeom>
              <a:avLst/>
              <a:gdLst>
                <a:gd name="T0" fmla="*/ 2147483647 w 112"/>
                <a:gd name="T1" fmla="*/ 0 h 104"/>
                <a:gd name="T2" fmla="*/ 0 w 112"/>
                <a:gd name="T3" fmla="*/ 2147483647 h 104"/>
                <a:gd name="T4" fmla="*/ 0 w 112"/>
                <a:gd name="T5" fmla="*/ 2147483647 h 104"/>
                <a:gd name="T6" fmla="*/ 2147483647 w 112"/>
                <a:gd name="T7" fmla="*/ 2147483647 h 104"/>
                <a:gd name="T8" fmla="*/ 2147483647 w 112"/>
                <a:gd name="T9" fmla="*/ 2147483647 h 104"/>
                <a:gd name="T10" fmla="*/ 2147483647 w 112"/>
                <a:gd name="T11" fmla="*/ 2147483647 h 104"/>
                <a:gd name="T12" fmla="*/ 2147483647 w 112"/>
                <a:gd name="T13" fmla="*/ 2147483647 h 104"/>
                <a:gd name="T14" fmla="*/ 2147483647 w 112"/>
                <a:gd name="T15" fmla="*/ 2147483647 h 104"/>
                <a:gd name="T16" fmla="*/ 2147483647 w 112"/>
                <a:gd name="T17" fmla="*/ 2147483647 h 104"/>
                <a:gd name="T18" fmla="*/ 2147483647 w 112"/>
                <a:gd name="T19" fmla="*/ 2147483647 h 104"/>
                <a:gd name="T20" fmla="*/ 2147483647 w 112"/>
                <a:gd name="T21" fmla="*/ 2147483647 h 104"/>
                <a:gd name="T22" fmla="*/ 2147483647 w 112"/>
                <a:gd name="T23" fmla="*/ 2147483647 h 104"/>
                <a:gd name="T24" fmla="*/ 2147483647 w 112"/>
                <a:gd name="T25" fmla="*/ 2147483647 h 104"/>
                <a:gd name="T26" fmla="*/ 2147483647 w 112"/>
                <a:gd name="T27" fmla="*/ 2147483647 h 104"/>
                <a:gd name="T28" fmla="*/ 2147483647 w 112"/>
                <a:gd name="T29" fmla="*/ 2147483647 h 104"/>
                <a:gd name="T30" fmla="*/ 2147483647 w 112"/>
                <a:gd name="T31" fmla="*/ 2147483647 h 104"/>
                <a:gd name="T32" fmla="*/ 2147483647 w 112"/>
                <a:gd name="T33" fmla="*/ 2147483647 h 104"/>
                <a:gd name="T34" fmla="*/ 2147483647 w 112"/>
                <a:gd name="T35" fmla="*/ 0 h 104"/>
                <a:gd name="T36" fmla="*/ 2147483647 w 112"/>
                <a:gd name="T37" fmla="*/ 0 h 104"/>
                <a:gd name="T38" fmla="*/ 2147483647 w 112"/>
                <a:gd name="T39" fmla="*/ 0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2"/>
                <a:gd name="T61" fmla="*/ 0 h 104"/>
                <a:gd name="T62" fmla="*/ 112 w 112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2" h="104">
                  <a:moveTo>
                    <a:pt x="32" y="0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72"/>
                  </a:lnTo>
                  <a:lnTo>
                    <a:pt x="56" y="96"/>
                  </a:lnTo>
                  <a:lnTo>
                    <a:pt x="72" y="104"/>
                  </a:lnTo>
                  <a:lnTo>
                    <a:pt x="96" y="88"/>
                  </a:lnTo>
                  <a:lnTo>
                    <a:pt x="112" y="80"/>
                  </a:lnTo>
                  <a:lnTo>
                    <a:pt x="104" y="72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8" name="Freeform 793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9" name="Freeform 794"/>
            <p:cNvSpPr/>
            <p:nvPr/>
          </p:nvSpPr>
          <p:spPr bwMode="auto">
            <a:xfrm>
              <a:off x="3279638" y="3743913"/>
              <a:ext cx="193004" cy="225903"/>
            </a:xfrm>
            <a:custGeom>
              <a:avLst/>
              <a:gdLst>
                <a:gd name="T0" fmla="*/ 2147483647 w 144"/>
                <a:gd name="T1" fmla="*/ 2147483647 h 168"/>
                <a:gd name="T2" fmla="*/ 2147483647 w 144"/>
                <a:gd name="T3" fmla="*/ 2147483647 h 168"/>
                <a:gd name="T4" fmla="*/ 2147483647 w 144"/>
                <a:gd name="T5" fmla="*/ 2147483647 h 168"/>
                <a:gd name="T6" fmla="*/ 2147483647 w 144"/>
                <a:gd name="T7" fmla="*/ 2147483647 h 168"/>
                <a:gd name="T8" fmla="*/ 2147483647 w 144"/>
                <a:gd name="T9" fmla="*/ 2147483647 h 168"/>
                <a:gd name="T10" fmla="*/ 2147483647 w 144"/>
                <a:gd name="T11" fmla="*/ 2147483647 h 168"/>
                <a:gd name="T12" fmla="*/ 2147483647 w 144"/>
                <a:gd name="T13" fmla="*/ 2147483647 h 168"/>
                <a:gd name="T14" fmla="*/ 2147483647 w 144"/>
                <a:gd name="T15" fmla="*/ 2147483647 h 168"/>
                <a:gd name="T16" fmla="*/ 2147483647 w 144"/>
                <a:gd name="T17" fmla="*/ 2147483647 h 168"/>
                <a:gd name="T18" fmla="*/ 2147483647 w 144"/>
                <a:gd name="T19" fmla="*/ 2147483647 h 168"/>
                <a:gd name="T20" fmla="*/ 2147483647 w 144"/>
                <a:gd name="T21" fmla="*/ 2147483647 h 168"/>
                <a:gd name="T22" fmla="*/ 2147483647 w 144"/>
                <a:gd name="T23" fmla="*/ 2147483647 h 168"/>
                <a:gd name="T24" fmla="*/ 2147483647 w 144"/>
                <a:gd name="T25" fmla="*/ 2147483647 h 168"/>
                <a:gd name="T26" fmla="*/ 2147483647 w 144"/>
                <a:gd name="T27" fmla="*/ 0 h 168"/>
                <a:gd name="T28" fmla="*/ 2147483647 w 144"/>
                <a:gd name="T29" fmla="*/ 2147483647 h 168"/>
                <a:gd name="T30" fmla="*/ 0 w 144"/>
                <a:gd name="T31" fmla="*/ 2147483647 h 168"/>
                <a:gd name="T32" fmla="*/ 2147483647 w 144"/>
                <a:gd name="T33" fmla="*/ 2147483647 h 168"/>
                <a:gd name="T34" fmla="*/ 2147483647 w 144"/>
                <a:gd name="T35" fmla="*/ 2147483647 h 168"/>
                <a:gd name="T36" fmla="*/ 0 w 144"/>
                <a:gd name="T37" fmla="*/ 2147483647 h 168"/>
                <a:gd name="T38" fmla="*/ 0 w 144"/>
                <a:gd name="T39" fmla="*/ 2147483647 h 168"/>
                <a:gd name="T40" fmla="*/ 2147483647 w 144"/>
                <a:gd name="T41" fmla="*/ 2147483647 h 168"/>
                <a:gd name="T42" fmla="*/ 2147483647 w 144"/>
                <a:gd name="T43" fmla="*/ 2147483647 h 168"/>
                <a:gd name="T44" fmla="*/ 2147483647 w 144"/>
                <a:gd name="T45" fmla="*/ 2147483647 h 168"/>
                <a:gd name="T46" fmla="*/ 2147483647 w 144"/>
                <a:gd name="T47" fmla="*/ 2147483647 h 168"/>
                <a:gd name="T48" fmla="*/ 2147483647 w 144"/>
                <a:gd name="T49" fmla="*/ 2147483647 h 168"/>
                <a:gd name="T50" fmla="*/ 2147483647 w 144"/>
                <a:gd name="T51" fmla="*/ 2147483647 h 168"/>
                <a:gd name="T52" fmla="*/ 2147483647 w 144"/>
                <a:gd name="T53" fmla="*/ 2147483647 h 168"/>
                <a:gd name="T54" fmla="*/ 2147483647 w 144"/>
                <a:gd name="T55" fmla="*/ 2147483647 h 168"/>
                <a:gd name="T56" fmla="*/ 2147483647 w 144"/>
                <a:gd name="T57" fmla="*/ 2147483647 h 1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168"/>
                <a:gd name="T89" fmla="*/ 144 w 144"/>
                <a:gd name="T90" fmla="*/ 168 h 16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168">
                  <a:moveTo>
                    <a:pt x="88" y="160"/>
                  </a:moveTo>
                  <a:lnTo>
                    <a:pt x="88" y="152"/>
                  </a:lnTo>
                  <a:lnTo>
                    <a:pt x="120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88" y="40"/>
                  </a:lnTo>
                  <a:lnTo>
                    <a:pt x="64" y="32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64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12"/>
                  </a:lnTo>
                  <a:lnTo>
                    <a:pt x="8" y="128"/>
                  </a:lnTo>
                  <a:lnTo>
                    <a:pt x="24" y="160"/>
                  </a:lnTo>
                  <a:lnTo>
                    <a:pt x="32" y="168"/>
                  </a:lnTo>
                  <a:lnTo>
                    <a:pt x="40" y="160"/>
                  </a:lnTo>
                  <a:lnTo>
                    <a:pt x="48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795"/>
            <p:cNvSpPr/>
            <p:nvPr/>
          </p:nvSpPr>
          <p:spPr bwMode="auto">
            <a:xfrm>
              <a:off x="3216034" y="3486208"/>
              <a:ext cx="654680" cy="697448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51" name="Freeform 796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w 56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80"/>
                <a:gd name="T29" fmla="*/ 56 w 56"/>
                <a:gd name="T30" fmla="*/ 80 h 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797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3" name="Freeform 798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4" name="Freeform 799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800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8"/>
                <a:gd name="T37" fmla="*/ 0 h 56"/>
                <a:gd name="T38" fmla="*/ 48 w 48"/>
                <a:gd name="T39" fmla="*/ 56 h 5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6" name="Freeform 801"/>
            <p:cNvSpPr/>
            <p:nvPr/>
          </p:nvSpPr>
          <p:spPr bwMode="auto">
            <a:xfrm>
              <a:off x="3225904" y="3367774"/>
              <a:ext cx="225903" cy="194101"/>
            </a:xfrm>
            <a:custGeom>
              <a:avLst/>
              <a:gdLst>
                <a:gd name="T0" fmla="*/ 2147483647 w 168"/>
                <a:gd name="T1" fmla="*/ 2147483647 h 144"/>
                <a:gd name="T2" fmla="*/ 2147483647 w 168"/>
                <a:gd name="T3" fmla="*/ 2147483647 h 144"/>
                <a:gd name="T4" fmla="*/ 2147483647 w 168"/>
                <a:gd name="T5" fmla="*/ 2147483647 h 144"/>
                <a:gd name="T6" fmla="*/ 2147483647 w 168"/>
                <a:gd name="T7" fmla="*/ 2147483647 h 144"/>
                <a:gd name="T8" fmla="*/ 2147483647 w 168"/>
                <a:gd name="T9" fmla="*/ 2147483647 h 144"/>
                <a:gd name="T10" fmla="*/ 2147483647 w 168"/>
                <a:gd name="T11" fmla="*/ 2147483647 h 144"/>
                <a:gd name="T12" fmla="*/ 2147483647 w 168"/>
                <a:gd name="T13" fmla="*/ 2147483647 h 144"/>
                <a:gd name="T14" fmla="*/ 2147483647 w 168"/>
                <a:gd name="T15" fmla="*/ 2147483647 h 144"/>
                <a:gd name="T16" fmla="*/ 2147483647 w 168"/>
                <a:gd name="T17" fmla="*/ 2147483647 h 144"/>
                <a:gd name="T18" fmla="*/ 2147483647 w 168"/>
                <a:gd name="T19" fmla="*/ 2147483647 h 144"/>
                <a:gd name="T20" fmla="*/ 2147483647 w 168"/>
                <a:gd name="T21" fmla="*/ 2147483647 h 144"/>
                <a:gd name="T22" fmla="*/ 2147483647 w 168"/>
                <a:gd name="T23" fmla="*/ 2147483647 h 144"/>
                <a:gd name="T24" fmla="*/ 2147483647 w 168"/>
                <a:gd name="T25" fmla="*/ 0 h 144"/>
                <a:gd name="T26" fmla="*/ 0 w 168"/>
                <a:gd name="T27" fmla="*/ 2147483647 h 144"/>
                <a:gd name="T28" fmla="*/ 0 w 168"/>
                <a:gd name="T29" fmla="*/ 2147483647 h 144"/>
                <a:gd name="T30" fmla="*/ 2147483647 w 168"/>
                <a:gd name="T31" fmla="*/ 2147483647 h 144"/>
                <a:gd name="T32" fmla="*/ 2147483647 w 168"/>
                <a:gd name="T33" fmla="*/ 2147483647 h 144"/>
                <a:gd name="T34" fmla="*/ 2147483647 w 168"/>
                <a:gd name="T35" fmla="*/ 2147483647 h 144"/>
                <a:gd name="T36" fmla="*/ 2147483647 w 168"/>
                <a:gd name="T37" fmla="*/ 2147483647 h 144"/>
                <a:gd name="T38" fmla="*/ 2147483647 w 168"/>
                <a:gd name="T39" fmla="*/ 2147483647 h 144"/>
                <a:gd name="T40" fmla="*/ 2147483647 w 168"/>
                <a:gd name="T41" fmla="*/ 2147483647 h 144"/>
                <a:gd name="T42" fmla="*/ 2147483647 w 168"/>
                <a:gd name="T43" fmla="*/ 2147483647 h 144"/>
                <a:gd name="T44" fmla="*/ 2147483647 w 168"/>
                <a:gd name="T45" fmla="*/ 2147483647 h 144"/>
                <a:gd name="T46" fmla="*/ 2147483647 w 168"/>
                <a:gd name="T47" fmla="*/ 2147483647 h 144"/>
                <a:gd name="T48" fmla="*/ 2147483647 w 168"/>
                <a:gd name="T49" fmla="*/ 2147483647 h 144"/>
                <a:gd name="T50" fmla="*/ 2147483647 w 168"/>
                <a:gd name="T51" fmla="*/ 2147483647 h 144"/>
                <a:gd name="T52" fmla="*/ 2147483647 w 168"/>
                <a:gd name="T53" fmla="*/ 2147483647 h 144"/>
                <a:gd name="T54" fmla="*/ 2147483647 w 168"/>
                <a:gd name="T55" fmla="*/ 2147483647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44"/>
                <a:gd name="T86" fmla="*/ 168 w 168"/>
                <a:gd name="T87" fmla="*/ 144 h 14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44">
                  <a:moveTo>
                    <a:pt x="152" y="88"/>
                  </a:moveTo>
                  <a:lnTo>
                    <a:pt x="144" y="72"/>
                  </a:lnTo>
                  <a:lnTo>
                    <a:pt x="152" y="64"/>
                  </a:lnTo>
                  <a:lnTo>
                    <a:pt x="168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28" y="24"/>
                  </a:lnTo>
                  <a:lnTo>
                    <a:pt x="88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40" y="8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48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104"/>
                  </a:lnTo>
                  <a:lnTo>
                    <a:pt x="72" y="136"/>
                  </a:lnTo>
                  <a:lnTo>
                    <a:pt x="80" y="144"/>
                  </a:lnTo>
                  <a:lnTo>
                    <a:pt x="120" y="136"/>
                  </a:lnTo>
                  <a:lnTo>
                    <a:pt x="112" y="120"/>
                  </a:lnTo>
                  <a:lnTo>
                    <a:pt x="104" y="104"/>
                  </a:lnTo>
                  <a:lnTo>
                    <a:pt x="136" y="104"/>
                  </a:lnTo>
                  <a:lnTo>
                    <a:pt x="152" y="96"/>
                  </a:lnTo>
                  <a:lnTo>
                    <a:pt x="152" y="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7" name="Freeform 802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0 h 224"/>
                <a:gd name="T26" fmla="*/ 2147483647 w 160"/>
                <a:gd name="T27" fmla="*/ 2147483647 h 224"/>
                <a:gd name="T28" fmla="*/ 2147483647 w 160"/>
                <a:gd name="T29" fmla="*/ 2147483647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0 w 160"/>
                <a:gd name="T39" fmla="*/ 2147483647 h 224"/>
                <a:gd name="T40" fmla="*/ 2147483647 w 160"/>
                <a:gd name="T41" fmla="*/ 2147483647 h 224"/>
                <a:gd name="T42" fmla="*/ 2147483647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0"/>
                <a:gd name="T91" fmla="*/ 0 h 224"/>
                <a:gd name="T92" fmla="*/ 160 w 160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0" h="224">
                  <a:moveTo>
                    <a:pt x="152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803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2147483647 w 48"/>
                <a:gd name="T25" fmla="*/ 2147483647 h 56"/>
                <a:gd name="T26" fmla="*/ 2147483647 w 48"/>
                <a:gd name="T27" fmla="*/ 2147483647 h 56"/>
                <a:gd name="T28" fmla="*/ 2147483647 w 48"/>
                <a:gd name="T29" fmla="*/ 2147483647 h 56"/>
                <a:gd name="T30" fmla="*/ 2147483647 w 48"/>
                <a:gd name="T31" fmla="*/ 2147483647 h 56"/>
                <a:gd name="T32" fmla="*/ 2147483647 w 48"/>
                <a:gd name="T33" fmla="*/ 2147483647 h 56"/>
                <a:gd name="T34" fmla="*/ 2147483647 w 48"/>
                <a:gd name="T35" fmla="*/ 2147483647 h 56"/>
                <a:gd name="T36" fmla="*/ 2147483647 w 48"/>
                <a:gd name="T37" fmla="*/ 0 h 56"/>
                <a:gd name="T38" fmla="*/ 2147483647 w 48"/>
                <a:gd name="T39" fmla="*/ 2147483647 h 56"/>
                <a:gd name="T40" fmla="*/ 0 w 48"/>
                <a:gd name="T41" fmla="*/ 2147483647 h 56"/>
                <a:gd name="T42" fmla="*/ 2147483647 w 48"/>
                <a:gd name="T43" fmla="*/ 2147483647 h 56"/>
                <a:gd name="T44" fmla="*/ 2147483647 w 48"/>
                <a:gd name="T45" fmla="*/ 2147483647 h 56"/>
                <a:gd name="T46" fmla="*/ 2147483647 w 48"/>
                <a:gd name="T47" fmla="*/ 2147483647 h 56"/>
                <a:gd name="T48" fmla="*/ 2147483647 w 48"/>
                <a:gd name="T49" fmla="*/ 2147483647 h 56"/>
                <a:gd name="T50" fmla="*/ 2147483647 w 48"/>
                <a:gd name="T51" fmla="*/ 2147483647 h 56"/>
                <a:gd name="T52" fmla="*/ 2147483647 w 48"/>
                <a:gd name="T53" fmla="*/ 2147483647 h 5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"/>
                <a:gd name="T82" fmla="*/ 0 h 56"/>
                <a:gd name="T83" fmla="*/ 48 w 48"/>
                <a:gd name="T84" fmla="*/ 56 h 5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804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2147483647 h 224"/>
                <a:gd name="T26" fmla="*/ 2147483647 w 160"/>
                <a:gd name="T27" fmla="*/ 0 h 224"/>
                <a:gd name="T28" fmla="*/ 2147483647 w 160"/>
                <a:gd name="T29" fmla="*/ 0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2147483647 w 160"/>
                <a:gd name="T39" fmla="*/ 2147483647 h 224"/>
                <a:gd name="T40" fmla="*/ 2147483647 w 160"/>
                <a:gd name="T41" fmla="*/ 2147483647 h 224"/>
                <a:gd name="T42" fmla="*/ 0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2147483647 w 160"/>
                <a:gd name="T61" fmla="*/ 2147483647 h 224"/>
                <a:gd name="T62" fmla="*/ 2147483647 w 160"/>
                <a:gd name="T63" fmla="*/ 2147483647 h 224"/>
                <a:gd name="T64" fmla="*/ 2147483647 w 160"/>
                <a:gd name="T65" fmla="*/ 2147483647 h 224"/>
                <a:gd name="T66" fmla="*/ 2147483647 w 160"/>
                <a:gd name="T67" fmla="*/ 2147483647 h 224"/>
                <a:gd name="T68" fmla="*/ 2147483647 w 160"/>
                <a:gd name="T69" fmla="*/ 2147483647 h 224"/>
                <a:gd name="T70" fmla="*/ 2147483647 w 160"/>
                <a:gd name="T71" fmla="*/ 2147483647 h 224"/>
                <a:gd name="T72" fmla="*/ 2147483647 w 160"/>
                <a:gd name="T73" fmla="*/ 2147483647 h 224"/>
                <a:gd name="T74" fmla="*/ 2147483647 w 160"/>
                <a:gd name="T75" fmla="*/ 2147483647 h 224"/>
                <a:gd name="T76" fmla="*/ 2147483647 w 160"/>
                <a:gd name="T77" fmla="*/ 2147483647 h 224"/>
                <a:gd name="T78" fmla="*/ 2147483647 w 160"/>
                <a:gd name="T79" fmla="*/ 2147483647 h 224"/>
                <a:gd name="T80" fmla="*/ 2147483647 w 160"/>
                <a:gd name="T81" fmla="*/ 2147483647 h 224"/>
                <a:gd name="T82" fmla="*/ 2147483647 w 160"/>
                <a:gd name="T83" fmla="*/ 2147483647 h 224"/>
                <a:gd name="T84" fmla="*/ 2147483647 w 160"/>
                <a:gd name="T85" fmla="*/ 2147483647 h 224"/>
                <a:gd name="T86" fmla="*/ 2147483647 w 160"/>
                <a:gd name="T87" fmla="*/ 2147483647 h 224"/>
                <a:gd name="T88" fmla="*/ 2147483647 w 160"/>
                <a:gd name="T89" fmla="*/ 0 h 224"/>
                <a:gd name="T90" fmla="*/ 2147483647 w 160"/>
                <a:gd name="T91" fmla="*/ 0 h 224"/>
                <a:gd name="T92" fmla="*/ 2147483647 w 160"/>
                <a:gd name="T93" fmla="*/ 2147483647 h 224"/>
                <a:gd name="T94" fmla="*/ 2147483647 w 160"/>
                <a:gd name="T95" fmla="*/ 2147483647 h 224"/>
                <a:gd name="T96" fmla="*/ 2147483647 w 160"/>
                <a:gd name="T97" fmla="*/ 2147483647 h 224"/>
                <a:gd name="T98" fmla="*/ 2147483647 w 160"/>
                <a:gd name="T99" fmla="*/ 2147483647 h 224"/>
                <a:gd name="T100" fmla="*/ 2147483647 w 160"/>
                <a:gd name="T101" fmla="*/ 2147483647 h 224"/>
                <a:gd name="T102" fmla="*/ 2147483647 w 160"/>
                <a:gd name="T103" fmla="*/ 2147483647 h 224"/>
                <a:gd name="T104" fmla="*/ 0 w 160"/>
                <a:gd name="T105" fmla="*/ 2147483647 h 224"/>
                <a:gd name="T106" fmla="*/ 2147483647 w 160"/>
                <a:gd name="T107" fmla="*/ 2147483647 h 224"/>
                <a:gd name="T108" fmla="*/ 2147483647 w 160"/>
                <a:gd name="T109" fmla="*/ 2147483647 h 224"/>
                <a:gd name="T110" fmla="*/ 2147483647 w 160"/>
                <a:gd name="T111" fmla="*/ 2147483647 h 224"/>
                <a:gd name="T112" fmla="*/ 2147483647 w 160"/>
                <a:gd name="T113" fmla="*/ 2147483647 h 224"/>
                <a:gd name="T114" fmla="*/ 2147483647 w 160"/>
                <a:gd name="T115" fmla="*/ 2147483647 h 224"/>
                <a:gd name="T116" fmla="*/ 2147483647 w 160"/>
                <a:gd name="T117" fmla="*/ 2147483647 h 224"/>
                <a:gd name="T118" fmla="*/ 2147483647 w 160"/>
                <a:gd name="T119" fmla="*/ 2147483647 h 224"/>
                <a:gd name="T120" fmla="*/ 2147483647 w 160"/>
                <a:gd name="T121" fmla="*/ 2147483647 h 224"/>
                <a:gd name="T122" fmla="*/ 2147483647 w 160"/>
                <a:gd name="T123" fmla="*/ 2147483647 h 224"/>
                <a:gd name="T124" fmla="*/ 2147483647 w 160"/>
                <a:gd name="T125" fmla="*/ 2147483647 h 22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0"/>
                <a:gd name="T190" fmla="*/ 0 h 224"/>
                <a:gd name="T191" fmla="*/ 160 w 160"/>
                <a:gd name="T192" fmla="*/ 224 h 22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0" h="224">
                  <a:moveTo>
                    <a:pt x="152" y="136"/>
                  </a:move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805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806"/>
            <p:cNvSpPr/>
            <p:nvPr/>
          </p:nvSpPr>
          <p:spPr bwMode="auto">
            <a:xfrm>
              <a:off x="2947363" y="3304170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0 w 72"/>
                <a:gd name="T7" fmla="*/ 2147483647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32"/>
                <a:gd name="T26" fmla="*/ 72 w 72"/>
                <a:gd name="T27" fmla="*/ 32 h 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32">
                  <a:moveTo>
                    <a:pt x="72" y="8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72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2" name="Freeform 807"/>
            <p:cNvSpPr/>
            <p:nvPr/>
          </p:nvSpPr>
          <p:spPr bwMode="auto">
            <a:xfrm>
              <a:off x="2893629" y="3271271"/>
              <a:ext cx="74570" cy="64701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0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56" y="24"/>
                  </a:moveTo>
                  <a:lnTo>
                    <a:pt x="40" y="16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56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3" name="Freeform 808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0 h 248"/>
                <a:gd name="T48" fmla="*/ 0 w 384"/>
                <a:gd name="T49" fmla="*/ 0 h 248"/>
                <a:gd name="T50" fmla="*/ 2147483647 w 384"/>
                <a:gd name="T51" fmla="*/ 2147483647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84"/>
                <a:gd name="T166" fmla="*/ 0 h 248"/>
                <a:gd name="T167" fmla="*/ 384 w 384"/>
                <a:gd name="T168" fmla="*/ 248 h 24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4" name="Freeform 809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810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2147483647 h 248"/>
                <a:gd name="T48" fmla="*/ 2147483647 w 384"/>
                <a:gd name="T49" fmla="*/ 0 h 248"/>
                <a:gd name="T50" fmla="*/ 0 w 384"/>
                <a:gd name="T51" fmla="*/ 0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2147483647 w 384"/>
                <a:gd name="T111" fmla="*/ 2147483647 h 2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84"/>
                <a:gd name="T169" fmla="*/ 0 h 248"/>
                <a:gd name="T170" fmla="*/ 384 w 384"/>
                <a:gd name="T171" fmla="*/ 248 h 2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778"/>
            <p:cNvSpPr/>
            <p:nvPr/>
          </p:nvSpPr>
          <p:spPr bwMode="auto">
            <a:xfrm>
              <a:off x="2071166" y="1789743"/>
              <a:ext cx="1449727" cy="999017"/>
            </a:xfrm>
            <a:custGeom>
              <a:avLst/>
              <a:gdLst>
                <a:gd name="T0" fmla="*/ 2147483647 w 1080"/>
                <a:gd name="T1" fmla="*/ 2147483647 h 744"/>
                <a:gd name="T2" fmla="*/ 2147483647 w 1080"/>
                <a:gd name="T3" fmla="*/ 2147483647 h 744"/>
                <a:gd name="T4" fmla="*/ 2147483647 w 1080"/>
                <a:gd name="T5" fmla="*/ 2147483647 h 744"/>
                <a:gd name="T6" fmla="*/ 2147483647 w 1080"/>
                <a:gd name="T7" fmla="*/ 2147483647 h 744"/>
                <a:gd name="T8" fmla="*/ 2147483647 w 1080"/>
                <a:gd name="T9" fmla="*/ 2147483647 h 744"/>
                <a:gd name="T10" fmla="*/ 2147483647 w 1080"/>
                <a:gd name="T11" fmla="*/ 2147483647 h 744"/>
                <a:gd name="T12" fmla="*/ 2147483647 w 1080"/>
                <a:gd name="T13" fmla="*/ 2147483647 h 744"/>
                <a:gd name="T14" fmla="*/ 2147483647 w 1080"/>
                <a:gd name="T15" fmla="*/ 2147483647 h 744"/>
                <a:gd name="T16" fmla="*/ 2147483647 w 1080"/>
                <a:gd name="T17" fmla="*/ 2147483647 h 744"/>
                <a:gd name="T18" fmla="*/ 2147483647 w 1080"/>
                <a:gd name="T19" fmla="*/ 2147483647 h 744"/>
                <a:gd name="T20" fmla="*/ 2147483647 w 1080"/>
                <a:gd name="T21" fmla="*/ 2147483647 h 744"/>
                <a:gd name="T22" fmla="*/ 2147483647 w 1080"/>
                <a:gd name="T23" fmla="*/ 2147483647 h 744"/>
                <a:gd name="T24" fmla="*/ 2147483647 w 1080"/>
                <a:gd name="T25" fmla="*/ 2147483647 h 744"/>
                <a:gd name="T26" fmla="*/ 2147483647 w 1080"/>
                <a:gd name="T27" fmla="*/ 2147483647 h 744"/>
                <a:gd name="T28" fmla="*/ 2147483647 w 1080"/>
                <a:gd name="T29" fmla="*/ 2147483647 h 744"/>
                <a:gd name="T30" fmla="*/ 2147483647 w 1080"/>
                <a:gd name="T31" fmla="*/ 2147483647 h 744"/>
                <a:gd name="T32" fmla="*/ 2147483647 w 1080"/>
                <a:gd name="T33" fmla="*/ 2147483647 h 744"/>
                <a:gd name="T34" fmla="*/ 2147483647 w 1080"/>
                <a:gd name="T35" fmla="*/ 2147483647 h 744"/>
                <a:gd name="T36" fmla="*/ 2147483647 w 1080"/>
                <a:gd name="T37" fmla="*/ 2147483647 h 744"/>
                <a:gd name="T38" fmla="*/ 2147483647 w 1080"/>
                <a:gd name="T39" fmla="*/ 2147483647 h 744"/>
                <a:gd name="T40" fmla="*/ 2147483647 w 1080"/>
                <a:gd name="T41" fmla="*/ 2147483647 h 744"/>
                <a:gd name="T42" fmla="*/ 2147483647 w 1080"/>
                <a:gd name="T43" fmla="*/ 2147483647 h 744"/>
                <a:gd name="T44" fmla="*/ 2147483647 w 1080"/>
                <a:gd name="T45" fmla="*/ 2147483647 h 744"/>
                <a:gd name="T46" fmla="*/ 2147483647 w 1080"/>
                <a:gd name="T47" fmla="*/ 2147483647 h 744"/>
                <a:gd name="T48" fmla="*/ 2147483647 w 1080"/>
                <a:gd name="T49" fmla="*/ 2147483647 h 744"/>
                <a:gd name="T50" fmla="*/ 2147483647 w 1080"/>
                <a:gd name="T51" fmla="*/ 2147483647 h 744"/>
                <a:gd name="T52" fmla="*/ 2147483647 w 1080"/>
                <a:gd name="T53" fmla="*/ 2147483647 h 744"/>
                <a:gd name="T54" fmla="*/ 2147483647 w 1080"/>
                <a:gd name="T55" fmla="*/ 2147483647 h 744"/>
                <a:gd name="T56" fmla="*/ 2147483647 w 1080"/>
                <a:gd name="T57" fmla="*/ 2147483647 h 744"/>
                <a:gd name="T58" fmla="*/ 2147483647 w 1080"/>
                <a:gd name="T59" fmla="*/ 2147483647 h 744"/>
                <a:gd name="T60" fmla="*/ 2147483647 w 1080"/>
                <a:gd name="T61" fmla="*/ 2147483647 h 744"/>
                <a:gd name="T62" fmla="*/ 2147483647 w 1080"/>
                <a:gd name="T63" fmla="*/ 2147483647 h 744"/>
                <a:gd name="T64" fmla="*/ 2147483647 w 1080"/>
                <a:gd name="T65" fmla="*/ 2147483647 h 744"/>
                <a:gd name="T66" fmla="*/ 2147483647 w 1080"/>
                <a:gd name="T67" fmla="*/ 2147483647 h 744"/>
                <a:gd name="T68" fmla="*/ 2147483647 w 1080"/>
                <a:gd name="T69" fmla="*/ 2147483647 h 744"/>
                <a:gd name="T70" fmla="*/ 2147483647 w 1080"/>
                <a:gd name="T71" fmla="*/ 2147483647 h 744"/>
                <a:gd name="T72" fmla="*/ 2147483647 w 1080"/>
                <a:gd name="T73" fmla="*/ 2147483647 h 744"/>
                <a:gd name="T74" fmla="*/ 2147483647 w 1080"/>
                <a:gd name="T75" fmla="*/ 2147483647 h 744"/>
                <a:gd name="T76" fmla="*/ 2147483647 w 1080"/>
                <a:gd name="T77" fmla="*/ 2147483647 h 744"/>
                <a:gd name="T78" fmla="*/ 2147483647 w 1080"/>
                <a:gd name="T79" fmla="*/ 2147483647 h 744"/>
                <a:gd name="T80" fmla="*/ 2147483647 w 1080"/>
                <a:gd name="T81" fmla="*/ 0 h 744"/>
                <a:gd name="T82" fmla="*/ 2147483647 w 1080"/>
                <a:gd name="T83" fmla="*/ 2147483647 h 744"/>
                <a:gd name="T84" fmla="*/ 2147483647 w 1080"/>
                <a:gd name="T85" fmla="*/ 2147483647 h 744"/>
                <a:gd name="T86" fmla="*/ 2147483647 w 1080"/>
                <a:gd name="T87" fmla="*/ 2147483647 h 744"/>
                <a:gd name="T88" fmla="*/ 2147483647 w 1080"/>
                <a:gd name="T89" fmla="*/ 2147483647 h 744"/>
                <a:gd name="T90" fmla="*/ 2147483647 w 1080"/>
                <a:gd name="T91" fmla="*/ 2147483647 h 744"/>
                <a:gd name="T92" fmla="*/ 2147483647 w 1080"/>
                <a:gd name="T93" fmla="*/ 2147483647 h 744"/>
                <a:gd name="T94" fmla="*/ 2147483647 w 1080"/>
                <a:gd name="T95" fmla="*/ 2147483647 h 744"/>
                <a:gd name="T96" fmla="*/ 2147483647 w 1080"/>
                <a:gd name="T97" fmla="*/ 2147483647 h 744"/>
                <a:gd name="T98" fmla="*/ 2147483647 w 1080"/>
                <a:gd name="T99" fmla="*/ 2147483647 h 744"/>
                <a:gd name="T100" fmla="*/ 2147483647 w 1080"/>
                <a:gd name="T101" fmla="*/ 2147483647 h 744"/>
                <a:gd name="T102" fmla="*/ 2147483647 w 1080"/>
                <a:gd name="T103" fmla="*/ 2147483647 h 744"/>
                <a:gd name="T104" fmla="*/ 2147483647 w 1080"/>
                <a:gd name="T105" fmla="*/ 2147483647 h 744"/>
                <a:gd name="T106" fmla="*/ 2147483647 w 1080"/>
                <a:gd name="T107" fmla="*/ 2147483647 h 744"/>
                <a:gd name="T108" fmla="*/ 2147483647 w 1080"/>
                <a:gd name="T109" fmla="*/ 2147483647 h 744"/>
                <a:gd name="T110" fmla="*/ 0 w 1080"/>
                <a:gd name="T111" fmla="*/ 2147483647 h 744"/>
                <a:gd name="T112" fmla="*/ 2147483647 w 1080"/>
                <a:gd name="T113" fmla="*/ 2147483647 h 744"/>
                <a:gd name="T114" fmla="*/ 2147483647 w 1080"/>
                <a:gd name="T115" fmla="*/ 2147483647 h 744"/>
                <a:gd name="T116" fmla="*/ 2147483647 w 1080"/>
                <a:gd name="T117" fmla="*/ 2147483647 h 744"/>
                <a:gd name="T118" fmla="*/ 2147483647 w 1080"/>
                <a:gd name="T119" fmla="*/ 2147483647 h 744"/>
                <a:gd name="T120" fmla="*/ 2147483647 w 1080"/>
                <a:gd name="T121" fmla="*/ 2147483647 h 744"/>
                <a:gd name="T122" fmla="*/ 2147483647 w 1080"/>
                <a:gd name="T123" fmla="*/ 2147483647 h 7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80"/>
                <a:gd name="T187" fmla="*/ 0 h 744"/>
                <a:gd name="T188" fmla="*/ 1080 w 1080"/>
                <a:gd name="T189" fmla="*/ 744 h 7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80" h="744">
                  <a:moveTo>
                    <a:pt x="624" y="632"/>
                  </a:moveTo>
                  <a:lnTo>
                    <a:pt x="648" y="640"/>
                  </a:lnTo>
                  <a:lnTo>
                    <a:pt x="720" y="672"/>
                  </a:lnTo>
                  <a:lnTo>
                    <a:pt x="744" y="720"/>
                  </a:lnTo>
                  <a:lnTo>
                    <a:pt x="744" y="744"/>
                  </a:lnTo>
                  <a:lnTo>
                    <a:pt x="792" y="728"/>
                  </a:lnTo>
                  <a:lnTo>
                    <a:pt x="824" y="704"/>
                  </a:lnTo>
                  <a:lnTo>
                    <a:pt x="840" y="704"/>
                  </a:lnTo>
                  <a:lnTo>
                    <a:pt x="880" y="696"/>
                  </a:lnTo>
                  <a:lnTo>
                    <a:pt x="912" y="656"/>
                  </a:lnTo>
                  <a:lnTo>
                    <a:pt x="928" y="656"/>
                  </a:lnTo>
                  <a:lnTo>
                    <a:pt x="936" y="696"/>
                  </a:lnTo>
                  <a:lnTo>
                    <a:pt x="952" y="688"/>
                  </a:lnTo>
                  <a:lnTo>
                    <a:pt x="968" y="688"/>
                  </a:lnTo>
                  <a:lnTo>
                    <a:pt x="960" y="704"/>
                  </a:lnTo>
                  <a:lnTo>
                    <a:pt x="968" y="720"/>
                  </a:lnTo>
                  <a:lnTo>
                    <a:pt x="1000" y="688"/>
                  </a:lnTo>
                  <a:lnTo>
                    <a:pt x="1016" y="672"/>
                  </a:lnTo>
                  <a:lnTo>
                    <a:pt x="976" y="672"/>
                  </a:lnTo>
                  <a:lnTo>
                    <a:pt x="960" y="648"/>
                  </a:lnTo>
                  <a:lnTo>
                    <a:pt x="976" y="632"/>
                  </a:lnTo>
                  <a:lnTo>
                    <a:pt x="976" y="616"/>
                  </a:lnTo>
                  <a:lnTo>
                    <a:pt x="920" y="632"/>
                  </a:lnTo>
                  <a:lnTo>
                    <a:pt x="896" y="656"/>
                  </a:lnTo>
                  <a:lnTo>
                    <a:pt x="904" y="624"/>
                  </a:lnTo>
                  <a:lnTo>
                    <a:pt x="936" y="608"/>
                  </a:lnTo>
                  <a:lnTo>
                    <a:pt x="952" y="592"/>
                  </a:lnTo>
                  <a:lnTo>
                    <a:pt x="1000" y="600"/>
                  </a:lnTo>
                  <a:lnTo>
                    <a:pt x="1032" y="592"/>
                  </a:lnTo>
                  <a:lnTo>
                    <a:pt x="1064" y="576"/>
                  </a:lnTo>
                  <a:lnTo>
                    <a:pt x="1080" y="560"/>
                  </a:lnTo>
                  <a:lnTo>
                    <a:pt x="1064" y="520"/>
                  </a:lnTo>
                  <a:lnTo>
                    <a:pt x="1064" y="496"/>
                  </a:lnTo>
                  <a:lnTo>
                    <a:pt x="1008" y="472"/>
                  </a:lnTo>
                  <a:lnTo>
                    <a:pt x="1008" y="456"/>
                  </a:lnTo>
                  <a:lnTo>
                    <a:pt x="968" y="368"/>
                  </a:lnTo>
                  <a:lnTo>
                    <a:pt x="952" y="408"/>
                  </a:lnTo>
                  <a:lnTo>
                    <a:pt x="928" y="416"/>
                  </a:lnTo>
                  <a:lnTo>
                    <a:pt x="920" y="408"/>
                  </a:lnTo>
                  <a:lnTo>
                    <a:pt x="904" y="408"/>
                  </a:lnTo>
                  <a:lnTo>
                    <a:pt x="904" y="352"/>
                  </a:lnTo>
                  <a:lnTo>
                    <a:pt x="880" y="344"/>
                  </a:lnTo>
                  <a:lnTo>
                    <a:pt x="864" y="320"/>
                  </a:lnTo>
                  <a:lnTo>
                    <a:pt x="840" y="320"/>
                  </a:lnTo>
                  <a:lnTo>
                    <a:pt x="816" y="312"/>
                  </a:lnTo>
                  <a:lnTo>
                    <a:pt x="800" y="320"/>
                  </a:lnTo>
                  <a:lnTo>
                    <a:pt x="800" y="336"/>
                  </a:lnTo>
                  <a:lnTo>
                    <a:pt x="800" y="360"/>
                  </a:lnTo>
                  <a:lnTo>
                    <a:pt x="800" y="400"/>
                  </a:lnTo>
                  <a:lnTo>
                    <a:pt x="792" y="416"/>
                  </a:lnTo>
                  <a:lnTo>
                    <a:pt x="816" y="464"/>
                  </a:lnTo>
                  <a:lnTo>
                    <a:pt x="776" y="504"/>
                  </a:lnTo>
                  <a:lnTo>
                    <a:pt x="784" y="560"/>
                  </a:lnTo>
                  <a:lnTo>
                    <a:pt x="768" y="576"/>
                  </a:lnTo>
                  <a:lnTo>
                    <a:pt x="752" y="568"/>
                  </a:lnTo>
                  <a:lnTo>
                    <a:pt x="744" y="496"/>
                  </a:lnTo>
                  <a:lnTo>
                    <a:pt x="704" y="488"/>
                  </a:lnTo>
                  <a:lnTo>
                    <a:pt x="632" y="448"/>
                  </a:lnTo>
                  <a:lnTo>
                    <a:pt x="616" y="448"/>
                  </a:lnTo>
                  <a:lnTo>
                    <a:pt x="600" y="408"/>
                  </a:lnTo>
                  <a:lnTo>
                    <a:pt x="592" y="400"/>
                  </a:lnTo>
                  <a:lnTo>
                    <a:pt x="624" y="304"/>
                  </a:lnTo>
                  <a:lnTo>
                    <a:pt x="640" y="280"/>
                  </a:lnTo>
                  <a:lnTo>
                    <a:pt x="664" y="272"/>
                  </a:lnTo>
                  <a:lnTo>
                    <a:pt x="672" y="272"/>
                  </a:lnTo>
                  <a:lnTo>
                    <a:pt x="688" y="232"/>
                  </a:lnTo>
                  <a:lnTo>
                    <a:pt x="696" y="200"/>
                  </a:lnTo>
                  <a:lnTo>
                    <a:pt x="736" y="192"/>
                  </a:lnTo>
                  <a:lnTo>
                    <a:pt x="752" y="176"/>
                  </a:lnTo>
                  <a:lnTo>
                    <a:pt x="744" y="136"/>
                  </a:lnTo>
                  <a:lnTo>
                    <a:pt x="752" y="112"/>
                  </a:lnTo>
                  <a:lnTo>
                    <a:pt x="736" y="96"/>
                  </a:lnTo>
                  <a:lnTo>
                    <a:pt x="712" y="88"/>
                  </a:lnTo>
                  <a:lnTo>
                    <a:pt x="704" y="128"/>
                  </a:lnTo>
                  <a:lnTo>
                    <a:pt x="680" y="168"/>
                  </a:lnTo>
                  <a:lnTo>
                    <a:pt x="672" y="120"/>
                  </a:lnTo>
                  <a:lnTo>
                    <a:pt x="656" y="104"/>
                  </a:lnTo>
                  <a:lnTo>
                    <a:pt x="640" y="128"/>
                  </a:lnTo>
                  <a:lnTo>
                    <a:pt x="632" y="104"/>
                  </a:lnTo>
                  <a:lnTo>
                    <a:pt x="616" y="80"/>
                  </a:lnTo>
                  <a:lnTo>
                    <a:pt x="608" y="40"/>
                  </a:lnTo>
                  <a:lnTo>
                    <a:pt x="584" y="0"/>
                  </a:lnTo>
                  <a:lnTo>
                    <a:pt x="568" y="56"/>
                  </a:lnTo>
                  <a:lnTo>
                    <a:pt x="568" y="80"/>
                  </a:lnTo>
                  <a:lnTo>
                    <a:pt x="592" y="104"/>
                  </a:lnTo>
                  <a:lnTo>
                    <a:pt x="600" y="128"/>
                  </a:lnTo>
                  <a:lnTo>
                    <a:pt x="576" y="144"/>
                  </a:lnTo>
                  <a:lnTo>
                    <a:pt x="568" y="136"/>
                  </a:lnTo>
                  <a:lnTo>
                    <a:pt x="552" y="136"/>
                  </a:lnTo>
                  <a:lnTo>
                    <a:pt x="544" y="160"/>
                  </a:lnTo>
                  <a:lnTo>
                    <a:pt x="512" y="152"/>
                  </a:lnTo>
                  <a:lnTo>
                    <a:pt x="472" y="152"/>
                  </a:lnTo>
                  <a:lnTo>
                    <a:pt x="448" y="136"/>
                  </a:lnTo>
                  <a:lnTo>
                    <a:pt x="416" y="144"/>
                  </a:lnTo>
                  <a:lnTo>
                    <a:pt x="416" y="152"/>
                  </a:lnTo>
                  <a:lnTo>
                    <a:pt x="424" y="176"/>
                  </a:lnTo>
                  <a:lnTo>
                    <a:pt x="408" y="176"/>
                  </a:lnTo>
                  <a:lnTo>
                    <a:pt x="392" y="152"/>
                  </a:lnTo>
                  <a:lnTo>
                    <a:pt x="344" y="160"/>
                  </a:lnTo>
                  <a:lnTo>
                    <a:pt x="328" y="144"/>
                  </a:lnTo>
                  <a:lnTo>
                    <a:pt x="336" y="128"/>
                  </a:lnTo>
                  <a:lnTo>
                    <a:pt x="304" y="120"/>
                  </a:lnTo>
                  <a:lnTo>
                    <a:pt x="272" y="104"/>
                  </a:lnTo>
                  <a:lnTo>
                    <a:pt x="232" y="88"/>
                  </a:lnTo>
                  <a:lnTo>
                    <a:pt x="200" y="96"/>
                  </a:lnTo>
                  <a:lnTo>
                    <a:pt x="176" y="64"/>
                  </a:lnTo>
                  <a:lnTo>
                    <a:pt x="96" y="104"/>
                  </a:lnTo>
                  <a:lnTo>
                    <a:pt x="80" y="120"/>
                  </a:lnTo>
                  <a:lnTo>
                    <a:pt x="48" y="112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368"/>
                  </a:lnTo>
                  <a:lnTo>
                    <a:pt x="40" y="392"/>
                  </a:lnTo>
                  <a:lnTo>
                    <a:pt x="72" y="376"/>
                  </a:lnTo>
                  <a:lnTo>
                    <a:pt x="120" y="456"/>
                  </a:lnTo>
                  <a:lnTo>
                    <a:pt x="144" y="472"/>
                  </a:lnTo>
                  <a:lnTo>
                    <a:pt x="144" y="504"/>
                  </a:lnTo>
                  <a:lnTo>
                    <a:pt x="152" y="528"/>
                  </a:lnTo>
                  <a:lnTo>
                    <a:pt x="184" y="576"/>
                  </a:lnTo>
                  <a:lnTo>
                    <a:pt x="232" y="600"/>
                  </a:lnTo>
                  <a:lnTo>
                    <a:pt x="232" y="624"/>
                  </a:lnTo>
                  <a:lnTo>
                    <a:pt x="584" y="624"/>
                  </a:lnTo>
                  <a:lnTo>
                    <a:pt x="624" y="6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4207246" y="2921669"/>
            <a:ext cx="6780179" cy="94531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▷现有的时间管理工具功能繁杂，并非为      学生自习场景量身定制</a:t>
            </a:r>
            <a:endParaRPr lang="zh-CN" altLang="en-US" sz="2800" b="1" dirty="0">
              <a:solidFill>
                <a:srgbClr val="676661"/>
              </a:solidFill>
              <a:ea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55" y="2266450"/>
            <a:ext cx="3040520" cy="2255849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815840" y="340042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268" name="矩形 267"/>
          <p:cNvSpPr/>
          <p:nvPr/>
        </p:nvSpPr>
        <p:spPr>
          <a:xfrm>
            <a:off x="4207246" y="4569006"/>
            <a:ext cx="7003207" cy="12361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▷我们旨在解决‘学习过程黑盒化’的问题，让每一份努力都可见</a:t>
            </a:r>
            <a:endParaRPr lang="zh-CN" altLang="en-US" sz="2800" b="1" dirty="0">
              <a:solidFill>
                <a:srgbClr val="676661"/>
              </a:solidFill>
              <a:ea typeface="微软雅黑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 smtClean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 smtClean="0">
                  <a:solidFill>
                    <a:srgbClr val="F5F0EA"/>
                  </a:solidFill>
                </a:rPr>
                <a:t>项目简介</a:t>
              </a:r>
              <a:r>
                <a:rPr lang="en-US" altLang="zh-CN" sz="4800" b="1" dirty="0" smtClean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2788042" cy="8563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项目定义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3271943" y="719666"/>
            <a:ext cx="5648114" cy="5648114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矩形 12"/>
          <p:cNvSpPr/>
          <p:nvPr/>
        </p:nvSpPr>
        <p:spPr>
          <a:xfrm>
            <a:off x="3889285" y="1789620"/>
            <a:ext cx="4467585" cy="4194350"/>
          </a:xfrm>
          <a:prstGeom prst="rect">
            <a:avLst/>
          </a:prstGeom>
          <a:solidFill>
            <a:srgbClr val="79A5B2"/>
          </a:solidFill>
          <a:ln w="38100">
            <a:solidFill>
              <a:srgbClr val="F5F0EA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8422" tIns="278422" rIns="278422" bIns="278422" numCol="1" spcCol="1270" anchor="ctr" anchorCtr="0">
            <a:noAutofit/>
          </a:bodyPr>
          <a:lstStyle/>
          <a:p>
            <a:pPr lvl="0" algn="ctr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600" kern="1200"/>
          </a:p>
        </p:txBody>
      </p:sp>
      <p:grpSp>
        <p:nvGrpSpPr>
          <p:cNvPr id="25" name="Group 32"/>
          <p:cNvGrpSpPr>
            <a:grpSpLocks noChangeAspect="1"/>
          </p:cNvGrpSpPr>
          <p:nvPr/>
        </p:nvGrpSpPr>
        <p:grpSpPr bwMode="auto">
          <a:xfrm>
            <a:off x="4860455" y="2222653"/>
            <a:ext cx="2390753" cy="1604593"/>
            <a:chOff x="4354" y="1098"/>
            <a:chExt cx="800" cy="568"/>
          </a:xfrm>
          <a:solidFill>
            <a:srgbClr val="F5F0EA"/>
          </a:solidFill>
        </p:grpSpPr>
        <p:sp>
          <p:nvSpPr>
            <p:cNvPr id="26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72682" y="4127806"/>
            <a:ext cx="3797846" cy="236575"/>
            <a:chOff x="4840431" y="2041402"/>
            <a:chExt cx="2505257" cy="199137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3959516" y="4401041"/>
            <a:ext cx="4316523" cy="10164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5F0EA"/>
                </a:solidFill>
              </a:rPr>
              <a:t>学途</a:t>
            </a:r>
            <a:r>
              <a:rPr lang="zh-CN" altLang="en-US" sz="2000" dirty="0">
                <a:solidFill>
                  <a:srgbClr val="F5F0EA"/>
                </a:solidFill>
              </a:rPr>
              <a:t>    是一个极简的</a:t>
            </a:r>
            <a:r>
              <a:rPr lang="en-US" altLang="zh-CN" sz="2000" dirty="0">
                <a:solidFill>
                  <a:srgbClr val="F5F0EA"/>
                </a:solidFill>
              </a:rPr>
              <a:t>Web</a:t>
            </a:r>
            <a:r>
              <a:rPr lang="zh-CN" altLang="en-US" sz="2000" dirty="0">
                <a:solidFill>
                  <a:srgbClr val="F5F0EA"/>
                </a:solidFill>
              </a:rPr>
              <a:t>应用，帮助用户无负担地记录自习时长，并通过数据可视化提供正向反馈。</a:t>
            </a:r>
            <a:endParaRPr lang="zh-CN" altLang="en-US" sz="2000" dirty="0">
              <a:solidFill>
                <a:srgbClr val="F5F0EA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62148" y="2069753"/>
            <a:ext cx="10782442" cy="643467"/>
            <a:chOff x="715150" y="3107266"/>
            <a:chExt cx="10782442" cy="643467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1037167" y="3429000"/>
              <a:ext cx="10460425" cy="0"/>
            </a:xfrm>
            <a:prstGeom prst="line">
              <a:avLst/>
            </a:prstGeom>
            <a:ln w="50800">
              <a:solidFill>
                <a:srgbClr val="67666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715150" y="3107266"/>
              <a:ext cx="760724" cy="643467"/>
              <a:chOff x="877502" y="2895600"/>
              <a:chExt cx="1001802" cy="1066800"/>
            </a:xfrm>
          </p:grpSpPr>
          <p:sp>
            <p:nvSpPr>
              <p:cNvPr id="7" name="平行四边形 6"/>
              <p:cNvSpPr/>
              <p:nvPr/>
            </p:nvSpPr>
            <p:spPr>
              <a:xfrm flipH="1">
                <a:off x="877502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flipH="1">
                <a:off x="1164601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flipH="1">
                <a:off x="1464437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>
                <a:off x="877502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平行四边形 11"/>
              <p:cNvSpPr/>
              <p:nvPr/>
            </p:nvSpPr>
            <p:spPr>
              <a:xfrm>
                <a:off x="1164601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>
                <a:off x="1464437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2092664" y="2209454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一键计时</a:t>
            </a:r>
            <a:endParaRPr lang="zh-CN" altLang="en-US" b="1" dirty="0">
              <a:solidFill>
                <a:srgbClr val="F5F0EA"/>
              </a:solidFill>
              <a:ea typeface="微软雅黑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82401" y="2209453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数据看板</a:t>
            </a:r>
            <a:endParaRPr lang="zh-CN" altLang="en-US" b="1" dirty="0">
              <a:solidFill>
                <a:srgbClr val="F5F0EA"/>
              </a:solidFill>
              <a:ea typeface="微软雅黑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72138" y="2209453"/>
            <a:ext cx="2175933" cy="1007489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匿名社区</a:t>
            </a:r>
            <a:endParaRPr lang="zh-CN" altLang="en-US" b="1" dirty="0">
              <a:solidFill>
                <a:srgbClr val="F5F0EA"/>
              </a:solidFill>
              <a:ea typeface="微软雅黑" charset="0"/>
            </a:endParaRPr>
          </a:p>
        </p:txBody>
      </p:sp>
      <p:sp>
        <p:nvSpPr>
          <p:cNvPr id="19" name="等腰三角形 18"/>
          <p:cNvSpPr/>
          <p:nvPr/>
        </p:nvSpPr>
        <p:spPr>
          <a:xfrm flipH="1">
            <a:off x="1950551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flipH="1">
            <a:off x="5240288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flipH="1">
            <a:off x="8530025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092663" y="3360116"/>
            <a:ext cx="2175933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简洁的计时器，专注当下。   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382400" y="3360116"/>
            <a:ext cx="2175933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直观的图表（如每日</a:t>
            </a:r>
            <a:r>
              <a:rPr lang="en-US" altLang="zh-CN" dirty="0"/>
              <a:t>/</a:t>
            </a:r>
            <a:r>
              <a:rPr lang="zh-CN" altLang="en-US" dirty="0"/>
              <a:t>每周学习时长曲线）。   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691649" y="3360116"/>
            <a:ext cx="2175933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显示自习室“在线人数”，营造共同学习的氛围。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186940" y="4683226"/>
            <a:ext cx="2081686" cy="137456"/>
            <a:chOff x="2186940" y="5110307"/>
            <a:chExt cx="1981835" cy="161214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479448" y="4672644"/>
            <a:ext cx="1981835" cy="161214"/>
            <a:chOff x="2186940" y="5110307"/>
            <a:chExt cx="1981835" cy="161214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平行四边形 43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769186" y="4672644"/>
            <a:ext cx="1981835" cy="161214"/>
            <a:chOff x="2186940" y="5110307"/>
            <a:chExt cx="1981835" cy="161214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平行四边形 49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207839" y="170013"/>
            <a:ext cx="3060787" cy="98156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核心功能示意图</a:t>
            </a:r>
            <a:endParaRPr lang="zh-CN" altLang="en-US" sz="28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 smtClean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 smtClean="0">
                  <a:solidFill>
                    <a:srgbClr val="F5F0EA"/>
                  </a:solidFill>
                </a:rPr>
                <a:t>技术方案</a:t>
              </a:r>
              <a:r>
                <a:rPr lang="en-US" altLang="zh-CN" sz="4800" b="1" dirty="0" smtClean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309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5450" y="4160996"/>
            <a:ext cx="2170748" cy="4729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609600"/>
            <a:r>
              <a:rPr lang="zh-CN" altLang="en-US" sz="2400" b="1" dirty="0">
                <a:solidFill>
                  <a:srgbClr val="676661"/>
                </a:solidFill>
                <a:ea typeface="微软雅黑" charset="0"/>
              </a:rPr>
              <a:t>▷主要优势</a:t>
            </a:r>
            <a:endParaRPr lang="zh-CN" altLang="en-US" sz="2400" b="1" dirty="0">
              <a:solidFill>
                <a:srgbClr val="676661"/>
              </a:solidFill>
              <a:ea typeface="微软雅黑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71469" y="184726"/>
            <a:ext cx="140462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方案</a:t>
            </a:r>
            <a:endParaRPr lang="zh-CN" altLang="en-US" sz="2400" b="1" kern="0" dirty="0" smtClea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E657119C-6982-421D-8BA7-E74DEB70A7D9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95450" y="645033"/>
            <a:ext cx="8534400" cy="310515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695450" y="4633913"/>
            <a:ext cx="4488180" cy="1753235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前端：追求良好的交互体验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后端：快速构建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API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数据层：轻量级，零运维成本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96145" y="1078429"/>
            <a:ext cx="6589328" cy="4217709"/>
            <a:chOff x="2032000" y="827706"/>
            <a:chExt cx="8128000" cy="5202585"/>
          </a:xfrm>
        </p:grpSpPr>
        <p:sp>
          <p:nvSpPr>
            <p:cNvPr id="7" name="任意多边形 6"/>
            <p:cNvSpPr/>
            <p:nvPr/>
          </p:nvSpPr>
          <p:spPr>
            <a:xfrm>
              <a:off x="3984345" y="4061113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/>
            </a:p>
          </p:txBody>
        </p:sp>
        <p:sp>
          <p:nvSpPr>
            <p:cNvPr id="10" name="六边形 9"/>
            <p:cNvSpPr/>
            <p:nvPr/>
          </p:nvSpPr>
          <p:spPr>
            <a:xfrm>
              <a:off x="2032000" y="3003427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任意多边形 11"/>
            <p:cNvSpPr/>
            <p:nvPr/>
          </p:nvSpPr>
          <p:spPr>
            <a:xfrm>
              <a:off x="5930188" y="2980016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/>
            </a:p>
          </p:txBody>
        </p:sp>
        <p:sp>
          <p:nvSpPr>
            <p:cNvPr id="14" name="六边形 13"/>
            <p:cNvSpPr/>
            <p:nvPr/>
          </p:nvSpPr>
          <p:spPr>
            <a:xfrm>
              <a:off x="7876032" y="4061113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任意多边形 15"/>
            <p:cNvSpPr/>
            <p:nvPr/>
          </p:nvSpPr>
          <p:spPr>
            <a:xfrm>
              <a:off x="3984345" y="1903601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/>
            </a:p>
          </p:txBody>
        </p:sp>
        <p:sp>
          <p:nvSpPr>
            <p:cNvPr id="18" name="六边形 17"/>
            <p:cNvSpPr/>
            <p:nvPr/>
          </p:nvSpPr>
          <p:spPr>
            <a:xfrm>
              <a:off x="5930188" y="827706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20" name="Group 11"/>
          <p:cNvGrpSpPr>
            <a:grpSpLocks noChangeAspect="1"/>
          </p:cNvGrpSpPr>
          <p:nvPr/>
        </p:nvGrpSpPr>
        <p:grpSpPr bwMode="auto">
          <a:xfrm>
            <a:off x="4412099" y="2348865"/>
            <a:ext cx="1199546" cy="851678"/>
            <a:chOff x="1407" y="1098"/>
            <a:chExt cx="800" cy="568"/>
          </a:xfrm>
          <a:solidFill>
            <a:srgbClr val="F5F0EA"/>
          </a:solidFill>
        </p:grpSpPr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6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9" name="Group 32"/>
          <p:cNvGrpSpPr>
            <a:grpSpLocks noChangeAspect="1"/>
          </p:cNvGrpSpPr>
          <p:nvPr/>
        </p:nvGrpSpPr>
        <p:grpSpPr bwMode="auto">
          <a:xfrm>
            <a:off x="4412049" y="4125831"/>
            <a:ext cx="1199543" cy="851677"/>
            <a:chOff x="4354" y="1098"/>
            <a:chExt cx="800" cy="568"/>
          </a:xfrm>
          <a:solidFill>
            <a:srgbClr val="F5F0EA"/>
          </a:solidFill>
        </p:grpSpPr>
        <p:sp>
          <p:nvSpPr>
            <p:cNvPr id="30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6" name="Group 121"/>
          <p:cNvGrpSpPr>
            <a:grpSpLocks noChangeAspect="1"/>
          </p:cNvGrpSpPr>
          <p:nvPr/>
        </p:nvGrpSpPr>
        <p:grpSpPr bwMode="auto">
          <a:xfrm>
            <a:off x="6083571" y="3277909"/>
            <a:ext cx="997122" cy="848678"/>
            <a:chOff x="515" y="3088"/>
            <a:chExt cx="665" cy="566"/>
          </a:xfrm>
          <a:solidFill>
            <a:srgbClr val="F5F0EA"/>
          </a:solidFill>
        </p:grpSpPr>
        <p:sp>
          <p:nvSpPr>
            <p:cNvPr id="37" name="Freeform 122"/>
            <p:cNvSpPr/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124"/>
            <p:cNvSpPr/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125"/>
            <p:cNvSpPr/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26"/>
            <p:cNvSpPr/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127"/>
            <p:cNvSpPr/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128"/>
            <p:cNvSpPr/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129"/>
            <p:cNvSpPr/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130"/>
            <p:cNvSpPr/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737473" y="865486"/>
            <a:ext cx="3341370" cy="16168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000" b="1" dirty="0" smtClean="0">
                <a:solidFill>
                  <a:srgbClr val="676661"/>
                </a:solidFill>
              </a:rPr>
              <a:t>创新点</a:t>
            </a:r>
            <a:endParaRPr lang="zh-CN" altLang="en-US" sz="8000" b="1" dirty="0">
              <a:solidFill>
                <a:srgbClr val="676661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5506" y="2107168"/>
            <a:ext cx="3065304" cy="161214"/>
            <a:chOff x="2186940" y="5110307"/>
            <a:chExt cx="1981835" cy="161214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平行四边形 51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矩形 54"/>
          <p:cNvSpPr/>
          <p:nvPr/>
        </p:nvSpPr>
        <p:spPr>
          <a:xfrm>
            <a:off x="2719665" y="3373160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开源精神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879822" y="1646158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技术思维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370981" y="4135398"/>
            <a:ext cx="1577459" cy="9134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 defTabSz="914400"/>
            <a:r>
              <a:rPr lang="en-US" altLang="zh-CN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AIGC</a:t>
            </a:r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工具的应用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流程图: 可选过程 14"/>
          <p:cNvSpPr/>
          <p:nvPr userDrawn="1"/>
        </p:nvSpPr>
        <p:spPr>
          <a:xfrm>
            <a:off x="7559953" y="558800"/>
            <a:ext cx="3869690" cy="1229876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不追求大而全，采用“最小可行产品”理念，快速迭代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流程图: 可选过程 18"/>
          <p:cNvSpPr/>
          <p:nvPr userDrawn="1"/>
        </p:nvSpPr>
        <p:spPr>
          <a:xfrm>
            <a:off x="7080647" y="5560814"/>
            <a:ext cx="4387096" cy="752078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充分利用开源技术栈，降低开发门槛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8" name="流程图: 可选过程 57"/>
          <p:cNvSpPr/>
          <p:nvPr userDrawn="1"/>
        </p:nvSpPr>
        <p:spPr>
          <a:xfrm>
            <a:off x="297061" y="4601170"/>
            <a:ext cx="3333909" cy="1277938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会使用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辅助进行代码生成与优化，体现对现代开发工具的掌握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 smtClean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 smtClean="0">
                  <a:solidFill>
                    <a:srgbClr val="F5F0EA"/>
                  </a:solidFill>
                </a:rPr>
                <a:t>项目规划</a:t>
              </a:r>
              <a:r>
                <a:rPr lang="en-US" altLang="zh-CN" sz="4800" b="1" dirty="0" smtClean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里程计划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07861" y="1329267"/>
            <a:ext cx="5144772" cy="4419600"/>
            <a:chOff x="951228" y="1329267"/>
            <a:chExt cx="5144772" cy="4419600"/>
          </a:xfrm>
        </p:grpSpPr>
        <p:sp>
          <p:nvSpPr>
            <p:cNvPr id="7" name="等腰三角形 6"/>
            <p:cNvSpPr/>
            <p:nvPr/>
          </p:nvSpPr>
          <p:spPr>
            <a:xfrm>
              <a:off x="951228" y="1329267"/>
              <a:ext cx="4419600" cy="4419600"/>
            </a:xfrm>
            <a:prstGeom prst="triangle">
              <a:avLst/>
            </a:prstGeom>
            <a:solidFill>
              <a:srgbClr val="79A5B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等腰三角形 11"/>
            <p:cNvSpPr/>
            <p:nvPr/>
          </p:nvSpPr>
          <p:spPr>
            <a:xfrm>
              <a:off x="1107861" y="1574658"/>
              <a:ext cx="4106334" cy="4106334"/>
            </a:xfrm>
            <a:prstGeom prst="triangle">
              <a:avLst/>
            </a:prstGeom>
            <a:noFill/>
            <a:ln w="38100">
              <a:solidFill>
                <a:srgbClr val="F5F0EA"/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矩形 8"/>
            <p:cNvSpPr/>
            <p:nvPr/>
          </p:nvSpPr>
          <p:spPr>
            <a:xfrm>
              <a:off x="3366554" y="2329297"/>
              <a:ext cx="2729404" cy="821771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 smtClean="0">
                  <a:solidFill>
                    <a:srgbClr val="F5F0EA"/>
                  </a:solidFill>
                </a:rPr>
                <a:t>第一阶段</a:t>
              </a:r>
              <a:endParaRPr lang="zh-CN" altLang="en-US" sz="2000" b="1" kern="1200" dirty="0">
                <a:solidFill>
                  <a:srgbClr val="F5F0EA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66554" y="3506275"/>
              <a:ext cx="2729446" cy="821770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 smtClean="0">
                  <a:solidFill>
                    <a:srgbClr val="F5F0EA"/>
                  </a:solidFill>
                </a:rPr>
                <a:t>第二阶段</a:t>
              </a:r>
              <a:endParaRPr lang="zh-CN" altLang="en-US" sz="2000" b="1" dirty="0">
                <a:solidFill>
                  <a:srgbClr val="F5F0EA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366554" y="4683252"/>
              <a:ext cx="2729446" cy="778826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 smtClean="0">
                  <a:solidFill>
                    <a:srgbClr val="F5F0EA"/>
                  </a:solidFill>
                </a:rPr>
                <a:t>关键节点</a:t>
              </a:r>
              <a:endParaRPr lang="zh-CN" altLang="en-US" sz="3200" b="1" dirty="0">
                <a:solidFill>
                  <a:srgbClr val="F5F0EA"/>
                </a:solidFill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319552" y="2303070"/>
            <a:ext cx="4911481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（当前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-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一月底）</a:t>
            </a:r>
            <a:endParaRPr lang="zh-CN" alt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  静态网站开发 -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&gt; 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产出高保真前端原型。  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19552" y="3493161"/>
            <a:ext cx="4911481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（二月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-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四月）</a:t>
            </a:r>
            <a:endParaRPr lang="zh-CN" alt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  动态功能对接 -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&gt; 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实现前后端连通完成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MVP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。  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19552" y="4683252"/>
            <a:ext cx="4911481" cy="450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中期检查、结题答辩。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第五部分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 smtClean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 smtClean="0">
                  <a:solidFill>
                    <a:srgbClr val="F5F0EA"/>
                  </a:solidFill>
                </a:rPr>
                <a:t>团队分工</a:t>
              </a:r>
              <a:r>
                <a:rPr lang="en-US" altLang="zh-CN" sz="4800" b="1" dirty="0" smtClean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团队分工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5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98273" y="1424460"/>
            <a:ext cx="4779986" cy="4174710"/>
            <a:chOff x="2843868" y="643035"/>
            <a:chExt cx="6157755" cy="5378016"/>
          </a:xfrm>
        </p:grpSpPr>
        <p:sp>
          <p:nvSpPr>
            <p:cNvPr id="33" name="任意多边形 32"/>
            <p:cNvSpPr/>
            <p:nvPr/>
          </p:nvSpPr>
          <p:spPr>
            <a:xfrm flipV="1">
              <a:off x="2843868" y="4869923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 flipH="1">
              <a:off x="2843868" y="2473480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 flipH="1">
              <a:off x="3088438" y="801652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471746" y="643035"/>
              <a:ext cx="5168884" cy="5168884"/>
              <a:chOff x="115601" y="285647"/>
              <a:chExt cx="5848985" cy="5848985"/>
            </a:xfrm>
            <a:effectLst>
              <a:outerShdw dist="88900" dir="2700000" algn="tl" rotWithShape="0">
                <a:prstClr val="black">
                  <a:alpha val="8000"/>
                </a:prstClr>
              </a:outerShdw>
            </a:effectLst>
          </p:grpSpPr>
          <p:sp>
            <p:nvSpPr>
              <p:cNvPr id="21" name="椭圆 20"/>
              <p:cNvSpPr/>
              <p:nvPr/>
            </p:nvSpPr>
            <p:spPr>
              <a:xfrm>
                <a:off x="118408" y="310643"/>
                <a:ext cx="5845838" cy="5820991"/>
              </a:xfrm>
              <a:prstGeom prst="ellipse">
                <a:avLst/>
              </a:prstGeom>
              <a:solidFill>
                <a:srgbClr val="466E7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grpSp>
            <p:nvGrpSpPr>
              <p:cNvPr id="22" name="Group 4"/>
              <p:cNvGrpSpPr>
                <a:grpSpLocks noChangeAspect="1"/>
              </p:cNvGrpSpPr>
              <p:nvPr/>
            </p:nvGrpSpPr>
            <p:grpSpPr bwMode="auto">
              <a:xfrm>
                <a:off x="115601" y="285647"/>
                <a:ext cx="5848985" cy="5848985"/>
                <a:chOff x="0" y="5"/>
                <a:chExt cx="291" cy="291"/>
              </a:xfrm>
              <a:solidFill>
                <a:srgbClr val="0378B0"/>
              </a:solidFill>
            </p:grpSpPr>
            <p:sp>
              <p:nvSpPr>
                <p:cNvPr id="23" name="Freeform 5"/>
                <p:cNvSpPr/>
                <p:nvPr/>
              </p:nvSpPr>
              <p:spPr bwMode="auto">
                <a:xfrm>
                  <a:off x="0" y="41"/>
                  <a:ext cx="194" cy="255"/>
                </a:xfrm>
                <a:custGeom>
                  <a:avLst/>
                  <a:gdLst>
                    <a:gd name="T0" fmla="*/ 80 w 80"/>
                    <a:gd name="T1" fmla="*/ 85 h 105"/>
                    <a:gd name="T2" fmla="*/ 74 w 80"/>
                    <a:gd name="T3" fmla="*/ 80 h 105"/>
                    <a:gd name="T4" fmla="*/ 72 w 80"/>
                    <a:gd name="T5" fmla="*/ 69 h 105"/>
                    <a:gd name="T6" fmla="*/ 75 w 80"/>
                    <a:gd name="T7" fmla="*/ 63 h 105"/>
                    <a:gd name="T8" fmla="*/ 72 w 80"/>
                    <a:gd name="T9" fmla="*/ 63 h 105"/>
                    <a:gd name="T10" fmla="*/ 67 w 80"/>
                    <a:gd name="T11" fmla="*/ 57 h 105"/>
                    <a:gd name="T12" fmla="*/ 63 w 80"/>
                    <a:gd name="T13" fmla="*/ 55 h 105"/>
                    <a:gd name="T14" fmla="*/ 53 w 80"/>
                    <a:gd name="T15" fmla="*/ 52 h 105"/>
                    <a:gd name="T16" fmla="*/ 45 w 80"/>
                    <a:gd name="T17" fmla="*/ 39 h 105"/>
                    <a:gd name="T18" fmla="*/ 41 w 80"/>
                    <a:gd name="T19" fmla="*/ 31 h 105"/>
                    <a:gd name="T20" fmla="*/ 42 w 80"/>
                    <a:gd name="T21" fmla="*/ 20 h 105"/>
                    <a:gd name="T22" fmla="*/ 36 w 80"/>
                    <a:gd name="T23" fmla="*/ 10 h 105"/>
                    <a:gd name="T24" fmla="*/ 29 w 80"/>
                    <a:gd name="T25" fmla="*/ 8 h 105"/>
                    <a:gd name="T26" fmla="*/ 25 w 80"/>
                    <a:gd name="T27" fmla="*/ 12 h 105"/>
                    <a:gd name="T28" fmla="*/ 19 w 80"/>
                    <a:gd name="T29" fmla="*/ 19 h 105"/>
                    <a:gd name="T30" fmla="*/ 22 w 80"/>
                    <a:gd name="T31" fmla="*/ 12 h 105"/>
                    <a:gd name="T32" fmla="*/ 20 w 80"/>
                    <a:gd name="T33" fmla="*/ 13 h 105"/>
                    <a:gd name="T34" fmla="*/ 19 w 80"/>
                    <a:gd name="T35" fmla="*/ 9 h 105"/>
                    <a:gd name="T36" fmla="*/ 23 w 80"/>
                    <a:gd name="T37" fmla="*/ 5 h 105"/>
                    <a:gd name="T38" fmla="*/ 20 w 80"/>
                    <a:gd name="T39" fmla="*/ 5 h 105"/>
                    <a:gd name="T40" fmla="*/ 20 w 80"/>
                    <a:gd name="T41" fmla="*/ 2 h 105"/>
                    <a:gd name="T42" fmla="*/ 23 w 80"/>
                    <a:gd name="T43" fmla="*/ 2 h 105"/>
                    <a:gd name="T44" fmla="*/ 21 w 80"/>
                    <a:gd name="T45" fmla="*/ 0 h 105"/>
                    <a:gd name="T46" fmla="*/ 0 w 80"/>
                    <a:gd name="T47" fmla="*/ 45 h 105"/>
                    <a:gd name="T48" fmla="*/ 60 w 80"/>
                    <a:gd name="T49" fmla="*/ 105 h 105"/>
                    <a:gd name="T50" fmla="*/ 72 w 80"/>
                    <a:gd name="T51" fmla="*/ 104 h 105"/>
                    <a:gd name="T52" fmla="*/ 80 w 80"/>
                    <a:gd name="T53" fmla="*/ 8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80" h="105">
                      <a:moveTo>
                        <a:pt x="80" y="85"/>
                      </a:moveTo>
                      <a:cubicBezTo>
                        <a:pt x="78" y="83"/>
                        <a:pt x="76" y="82"/>
                        <a:pt x="74" y="80"/>
                      </a:cubicBezTo>
                      <a:cubicBezTo>
                        <a:pt x="73" y="77"/>
                        <a:pt x="73" y="73"/>
                        <a:pt x="72" y="69"/>
                      </a:cubicBezTo>
                      <a:cubicBezTo>
                        <a:pt x="73" y="67"/>
                        <a:pt x="74" y="65"/>
                        <a:pt x="75" y="63"/>
                      </a:cubicBezTo>
                      <a:cubicBezTo>
                        <a:pt x="74" y="63"/>
                        <a:pt x="73" y="63"/>
                        <a:pt x="72" y="63"/>
                      </a:cubicBezTo>
                      <a:cubicBezTo>
                        <a:pt x="70" y="61"/>
                        <a:pt x="69" y="59"/>
                        <a:pt x="67" y="57"/>
                      </a:cubicBezTo>
                      <a:cubicBezTo>
                        <a:pt x="66" y="56"/>
                        <a:pt x="64" y="56"/>
                        <a:pt x="63" y="55"/>
                      </a:cubicBezTo>
                      <a:cubicBezTo>
                        <a:pt x="60" y="54"/>
                        <a:pt x="56" y="53"/>
                        <a:pt x="53" y="52"/>
                      </a:cubicBezTo>
                      <a:cubicBezTo>
                        <a:pt x="50" y="47"/>
                        <a:pt x="48" y="43"/>
                        <a:pt x="45" y="39"/>
                      </a:cubicBezTo>
                      <a:cubicBezTo>
                        <a:pt x="44" y="36"/>
                        <a:pt x="42" y="33"/>
                        <a:pt x="41" y="31"/>
                      </a:cubicBezTo>
                      <a:cubicBezTo>
                        <a:pt x="41" y="27"/>
                        <a:pt x="41" y="23"/>
                        <a:pt x="42" y="20"/>
                      </a:cubicBezTo>
                      <a:cubicBezTo>
                        <a:pt x="40" y="16"/>
                        <a:pt x="38" y="13"/>
                        <a:pt x="36" y="10"/>
                      </a:cubicBezTo>
                      <a:cubicBezTo>
                        <a:pt x="34" y="9"/>
                        <a:pt x="31" y="9"/>
                        <a:pt x="29" y="8"/>
                      </a:cubicBezTo>
                      <a:cubicBezTo>
                        <a:pt x="28" y="9"/>
                        <a:pt x="26" y="10"/>
                        <a:pt x="25" y="12"/>
                      </a:cubicBezTo>
                      <a:cubicBezTo>
                        <a:pt x="22" y="14"/>
                        <a:pt x="20" y="16"/>
                        <a:pt x="19" y="19"/>
                      </a:cubicBezTo>
                      <a:cubicBezTo>
                        <a:pt x="20" y="16"/>
                        <a:pt x="21" y="14"/>
                        <a:pt x="22" y="12"/>
                      </a:cubicBezTo>
                      <a:cubicBezTo>
                        <a:pt x="22" y="12"/>
                        <a:pt x="21" y="13"/>
                        <a:pt x="20" y="13"/>
                      </a:cubicBezTo>
                      <a:cubicBezTo>
                        <a:pt x="20" y="11"/>
                        <a:pt x="20" y="10"/>
                        <a:pt x="19" y="9"/>
                      </a:cubicBezTo>
                      <a:cubicBezTo>
                        <a:pt x="20" y="7"/>
                        <a:pt x="21" y="6"/>
                        <a:pt x="23" y="5"/>
                      </a:cubicBezTo>
                      <a:cubicBezTo>
                        <a:pt x="21" y="5"/>
                        <a:pt x="20" y="5"/>
                        <a:pt x="20" y="5"/>
                      </a:cubicBezTo>
                      <a:cubicBezTo>
                        <a:pt x="20" y="4"/>
                        <a:pt x="20" y="3"/>
                        <a:pt x="20" y="2"/>
                      </a:cubicBezTo>
                      <a:cubicBezTo>
                        <a:pt x="21" y="2"/>
                        <a:pt x="22" y="2"/>
                        <a:pt x="23" y="2"/>
                      </a:cubicBezTo>
                      <a:cubicBezTo>
                        <a:pt x="22" y="1"/>
                        <a:pt x="22" y="0"/>
                        <a:pt x="21" y="0"/>
                      </a:cubicBezTo>
                      <a:cubicBezTo>
                        <a:pt x="8" y="11"/>
                        <a:pt x="0" y="27"/>
                        <a:pt x="0" y="45"/>
                      </a:cubicBezTo>
                      <a:cubicBezTo>
                        <a:pt x="0" y="78"/>
                        <a:pt x="27" y="105"/>
                        <a:pt x="60" y="105"/>
                      </a:cubicBezTo>
                      <a:cubicBezTo>
                        <a:pt x="64" y="105"/>
                        <a:pt x="68" y="105"/>
                        <a:pt x="72" y="104"/>
                      </a:cubicBezTo>
                      <a:cubicBezTo>
                        <a:pt x="74" y="100"/>
                        <a:pt x="77" y="93"/>
                        <a:pt x="80" y="85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  <p:sp>
              <p:nvSpPr>
                <p:cNvPr id="24" name="Freeform 6"/>
                <p:cNvSpPr/>
                <p:nvPr/>
              </p:nvSpPr>
              <p:spPr bwMode="auto">
                <a:xfrm>
                  <a:off x="67" y="5"/>
                  <a:ext cx="224" cy="283"/>
                </a:xfrm>
                <a:custGeom>
                  <a:avLst/>
                  <a:gdLst>
                    <a:gd name="T0" fmla="*/ 32 w 92"/>
                    <a:gd name="T1" fmla="*/ 0 h 117"/>
                    <a:gd name="T2" fmla="*/ 0 w 92"/>
                    <a:gd name="T3" fmla="*/ 10 h 117"/>
                    <a:gd name="T4" fmla="*/ 11 w 92"/>
                    <a:gd name="T5" fmla="*/ 13 h 117"/>
                    <a:gd name="T6" fmla="*/ 17 w 92"/>
                    <a:gd name="T7" fmla="*/ 11 h 117"/>
                    <a:gd name="T8" fmla="*/ 26 w 92"/>
                    <a:gd name="T9" fmla="*/ 13 h 117"/>
                    <a:gd name="T10" fmla="*/ 47 w 92"/>
                    <a:gd name="T11" fmla="*/ 13 h 117"/>
                    <a:gd name="T12" fmla="*/ 49 w 92"/>
                    <a:gd name="T13" fmla="*/ 19 h 117"/>
                    <a:gd name="T14" fmla="*/ 40 w 92"/>
                    <a:gd name="T15" fmla="*/ 20 h 117"/>
                    <a:gd name="T16" fmla="*/ 38 w 92"/>
                    <a:gd name="T17" fmla="*/ 24 h 117"/>
                    <a:gd name="T18" fmla="*/ 48 w 92"/>
                    <a:gd name="T19" fmla="*/ 32 h 117"/>
                    <a:gd name="T20" fmla="*/ 50 w 92"/>
                    <a:gd name="T21" fmla="*/ 32 h 117"/>
                    <a:gd name="T22" fmla="*/ 50 w 92"/>
                    <a:gd name="T23" fmla="*/ 22 h 117"/>
                    <a:gd name="T24" fmla="*/ 56 w 92"/>
                    <a:gd name="T25" fmla="*/ 23 h 117"/>
                    <a:gd name="T26" fmla="*/ 59 w 92"/>
                    <a:gd name="T27" fmla="*/ 29 h 117"/>
                    <a:gd name="T28" fmla="*/ 61 w 92"/>
                    <a:gd name="T29" fmla="*/ 28 h 117"/>
                    <a:gd name="T30" fmla="*/ 67 w 92"/>
                    <a:gd name="T31" fmla="*/ 43 h 117"/>
                    <a:gd name="T32" fmla="*/ 60 w 92"/>
                    <a:gd name="T33" fmla="*/ 45 h 117"/>
                    <a:gd name="T34" fmla="*/ 53 w 92"/>
                    <a:gd name="T35" fmla="*/ 49 h 117"/>
                    <a:gd name="T36" fmla="*/ 48 w 92"/>
                    <a:gd name="T37" fmla="*/ 57 h 117"/>
                    <a:gd name="T38" fmla="*/ 48 w 92"/>
                    <a:gd name="T39" fmla="*/ 61 h 117"/>
                    <a:gd name="T40" fmla="*/ 45 w 92"/>
                    <a:gd name="T41" fmla="*/ 62 h 117"/>
                    <a:gd name="T42" fmla="*/ 44 w 92"/>
                    <a:gd name="T43" fmla="*/ 57 h 117"/>
                    <a:gd name="T44" fmla="*/ 34 w 92"/>
                    <a:gd name="T45" fmla="*/ 58 h 117"/>
                    <a:gd name="T46" fmla="*/ 32 w 92"/>
                    <a:gd name="T47" fmla="*/ 64 h 117"/>
                    <a:gd name="T48" fmla="*/ 35 w 92"/>
                    <a:gd name="T49" fmla="*/ 68 h 117"/>
                    <a:gd name="T50" fmla="*/ 38 w 92"/>
                    <a:gd name="T51" fmla="*/ 65 h 117"/>
                    <a:gd name="T52" fmla="*/ 42 w 92"/>
                    <a:gd name="T53" fmla="*/ 65 h 117"/>
                    <a:gd name="T54" fmla="*/ 40 w 92"/>
                    <a:gd name="T55" fmla="*/ 70 h 117"/>
                    <a:gd name="T56" fmla="*/ 44 w 92"/>
                    <a:gd name="T57" fmla="*/ 70 h 117"/>
                    <a:gd name="T58" fmla="*/ 45 w 92"/>
                    <a:gd name="T59" fmla="*/ 76 h 117"/>
                    <a:gd name="T60" fmla="*/ 48 w 92"/>
                    <a:gd name="T61" fmla="*/ 76 h 117"/>
                    <a:gd name="T62" fmla="*/ 50 w 92"/>
                    <a:gd name="T63" fmla="*/ 73 h 117"/>
                    <a:gd name="T64" fmla="*/ 62 w 92"/>
                    <a:gd name="T65" fmla="*/ 74 h 117"/>
                    <a:gd name="T66" fmla="*/ 68 w 92"/>
                    <a:gd name="T67" fmla="*/ 79 h 117"/>
                    <a:gd name="T68" fmla="*/ 68 w 92"/>
                    <a:gd name="T69" fmla="*/ 84 h 117"/>
                    <a:gd name="T70" fmla="*/ 73 w 92"/>
                    <a:gd name="T71" fmla="*/ 86 h 117"/>
                    <a:gd name="T72" fmla="*/ 70 w 92"/>
                    <a:gd name="T73" fmla="*/ 99 h 117"/>
                    <a:gd name="T74" fmla="*/ 66 w 92"/>
                    <a:gd name="T75" fmla="*/ 101 h 117"/>
                    <a:gd name="T76" fmla="*/ 65 w 92"/>
                    <a:gd name="T77" fmla="*/ 105 h 117"/>
                    <a:gd name="T78" fmla="*/ 53 w 92"/>
                    <a:gd name="T79" fmla="*/ 116 h 117"/>
                    <a:gd name="T80" fmla="*/ 53 w 92"/>
                    <a:gd name="T81" fmla="*/ 117 h 117"/>
                    <a:gd name="T82" fmla="*/ 92 w 92"/>
                    <a:gd name="T83" fmla="*/ 60 h 117"/>
                    <a:gd name="T84" fmla="*/ 32 w 92"/>
                    <a:gd name="T85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2" h="117">
                      <a:moveTo>
                        <a:pt x="32" y="0"/>
                      </a:moveTo>
                      <a:cubicBezTo>
                        <a:pt x="20" y="0"/>
                        <a:pt x="9" y="4"/>
                        <a:pt x="0" y="10"/>
                      </a:cubicBezTo>
                      <a:cubicBezTo>
                        <a:pt x="4" y="11"/>
                        <a:pt x="7" y="12"/>
                        <a:pt x="11" y="13"/>
                      </a:cubicBezTo>
                      <a:cubicBezTo>
                        <a:pt x="13" y="12"/>
                        <a:pt x="15" y="11"/>
                        <a:pt x="17" y="11"/>
                      </a:cubicBezTo>
                      <a:cubicBezTo>
                        <a:pt x="20" y="11"/>
                        <a:pt x="23" y="12"/>
                        <a:pt x="26" y="13"/>
                      </a:cubicBezTo>
                      <a:cubicBezTo>
                        <a:pt x="34" y="13"/>
                        <a:pt x="41" y="12"/>
                        <a:pt x="47" y="13"/>
                      </a:cubicBezTo>
                      <a:cubicBezTo>
                        <a:pt x="48" y="14"/>
                        <a:pt x="48" y="17"/>
                        <a:pt x="49" y="19"/>
                      </a:cubicBezTo>
                      <a:cubicBezTo>
                        <a:pt x="46" y="19"/>
                        <a:pt x="43" y="20"/>
                        <a:pt x="40" y="20"/>
                      </a:cubicBezTo>
                      <a:cubicBezTo>
                        <a:pt x="39" y="21"/>
                        <a:pt x="39" y="22"/>
                        <a:pt x="38" y="24"/>
                      </a:cubicBezTo>
                      <a:cubicBezTo>
                        <a:pt x="41" y="26"/>
                        <a:pt x="45" y="29"/>
                        <a:pt x="48" y="32"/>
                      </a:cubicBezTo>
                      <a:cubicBezTo>
                        <a:pt x="48" y="32"/>
                        <a:pt x="49" y="32"/>
                        <a:pt x="50" y="32"/>
                      </a:cubicBezTo>
                      <a:cubicBezTo>
                        <a:pt x="50" y="29"/>
                        <a:pt x="50" y="25"/>
                        <a:pt x="50" y="22"/>
                      </a:cubicBezTo>
                      <a:cubicBezTo>
                        <a:pt x="52" y="23"/>
                        <a:pt x="54" y="23"/>
                        <a:pt x="56" y="23"/>
                      </a:cubicBezTo>
                      <a:cubicBezTo>
                        <a:pt x="57" y="25"/>
                        <a:pt x="58" y="27"/>
                        <a:pt x="59" y="29"/>
                      </a:cubicBezTo>
                      <a:cubicBezTo>
                        <a:pt x="59" y="29"/>
                        <a:pt x="60" y="28"/>
                        <a:pt x="61" y="28"/>
                      </a:cubicBezTo>
                      <a:cubicBezTo>
                        <a:pt x="63" y="33"/>
                        <a:pt x="65" y="38"/>
                        <a:pt x="67" y="43"/>
                      </a:cubicBezTo>
                      <a:cubicBezTo>
                        <a:pt x="65" y="43"/>
                        <a:pt x="63" y="44"/>
                        <a:pt x="60" y="45"/>
                      </a:cubicBezTo>
                      <a:cubicBezTo>
                        <a:pt x="58" y="46"/>
                        <a:pt x="56" y="47"/>
                        <a:pt x="53" y="49"/>
                      </a:cubicBezTo>
                      <a:cubicBezTo>
                        <a:pt x="52" y="51"/>
                        <a:pt x="50" y="54"/>
                        <a:pt x="48" y="57"/>
                      </a:cubicBezTo>
                      <a:cubicBezTo>
                        <a:pt x="48" y="58"/>
                        <a:pt x="48" y="60"/>
                        <a:pt x="48" y="61"/>
                      </a:cubicBezTo>
                      <a:cubicBezTo>
                        <a:pt x="47" y="61"/>
                        <a:pt x="46" y="62"/>
                        <a:pt x="45" y="62"/>
                      </a:cubicBezTo>
                      <a:cubicBezTo>
                        <a:pt x="45" y="60"/>
                        <a:pt x="44" y="58"/>
                        <a:pt x="44" y="57"/>
                      </a:cubicBezTo>
                      <a:cubicBezTo>
                        <a:pt x="41" y="57"/>
                        <a:pt x="37" y="58"/>
                        <a:pt x="34" y="58"/>
                      </a:cubicBezTo>
                      <a:cubicBezTo>
                        <a:pt x="34" y="60"/>
                        <a:pt x="33" y="62"/>
                        <a:pt x="32" y="64"/>
                      </a:cubicBezTo>
                      <a:cubicBezTo>
                        <a:pt x="33" y="65"/>
                        <a:pt x="34" y="66"/>
                        <a:pt x="35" y="68"/>
                      </a:cubicBezTo>
                      <a:cubicBezTo>
                        <a:pt x="36" y="67"/>
                        <a:pt x="37" y="66"/>
                        <a:pt x="38" y="65"/>
                      </a:cubicBezTo>
                      <a:cubicBezTo>
                        <a:pt x="39" y="65"/>
                        <a:pt x="41" y="65"/>
                        <a:pt x="42" y="65"/>
                      </a:cubicBezTo>
                      <a:cubicBezTo>
                        <a:pt x="41" y="67"/>
                        <a:pt x="41" y="68"/>
                        <a:pt x="40" y="70"/>
                      </a:cubicBezTo>
                      <a:cubicBezTo>
                        <a:pt x="41" y="70"/>
                        <a:pt x="43" y="70"/>
                        <a:pt x="44" y="70"/>
                      </a:cubicBezTo>
                      <a:cubicBezTo>
                        <a:pt x="45" y="72"/>
                        <a:pt x="45" y="74"/>
                        <a:pt x="45" y="76"/>
                      </a:cubicBezTo>
                      <a:cubicBezTo>
                        <a:pt x="46" y="76"/>
                        <a:pt x="47" y="76"/>
                        <a:pt x="48" y="76"/>
                      </a:cubicBezTo>
                      <a:cubicBezTo>
                        <a:pt x="49" y="75"/>
                        <a:pt x="49" y="74"/>
                        <a:pt x="50" y="73"/>
                      </a:cubicBezTo>
                      <a:cubicBezTo>
                        <a:pt x="54" y="73"/>
                        <a:pt x="58" y="74"/>
                        <a:pt x="62" y="74"/>
                      </a:cubicBezTo>
                      <a:cubicBezTo>
                        <a:pt x="64" y="76"/>
                        <a:pt x="66" y="78"/>
                        <a:pt x="68" y="79"/>
                      </a:cubicBezTo>
                      <a:cubicBezTo>
                        <a:pt x="68" y="81"/>
                        <a:pt x="68" y="82"/>
                        <a:pt x="68" y="84"/>
                      </a:cubicBezTo>
                      <a:cubicBezTo>
                        <a:pt x="70" y="85"/>
                        <a:pt x="72" y="86"/>
                        <a:pt x="73" y="86"/>
                      </a:cubicBezTo>
                      <a:cubicBezTo>
                        <a:pt x="72" y="90"/>
                        <a:pt x="71" y="94"/>
                        <a:pt x="70" y="99"/>
                      </a:cubicBezTo>
                      <a:cubicBezTo>
                        <a:pt x="69" y="99"/>
                        <a:pt x="68" y="100"/>
                        <a:pt x="66" y="101"/>
                      </a:cubicBezTo>
                      <a:cubicBezTo>
                        <a:pt x="66" y="103"/>
                        <a:pt x="65" y="104"/>
                        <a:pt x="65" y="105"/>
                      </a:cubicBezTo>
                      <a:cubicBezTo>
                        <a:pt x="62" y="109"/>
                        <a:pt x="58" y="113"/>
                        <a:pt x="53" y="116"/>
                      </a:cubicBezTo>
                      <a:cubicBezTo>
                        <a:pt x="53" y="116"/>
                        <a:pt x="53" y="116"/>
                        <a:pt x="53" y="117"/>
                      </a:cubicBezTo>
                      <a:cubicBezTo>
                        <a:pt x="76" y="108"/>
                        <a:pt x="92" y="86"/>
                        <a:pt x="92" y="60"/>
                      </a:cubicBezTo>
                      <a:cubicBezTo>
                        <a:pt x="92" y="27"/>
                        <a:pt x="65" y="0"/>
                        <a:pt x="32" y="0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</p:grpSp>
        </p:grpSp>
        <p:sp>
          <p:nvSpPr>
            <p:cNvPr id="26" name="任意多边形 25"/>
            <p:cNvSpPr/>
            <p:nvPr/>
          </p:nvSpPr>
          <p:spPr>
            <a:xfrm>
              <a:off x="2843869" y="1342618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843869" y="3604342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87051" y="1424485"/>
            <a:ext cx="566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前端开发（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UI/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交互）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87053" y="2673772"/>
            <a:ext cx="51574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后端开发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技术预研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687053" y="3917856"/>
            <a:ext cx="447675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项目管理与文档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687053" y="5074677"/>
            <a:ext cx="447675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3600" b="1" kern="0" dirty="0" smtClea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产品包装与简介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823005" y="951774"/>
            <a:ext cx="10545989" cy="495445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600"/>
              <a:t>前端开发（</a:t>
            </a:r>
            <a:r>
              <a:rPr lang="en-US" altLang="zh-CN" sz="3600"/>
              <a:t>UI/</a:t>
            </a:r>
            <a:r>
              <a:rPr lang="zh-CN" altLang="en-US" sz="3600"/>
              <a:t>交互）： 李婉</a:t>
            </a:r>
            <a:r>
              <a:rPr lang="en-US" altLang="zh-CN" sz="3600"/>
              <a:t> </a:t>
            </a:r>
            <a:r>
              <a:rPr lang="zh-CN" altLang="en-US" sz="3600"/>
              <a:t>、谭紫洋– 负责界面实现与用户体验。   </a:t>
            </a:r>
            <a:endParaRPr lang="zh-CN" altLang="en-US" sz="3600"/>
          </a:p>
          <a:p>
            <a:r>
              <a:rPr lang="zh-CN" altLang="en-US" sz="3600"/>
              <a:t>后端开发</a:t>
            </a:r>
            <a:r>
              <a:rPr lang="en-US" altLang="zh-CN" sz="3600"/>
              <a:t>/</a:t>
            </a:r>
            <a:r>
              <a:rPr lang="zh-CN" altLang="en-US" sz="3600"/>
              <a:t>技术预研： 罗晨雨</a:t>
            </a:r>
            <a:r>
              <a:rPr lang="en-US" altLang="zh-CN" sz="3600"/>
              <a:t> </a:t>
            </a:r>
            <a:r>
              <a:rPr lang="zh-CN" altLang="en-US" sz="3600"/>
              <a:t>– 负责</a:t>
            </a:r>
            <a:r>
              <a:rPr lang="en-US" altLang="zh-CN" sz="3600"/>
              <a:t>API</a:t>
            </a:r>
            <a:r>
              <a:rPr lang="zh-CN" altLang="en-US" sz="3600"/>
              <a:t>设计与数据管理。</a:t>
            </a:r>
            <a:endParaRPr lang="zh-CN" altLang="en-US" sz="3600"/>
          </a:p>
          <a:p>
            <a:r>
              <a:rPr lang="zh-CN" altLang="en-US" sz="3600"/>
              <a:t>全栈：张楚晗 、黄一馨 、杨俊强 项目管理与文档： 叶晨杰</a:t>
            </a:r>
            <a:r>
              <a:rPr lang="en-US" altLang="zh-CN" sz="3600"/>
              <a:t> </a:t>
            </a:r>
            <a:r>
              <a:rPr lang="zh-CN" altLang="en-US" sz="3600"/>
              <a:t>– 确保流程规范、文档齐全。  </a:t>
            </a:r>
            <a:endParaRPr lang="zh-CN" altLang="en-US" sz="3600"/>
          </a:p>
          <a:p>
            <a:r>
              <a:rPr lang="zh-CN" altLang="en-US" sz="3600"/>
              <a:t>产品包装与宣介： 柳雨汐、许金涵 – 负责</a:t>
            </a:r>
            <a:r>
              <a:rPr lang="en-US" altLang="zh-CN" sz="3600"/>
              <a:t>PPT</a:t>
            </a:r>
            <a:r>
              <a:rPr lang="zh-CN" altLang="en-US" sz="3600"/>
              <a:t>、答辩话术等价值呈现。</a:t>
            </a:r>
            <a:endParaRPr lang="zh-CN" altLang="en-US"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23742"/>
              <a:ext cx="1620880" cy="50820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 defTabSz="914400"/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六</a:t>
              </a:r>
              <a:r>
                <a:rPr lang="zh-CN" altLang="en-US" sz="3600" kern="0" dirty="0" smtClean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</a:t>
              </a:r>
              <a:endParaRPr lang="zh-CN" altLang="en-US" sz="3600" kern="0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 smtClean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 smtClean="0">
                  <a:solidFill>
                    <a:srgbClr val="F5F0EA"/>
                  </a:solidFill>
                </a:rPr>
                <a:t>预期成果</a:t>
              </a:r>
              <a:r>
                <a:rPr lang="en-US" altLang="zh-CN" sz="4800" b="1" dirty="0" smtClean="0">
                  <a:solidFill>
                    <a:srgbClr val="F5F0EA"/>
                  </a:solidFill>
                </a:rPr>
                <a:t>』</a:t>
              </a:r>
              <a:endParaRPr lang="en-US" altLang="zh-CN" sz="4800" b="1" dirty="0">
                <a:solidFill>
                  <a:srgbClr val="F5F0EA"/>
                </a:solidFill>
              </a:endParaRP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ost_object_image_1221062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12" y="1390009"/>
            <a:ext cx="2769164" cy="2768149"/>
          </a:xfrm>
          <a:prstGeom prst="rect">
            <a:avLst/>
          </a:prstGeom>
        </p:spPr>
      </p:pic>
      <p:pic>
        <p:nvPicPr>
          <p:cNvPr id="5" name="图片 4" descr="post_object_image_2990615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251" y="1404927"/>
            <a:ext cx="2753211" cy="2753211"/>
          </a:xfrm>
          <a:prstGeom prst="rect">
            <a:avLst/>
          </a:prstGeom>
        </p:spPr>
      </p:pic>
      <p:pic>
        <p:nvPicPr>
          <p:cNvPr id="6" name="图片 5" descr="post_object_image_13000856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923" y="1404931"/>
            <a:ext cx="2753207" cy="2753207"/>
          </a:xfrm>
          <a:prstGeom prst="rect">
            <a:avLst/>
          </a:prstGeom>
        </p:spPr>
      </p:pic>
      <p:pic>
        <p:nvPicPr>
          <p:cNvPr id="8" name="图片 7" descr="post_object_image_19762619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77" y="3566694"/>
            <a:ext cx="2769086" cy="591444"/>
          </a:xfrm>
          <a:prstGeom prst="rect">
            <a:avLst/>
          </a:prstGeom>
        </p:spPr>
      </p:pic>
      <p:pic>
        <p:nvPicPr>
          <p:cNvPr id="9" name="图片 8" descr="post_object_image_2648569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83" y="3566694"/>
            <a:ext cx="2753207" cy="607081"/>
          </a:xfrm>
          <a:prstGeom prst="rect">
            <a:avLst/>
          </a:prstGeom>
        </p:spPr>
      </p:pic>
      <p:pic>
        <p:nvPicPr>
          <p:cNvPr id="10" name="图片 9" descr="post_object_image_6877279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950" y="3566694"/>
            <a:ext cx="2753207" cy="591444"/>
          </a:xfrm>
          <a:prstGeom prst="rect">
            <a:avLst/>
          </a:prstGeom>
        </p:spPr>
      </p:pic>
      <p:pic>
        <p:nvPicPr>
          <p:cNvPr id="3" name="图片 2" descr="post_object_image_24117256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43" y="0"/>
            <a:ext cx="611682" cy="1021059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783373" y="-89715"/>
            <a:ext cx="1952236" cy="100575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chemeClr val="bg1"/>
                </a:solidFill>
              </a:rPr>
              <a:t>6</a:t>
            </a:r>
            <a:endParaRPr lang="zh-CN" altLang="en-US" sz="60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285909" y="167467"/>
            <a:ext cx="2232772" cy="54169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可预期成果</a:t>
            </a:r>
            <a:endParaRPr lang="zh-CN" altLang="en-US" sz="28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659002" y="1947031"/>
            <a:ext cx="818263" cy="1159965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76635" y="4345058"/>
            <a:ext cx="2442017" cy="1192073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zh-CN" altLang="en-US" sz="2400"/>
              <a:t>一个可访问的线上项目演示地址。 </a:t>
            </a:r>
            <a:endParaRPr lang="zh-CN" altLang="en-US" sz="240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823236" y="4345058"/>
            <a:ext cx="2368272" cy="92798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完整的技术文档与项目总结报告。 </a:t>
            </a:r>
            <a:endParaRPr lang="zh-CN" altLang="en-US" sz="240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610494" y="4345058"/>
            <a:ext cx="2349534" cy="203223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一次完整的全栈开发实践经验。</a:t>
            </a:r>
            <a:endParaRPr lang="zh-CN" altLang="en-US" sz="2400"/>
          </a:p>
        </p:txBody>
      </p:sp>
      <p:pic>
        <p:nvPicPr>
          <p:cNvPr id="19" name="图片 18" descr="post_object_image_18744240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082" y="1981374"/>
            <a:ext cx="1831142" cy="1585384"/>
          </a:xfrm>
          <a:prstGeom prst="rect">
            <a:avLst/>
          </a:prstGeom>
        </p:spPr>
      </p:pic>
      <p:pic>
        <p:nvPicPr>
          <p:cNvPr id="20" name="图片 19" descr="post_object_image_36510393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311" y="1981437"/>
            <a:ext cx="1479016" cy="1472102"/>
          </a:xfrm>
          <a:prstGeom prst="rect">
            <a:avLst/>
          </a:prstGeom>
        </p:spPr>
      </p:pic>
      <p:pic>
        <p:nvPicPr>
          <p:cNvPr id="21" name="图片 20" descr="post_object_image_20102094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7110" y="1981437"/>
            <a:ext cx="1700277" cy="14720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post_object_image_38157699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14" y="1498625"/>
            <a:ext cx="11809536" cy="3736394"/>
          </a:xfrm>
          <a:prstGeom prst="rect">
            <a:avLst/>
          </a:prstGeom>
        </p:spPr>
      </p:pic>
      <p:pic>
        <p:nvPicPr>
          <p:cNvPr id="8" name="图片 7" descr="post_object_image_23432844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8" y="2314360"/>
            <a:ext cx="11809621" cy="2267806"/>
          </a:xfrm>
          <a:prstGeom prst="rect">
            <a:avLst/>
          </a:prstGeom>
        </p:spPr>
      </p:pic>
      <p:pic>
        <p:nvPicPr>
          <p:cNvPr id="9" name="图片 8" descr="post_object_image_3592051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76" y="2547914"/>
            <a:ext cx="1817120" cy="1817120"/>
          </a:xfrm>
          <a:prstGeom prst="rect">
            <a:avLst/>
          </a:prstGeom>
        </p:spPr>
      </p:pic>
      <p:pic>
        <p:nvPicPr>
          <p:cNvPr id="10" name="图片 9" descr="post_object_image_60465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46" y="2428629"/>
            <a:ext cx="2055830" cy="2055830"/>
          </a:xfrm>
          <a:prstGeom prst="rect">
            <a:avLst/>
          </a:prstGeom>
        </p:spPr>
      </p:pic>
      <p:sp>
        <p:nvSpPr>
          <p:cNvPr id="12" name="五边形 11"/>
          <p:cNvSpPr/>
          <p:nvPr/>
        </p:nvSpPr>
        <p:spPr>
          <a:xfrm rot="5400000">
            <a:off x="495486" y="175440"/>
            <a:ext cx="891694" cy="540815"/>
          </a:xfrm>
          <a:prstGeom prst="homePlate">
            <a:avLst>
              <a:gd name="adj" fmla="val 33783"/>
            </a:avLst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70926" y="0"/>
            <a:ext cx="3067746" cy="89169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4800">
                <a:solidFill>
                  <a:schemeClr val="bg1"/>
                </a:solidFill>
              </a:rPr>
              <a:t>6</a:t>
            </a:r>
            <a:endParaRPr lang="zh-CN" altLang="en-US" sz="48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3044392" y="2737752"/>
            <a:ext cx="8031131" cy="110632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项目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展望：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* 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项目展望： 如果时间充裕，可考虑扩展功能（如：学习数据分析报告、目标设定与达成率等）。</a:t>
            </a:r>
            <a:endParaRPr lang="zh-CN" altLang="en-US"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044342" y="3642484"/>
            <a:ext cx="8383812" cy="551106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目的： 管理评委的期望，突出核心产出是“一个可演示的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MVP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”和“团队的成长”。</a:t>
            </a:r>
            <a:endParaRPr lang="zh-CN" altLang="en-US" b="1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7" name="图片 16" descr="post_object_image_39637032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163" y="2993132"/>
            <a:ext cx="1407220" cy="965200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211809" y="114249"/>
            <a:ext cx="2526896" cy="77744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chemeClr val="tx1">
                    <a:lumMod val="50000"/>
                    <a:lumOff val="50000"/>
                  </a:schemeClr>
                </a:solidFill>
              </a:rPr>
              <a:t>预期成果</a:t>
            </a:r>
            <a:endParaRPr lang="zh-CN" altLang="en-US" sz="32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588148" y="-2857500"/>
            <a:ext cx="9020476" cy="1083694"/>
            <a:chOff x="993739" y="977900"/>
            <a:chExt cx="7851007" cy="1083694"/>
          </a:xfrm>
        </p:grpSpPr>
        <p:sp>
          <p:nvSpPr>
            <p:cNvPr id="20" name="任意多边形 19"/>
            <p:cNvSpPr/>
            <p:nvPr/>
          </p:nvSpPr>
          <p:spPr>
            <a:xfrm rot="10800000">
              <a:off x="7399213" y="124613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993739" y="132492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97449" y="977900"/>
              <a:ext cx="6243587" cy="726290"/>
            </a:xfrm>
            <a:prstGeom prst="rect">
              <a:avLst/>
            </a:prstGeom>
            <a:solidFill>
              <a:srgbClr val="676661"/>
            </a:solidFill>
            <a:ln w="28575"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793477" y="2752253"/>
            <a:ext cx="864852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6600" b="1" dirty="0">
                <a:solidFill>
                  <a:srgbClr val="777671"/>
                </a:solidFill>
                <a:latin typeface="微软雅黑" charset="0"/>
                <a:ea typeface="微软雅黑" charset="0"/>
                <a:cs typeface="微软雅黑" charset="0"/>
              </a:rPr>
              <a:t>感谢</a:t>
            </a:r>
            <a:r>
              <a:rPr kumimoji="1" lang="zh-CN" altLang="en-US" sz="6600" b="1" dirty="0" smtClean="0">
                <a:solidFill>
                  <a:srgbClr val="777671"/>
                </a:solidFill>
                <a:latin typeface="微软雅黑" charset="0"/>
                <a:ea typeface="微软雅黑" charset="0"/>
                <a:cs typeface="微软雅黑" charset="0"/>
              </a:rPr>
              <a:t>各位老师</a:t>
            </a:r>
            <a:r>
              <a:rPr kumimoji="1" lang="zh-CN" altLang="en-US" sz="6600" b="1" dirty="0">
                <a:solidFill>
                  <a:srgbClr val="777671"/>
                </a:solidFill>
                <a:latin typeface="微软雅黑" charset="0"/>
                <a:ea typeface="微软雅黑" charset="0"/>
                <a:cs typeface="微软雅黑" charset="0"/>
              </a:rPr>
              <a:t>评判指导</a:t>
            </a:r>
            <a:endParaRPr kumimoji="1" lang="zh-CN" altLang="en-US" sz="6600" b="1" dirty="0">
              <a:solidFill>
                <a:srgbClr val="77767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904632" y="6050305"/>
            <a:ext cx="35712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答辩人：张钦宇</a:t>
            </a:r>
            <a:endParaRPr lang="zh-CN" altLang="en-US" sz="2400" b="1" dirty="0">
              <a:solidFill>
                <a:srgbClr val="F5F0E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0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7666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Ym05MFpTVXlNaVV6UVNVeU1pVXlNaVV5UXlVeU1tMWhjbWRwYmlVeU1pVXpRU1UzUWlVeU1tTm9hV3hrVFdGeVoybHVWeVV5TWlVelFURXdKVEpESlRJeVkyaHBiR1JOWVhKbmFXNUlKVEl5SlROQk5TVXlReVV5TW0xaGNtZHBia2dsTWpJbE0wRXhNQ1UzUkNVeVF5VXlNbU5vYVd4a2NtVnVKVEl5SlROQkpUVkNKVGRDSlRJeWNHRnlaVzUwSlRJeUpUTkJKVEl5Y205dmRDVXlNaVV5UXlVeU1tTm9hV3hrY21WdUpUSXlKVE5CSlRWQ0pUZENKVEl5Y0dGeVpXNTBKVEl5SlROQkpUSXlNek5sWTJKaE9HTTNOMll4SlRJeUpUSkRKVEl5WTJocGJHUnlaVzRsTWpJbE0wRWxOVUlsTlVRbE1rTWxNakpwWkNVeU1pVXpRU1V5TWpZNU5EWTNNMkkwWVdJMlppVXlNaVV5UXlVeU1uUnBkR3hsSlRJeUpUTkJKVEl5Vm5WbExtcHpKVEkyYm1KemNDVXpRaVV5TWlVM1JDVXlReVUzUWlVeU1uQmhjbVZ1ZENVeU1pVXpRU1V5TWpNelpXTmlZVGhqTnpkbU1TVXlNaVV5UXlVeU1tTm9hV3hrY21WdUpUSXlKVE5CSlRWQ0pUVkVKVEpESlRJeWFXUWxNaklsTTBFbE1qSTFNMkptWWpsaFpXTTBaRGdsTWpJbE1rTWxNakowYVhSc1pTVXlNaVV6UVNVeU1rcGhkbUZUWTNKcGNIUWxNaklsTjBRbE5VUWxNa01sTWpKcFpDVXlNaVV6UVNVeU1qTXpaV05pWVRoak56ZG1NU1V5TWlVeVF5VXlNblJwZEd4bEpUSXlKVE5CSlRJeUpVVTFKVGc1SlRoRUpVVTNKVUZDSlVGR0pUSXlKVGRFSlRKREpUZENKVEl5Y0dGeVpXNTBKVEl5SlROQkpUSXljbTl2ZENVeU1pVXlReVV5TW1Ob2FXeGtjbVZ1SlRJeUpUTkJKVFZDSlRkQ0pUSXljR0Z5Wlc1MEpUSXlKVE5CSlRJeU56ZzVPV0psTjJabE5tVmlKVEl5SlRKREpUSXlZMmhwYkdSeVpXNGxNaklsTTBFbE5VSWxOVVFsTWtNbE1qSnBaQ1V5TWlVelFTVXlNalExT0daak9EQm1ORFl3T1NVeU1pVXlReVV5TW5ScGRHeGxKVEl5SlROQkpUSXlUbTlrWlM1cWN5VXlNaVUzUkNVeVF5VTNRaVV5TW5CaGNtVnVkQ1V5TWlVelFTVXlNamM0T1RsaVpUZG1aVFpsWWlVeU1pVXlReVV5TW1Ob2FXeGtjbVZ1SlRJeUpUTkJKVFZDSlRWRUpUSkRKVEl5YVdRbE1qSWxNMEVsTWpJNE0ySTNNR0k1T0RJNE9HUWxNaklsTWtNbE1qSjBhWFJzWlNVeU1pVXpRU1V5TWtWNGNISmxjM01sTWpJbE4wUWxOVVFsTWtNbE1qSnBaQ1V5TWlVelFTVXlNamM0T1RsaVpUZG1aVFpsWWlVeU1pVXlReVV5TW5ScGRHeGxKVEl5SlROQkpUSXlKVVUxSlRrd0pUaEZKVVUzSlVGQ0pVRkdKVEl5SlRkRUpUSkRKVGRDSlRJeWNHRnlaVzUwSlRJeUpUTkJKVEl5Y205dmRDVXlNaVV5UXlVeU1tTm9hV3hrY21WdUpUSXlKVE5CSlRWQ0pUZENKVEl5Y0dGeVpXNTBKVEl5SlROQkpUSXlaR0V5TUdZMFkyRTFaVEk1SlRJeUpUSkRKVEl5WTJocGJHUnlaVzRsTWpJbE0wRWxOVUlsTlVRbE1rTWxNakpwWkNVeU1pVXpRU1V5TWpJMk9UbGtPR1k1TjJGbFpDVXlNaVV5UXlVeU1uUnBkR3hsSlRJeUpUTkJKVEl5U2xOUFRpVkZOaVU1TmlVNE55VkZOQ1ZDUWlWQ05pVXlSbE5SVEdsMFpTVXlNaVUzUkNVMVJDVXlReVV5TW1sa0pUSXlKVE5CSlRJeVpHRXlNR1kwWTJFMVpUSTVKVEl5SlRKREpUSXlkR2wwYkdVbE1qSWxNMEVsTWpJbFJUWWxPVFVsUWpBbFJUWWxPRVFsUVVVbFJUVWxRakVsT0RJbE1qSWxOMFFsTlVRbE1rTWxNakp5YjI5MEpUSXlKVE5CZEhKMVpTVXlReVV5TW5OMGVXeGxKVEl5SlROQkpUZENKVEl5WW1GamEyZHliM1Z1WkMxamIyeHZjaVV5TWlVelFTVXlNaVV5TXpKak56bGpNU1V5TWlVM1JDVXlReVV5TW5Sb1pXMWxKVEl5SlROQkpUSXlKVGRDSlRWREpUSXlZbUZqYTJkeWIzVnVaQ1UxUXlVeU1pVXpRU1UxUXlVeU1pVXlNMlptWm1abVppVTFReVV5TWlVeVF5VTFReVV5TW5Sb2RXMWlWWEpzSlRWREpUSXlKVE5CSlRWREpUSXlhSFIwY0hNbE0wRWxNa1lsTWtaM2QzY3VjSEp2WTJWemMyOXVMbU52YlNVeVJtRnpjMlYwY3lVeVJtbHRZV2RsY3lVeVJtMXBibVFsTWtadGNpNXFjR2NsTlVNbE1qSWxNa01sTlVNbE1qSjBhR2x1Ym1WeUpUVkRKVEl5SlROQlptRnNjMlVsTWtNbE5VTWxNakowYVhSc1pTVTFReVV5TWlVelFTVTFReVV5TWlWRk9TVkNRaVU1T0NWRk9DVkJSU1ZCTkNWRk9TVkJNeVU0UlNWRk5pVkJNQ1ZDUXlVMVF5VXlNaVV5UXlVMVF5VXlNbTFoY21kcGJrZ2xOVU1sTWpJbE0wRXpNQ1V5UXlVMVF5VXlNbTFoY21kcGJsY2xOVU1sTWpJbE0wRTRNQ1V5UXlVMVF5VXlNbU5vYVd4a1RXRnlaMmx1U0NVMVF5VXlNaVV6UVRJd0pUSkRKVFZESlRJeVkyaHBiR1JOWVhKbmFXNVhKVFZESlRJeUpUTkJNVElsTWtNbE5VTWxNakpqYjIxdGIyNGxOVU1sTWpJbE0wRWxOMElsTlVNbE1qSm1ZVzFwYkhrbE5VTWxNaklsTTBFbE5VTWxNaklsUlRVbFFrVWxRVVVsUlRnbFFrUWxRVVlsUlRrbE9VSWxPRFVsUlRrbFFrSWxPVEVsTlVNbE1qSWxNa01sTlVNbE1qSmliMnhrSlRWREpUSXlKVE5CZEhKMVpTVXlReVUxUXlVeU1tbDBZV3hwWXlVMVF5VXlNaVV6UVdaaGJITmxKVEpESlRWREpUSXlkR1Y0ZEVGc2FXZHVKVFZESlRJeUpUTkJKVFZESlRJeWJHVm1kQ1UxUXlVeU1pVTNSQ1V5UXlVMVF5VXlNbU52Ym01bFkzUnBiMjVUZEhsc1pTVTFReVV5TWlVelFTVTNRaVUxUXlVeU1teHBibVZYYVdSMGFDVTFReVV5TWlVelFUSWxNa01sTlVNbE1qSnNhVzVsUTI5c2IzSWxOVU1sTWpJbE0wRWxOVU1sTWpKeVoySW9NVEV6SlRKREpUSXdNakF6SlRKREpUSXdORFVwSlRWREpUSXlKVEpESlRWREpUSXlZMjlzYjNJbE5VTWxNaklsTTBFbE5VTWxNaklsTWpObVptWm1abVlsTlVNbE1qSWxOMFFsTWtNbE5VTWxNakpqWlc1MFpYSlViM0JwWXlVMVF5VXlNaVV6UVNVM1FpVTFReVV5TW1KaFkydG5jbTkxYm1SRGIyeHZjaVUxUXlVeU1pVXpRU1UxUXlVeU1pVXlNMlptTlRNMVl5VTFReVV5TWlVeVF5VTFReVV5TW1OdmJHOXlKVFZESlRJeUpUTkJKVFZESlRJeUpUSXpabVptSlRWREpUSXlKVEpESlRWREpUSXlabTl1ZEMxemFYcGxKVFZESlRJeUpUTkJKVFZESlRJeU1qUndlQ1UxUXlVeU1pVXlReVUxUXlVeU1tSnZjbVJsY2kxeVlXUnBkWE1sTlVNbE1qSWxNMEVsTlVNbE1qSTFjSGdsTlVNbE1qSWxNa01sTlVNbE1qSndZV1JrYVc1bkpUVkRKVEl5SlROQkpUVkRKVEl5TVRad2VDVXlNREkyY0hnbE1qQXhObkI0SlRJd01qWndlQ1UxUXlVeU1pVXlReVUxUXlVeU1uUmxlSFJCYkdsbmJpVTFReVV5TWlVelFTVTFReVV5TW14bFpuUWxOVU1sTWpJbE1rTWxOVU1sTWpKbWIyNTBMV1poYldsc2VTVTFReVV5TWlVelFTVTFReVV5TWlWRk5TVkNSU1ZCUlNWRk9DVkNSQ1ZCUmlWRk9TVTVRaVU0TlNWRk9TVkNRaVU1TVNVMVF5VXlNaVV5UXlVMVF5VXlNbVp2Ym5RdGQyVnBaMmgwSlRWREpUSXlKVE5CSlRWREpUSXlZbTlzWkNVMVF5VXlNaVV5UXlVMVF5VXlNbVp2Ym5RdGMzUjViR1VsTlVNbE1qSWxNMEVsTlVNbE1qSnViM0p0WVd3bE5VTWxNaklsTWtNbE5VTWxNakppYjNKa1pYSXRZMjlzYjNJbE5VTWxNaklsTTBFbE5VTWxNaklsTWpObVpqVXpOV01sTlVNbE1qSWxNa01sTlVNbE1qSnNhVzVsVTNSNWJHVWxOVU1sTWpJbE0wRWxOMElsTlVNbE1qSnNhVzVsVkhsd1pTVTFReVV5TWlVelFTVTFReVV5TW1OMWNuWmxKVFZESlRJeUpUZEVKVGRFSlRKREpUVkRKVEl5YzJWalZHOXdhV01sTlVNbE1qSWxNMEVsTjBJbE5VTWxNakppWVdOclozSnZkVzVrUTI5c2IzSWxOVU1sTWpJbE0wRWxOVU1sTWpJbE1qTmtZbVV5WlRNbE5VTWxNaklsTWtNbE5VTWxNakppYjNKa1pYSWxOVU1sTWpJbE0wRWxOVU1sTWpJeGNIZ2xNakJ6YjJ4cFpDVXlNSEpuWWlneE9EY2xNa014T0RjbE1rTXhPRGNwSlRWREpUSXlKVEpESlRWREpUSXlZbTl5WkdWeUxYSmhaR2wxY3lVMVF5VXlNaVV6UVNVMVF5VXlNalZ3ZUNVMVF5VXlNaVV5UXlVMVF5VXlNbU52Ykc5eUpUVkRKVEl5SlROQkpUVkRKVEl5SlRJek5ETTBZalUwSlRWREpUSXlKVEpESlRWREpUSXlabTl1ZEMxemFYcGxKVFZESlRJeUpUTkJKVFZESlRJeU1UZHdlQ1UxUXlVeU1pVXlReVUxUXlVeU1uQmhaR1JwYm1jbE5VTWxNaklsTTBFbE5VTWxNakl4TUhCNEpUSXdNakJ3ZUNVeU1ERXdjSGdsTWpBeU1IQjRKVFZESlRJeUpUSkRKVFZESlRJeWJHbHVaVk4wZVd4bEpUVkRKVEl5SlROQkpUZENKVFZESlRJeWJHbHVaVlI1Y0dVbE5VTWxNaklsTTBFbE5VTWxNakpqZFhKMlpTVTFReVV5TWlVeVF5VTFReVV5TW14cGJtVlhhV1IwYUNVMVF5VXlNaVV6UVNVMVF5VXlNaklsTlVNbE1qSWxNa01sTlVNbE1qSnNhVzVsUTI5c2IzSWxOVU1sTWpJbE0wRWxOVU1sTWpJbE1qTTBNelJpTlRRbE5VTWxNaklsTjBRbE1rTWxOVU1sTWpKMFpYaDBRV3hwWjI0bE5VTWxNaklsTTBFbE5VTWxNakpzWldaMEpUVkRKVEl5SlRKREpUVkRKVEl5Wm05dWRDMW1ZVzFwYkhrbE5VTWxNaklsTTBFbE5VTWxNaklsUlRVbFFrVWxRVVVsUlRnbFFrUWxRVVlsUlRrbE9VSWxPRFVsUlRrbFFrSWxPVEVsTlVNbE1qSWxNa01sTlVNbE1qSm1iMjUwTFhkbGFXZG9kQ1UxUXlVeU1pVXpRU1UxUXlVeU1tNXZjbTFoYkNVMVF5VXlNaVV5UXlVMVF5VXlNbVp2Ym5RdGMzUjViR1VsTlVNbE1qSWxNMEVsTlVNbE1qSnViM0p0WVd3bE5VTWxNaklsTWtNbE5VTWxNakppYjNKa1pYSXRZMjlzYjNJbE5VTWxNaklsTTBFbE5VTWxNaklsTWpOa1ltVXlaVE1sTlVNbE1qSWxNa01sTlVNbE1qSmliM0prWlhJdGQybGtkR2dsTlVNbE1qSWxNMEVsTlVNbE1qSXdKVFZESlRJeUpUSkRKVFZESlRJeVltOXlaR1Z5TFhOMGVXeGxKVFZESlRJeUpUTkJKVFZESlRJeWMyOXNhV1FsTlVNbE1qSWxOMFFsTWtNbE5VTWxNakpqYUdsc1pGUnZjR2xqSlRWREpUSXlKVE5CSlRkQ0pUVkRKVEl5Wm05dWRDMXphWHBsSlRWREpUSXlKVE5CSlRWREpUSXlNVE53ZUNVMVF5VXlNaVV5UXlVMVF5VXlNbU52Ykc5eUpUVkRKVEl5SlROQkpUVkRKVEl5SlRJek5ETTBZalUwSlRWREpUSXlKVEpESlRWREpUSXljR0ZrWkdsdVp5VTFReVV5TWlVelFTVTFReVV5TWpKd2VDVXlNRGh3ZUNVeU1EUndlQ1V5TUNVMVF5VXlNaVV5UXlVMVF5VXlNbXhwYm1WVGRIbHNaU1UxUXlVeU1pVXpRU1UzUWlVMVF5VXlNbXhwYm1WVWVYQmxKVFZESlRJeUpUTkJKVFZESlRJeVkzVnlkbVVsTlVNbE1qSWxNa01sTlVNbE1qSnNhVzVsVjJsa2RHZ2xOVU1sTWpJbE0wRXhKVEpESlRWREpUSXliR2x1WlVOdmJHOXlKVFZESlRJeUpUTkJKVFZESlRJeUpUSXpORE0wWWpVMEpUVkRKVEl5SlRkRUpUSkRKVFZESlRJeWRHVjRkRUZzYVdkdUpUVkRKVEl5SlROQkpUVkRKVEl5YkdWbWRDVTFReVV5TWlVeVF5VTFReVV5TW1admJuUXRabUZ0YVd4NUpUVkRKVEl5SlROQkpUVkRKVEl5SlVVMUpVSkZKVUZGSlVVNEpVSkVKVUZHSlVVNUpUbENKVGcxSlVVNUpVSkNKVGt4SlRWREpUSXlKVEpESlRWREpUSXlabTl1ZEMxM1pXbG5hSFFsTlVNbE1qSWxNMEVsTlVNbE1qSnViM0p0WVd3bE5VTWxNaklsTWtNbE5VTWxNakptYjI1MExYTjBlV3hsSlRWREpUSXlKVE5CSlRWREpUSXlibTl5YldGc0pUVkRKVEl5SlRkRUpUSkRKVFZESlRJeWFXUWxOVU1sTWpJbE0wRWxOVU1sTWpKamRYTjBiMjFwYzJWZlpEQTJaalZpTldNeE9HWmhKVFZESlRJeUpUZEVKVEl5SlRKREpUSXlhV1FsTWpJbE0wRWxNakp5YjI5MEpUSXlKVEpESlRJeWRHbDBiR1VsTWpJbE0wRWxNaklsUlRZbE9FRWxPREFsUlRZbE9VTWxRVVlsUlRZbE9VVWxRallsUlRZbE9VVWxPRFFsTWpJbE1rTWxNakp6ZEhKMVkzUjFjbVVsTWpJbE0wRWxNakp0YVc1a1gyOXlaeVV5TWlVeVF5VXlNbVp5WldWRGFHbHNaSEpsYmlVeU1pVXpRU1UxUWlVMVJDVXlReVV5TW5SbGVIUkJkWFJ2VjNKaGNGZHBaSFJvSlRJeUpUTkJPVEF3SlRKREpUSXlaR0YwWVNVeU1pVXpRU1UzUWlVeU1uSnBaMmgwTFdOdmJuUmxiblF0YVc1a1pYZ2xNaklsTTBFekpUZEVKVEpESlRJeVpXUnBkRzl5Vm1WeWMybHZiaVV5TWlVelFTVXlNbFl5SlRJeUpUSkRKVEl5WTI5dGJXVnVkSE1sTWpJbE0wRWxOVUlsTlVRbE1rTWxNakozWVhSbGNtMWhjbXNsTWpJbE0wRWxNaklsTWpJbE1rTWxNakp6YUc5M1YyRjBaWEp0WVhKckpUSXlKVE5CWm1Gc2MyVWxNa01sTWpKMGIyUnZUR2x6ZENVeU1pVXpRU1UzUWlVM1JDVTNSQT09IiwKCSJGaWxlSWQiIDogInBvX2JoZ2NqZWhhZWpmY2VhIgp9Cg=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WPS Office WWO_wpscloud_20251105180149-0b0f449aab</Application>
  <PresentationFormat>宽屏</PresentationFormat>
  <Paragraphs>168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Segoe UI Light</vt:lpstr>
      <vt:lpstr>Noto Naskh Arabic UI</vt:lpstr>
      <vt:lpstr>微软雅黑</vt:lpstr>
      <vt:lpstr>微软雅黑</vt:lpstr>
      <vt:lpstr>微软雅黑</vt:lpstr>
      <vt:lpstr>汉仪旗黑KW 55S</vt:lpstr>
      <vt:lpstr>微软雅黑</vt:lpstr>
      <vt:lpstr>MS PGothic</vt:lpstr>
      <vt:lpstr>Arial</vt:lpstr>
      <vt:lpstr>Calibri</vt:lpstr>
      <vt:lpstr>汉仪书宋二KW</vt:lpstr>
      <vt:lpstr>Kingsoft Confetti</vt:lpstr>
      <vt:lpstr>Noto Sans Mono CJK JP</vt:lpstr>
      <vt:lpstr>思源黑体 CN VF</vt:lpstr>
      <vt:lpstr>黑体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creator>哎呀小小草</dc:creator>
  <cp:keywords>https://800sucai.taobao.com</cp:keywords>
  <dc:description>https://800sucai.taobao.com</dc:description>
  <dc:subject>哎呀小小草</dc:subject>
  <cp:category>https://800sucai.taobao.com</cp:category>
  <cp:lastModifiedBy>上海维湾8号机</cp:lastModifiedBy>
  <dcterms:created xsi:type="dcterms:W3CDTF">2025-11-12T12:27:52Z</dcterms:created>
  <dcterms:modified xsi:type="dcterms:W3CDTF">2025-11-12T12:27:52Z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2EAF8D3CCDC13234B4621469DD1B209D_42</vt:lpwstr>
  </property>
  <property fmtid="{D5CDD505-2E9C-101B-9397-08002B2CF9AE}" pid="3" name="KSOProductBuildVer">
    <vt:lpwstr>2052-12.9.0.23627</vt:lpwstr>
  </property>
</Properties>
</file>