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2"/>
  </p:sldMasterIdLst>
  <p:notesMasterIdLst>
    <p:notesMasterId r:id="rId23"/>
  </p:notesMasterIdLst>
  <p:sldIdLst>
    <p:sldId id="256" r:id="rId3"/>
    <p:sldId id="260" r:id="rId4"/>
    <p:sldId id="292" r:id="rId5"/>
    <p:sldId id="275" r:id="rId6"/>
    <p:sldId id="266" r:id="rId7"/>
    <p:sldId id="276" r:id="rId8"/>
    <p:sldId id="261" r:id="rId9"/>
    <p:sldId id="267" r:id="rId10"/>
    <p:sldId id="277" r:id="rId11"/>
    <p:sldId id="269" r:id="rId12"/>
    <p:sldId id="262" r:id="rId13"/>
    <p:sldId id="278" r:id="rId14"/>
    <p:sldId id="271" r:id="rId15"/>
    <p:sldId id="279" r:id="rId16"/>
    <p:sldId id="264" r:id="rId17"/>
    <p:sldId id="291" r:id="rId18"/>
    <p:sldId id="282" r:id="rId19"/>
    <p:sldId id="288" r:id="rId20"/>
    <p:sldId id="289" r:id="rId21"/>
    <p:sldId id="259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orient="horz" pos="3521" userDrawn="1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7469" userDrawn="1">
          <p15:clr>
            <a:srgbClr val="A4A3A4"/>
          </p15:clr>
        </p15:guide>
        <p15:guide id="6" orient="horz" pos="2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A5B2"/>
    <a:srgbClr val="CDCAC3"/>
    <a:srgbClr val="466E7A"/>
    <a:srgbClr val="F5F0EA"/>
    <a:srgbClr val="5D91A1"/>
    <a:srgbClr val="00B050"/>
    <a:srgbClr val="676661"/>
    <a:srgbClr val="3C5E68"/>
    <a:srgbClr val="777671"/>
    <a:srgbClr val="E73A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24" autoAdjust="0"/>
    <p:restoredTop sz="94693"/>
  </p:normalViewPr>
  <p:slideViewPr>
    <p:cSldViewPr snapToGrid="0" snapToObjects="1" showGuides="1">
      <p:cViewPr varScale="1">
        <p:scale>
          <a:sx n="99" d="100"/>
          <a:sy n="99" d="100"/>
        </p:scale>
        <p:origin x="88" y="316"/>
      </p:cViewPr>
      <p:guideLst>
        <p:guide pos="3840"/>
        <p:guide orient="horz" pos="2160"/>
        <p:guide orient="horz" pos="3521"/>
        <p:guide pos="211"/>
        <p:guide pos="7469"/>
        <p:guide orient="horz" pos="23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0E476-DBBF-42C4-9842-0751DB9A0A97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314805-A067-454A-9D69-29B08616F1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314805-A067-454A-9D69-29B08616F17D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pattFill prst="dotGrid">
          <a:fgClr>
            <a:schemeClr val="bg1">
              <a:lumMod val="85000"/>
            </a:schemeClr>
          </a:fgClr>
          <a:bgClr>
            <a:srgbClr val="F5F0EA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bg>
      <p:bgPr>
        <a:pattFill prst="dotGrid">
          <a:fgClr>
            <a:schemeClr val="bg1">
              <a:lumMod val="85000"/>
            </a:schemeClr>
          </a:fgClr>
          <a:bgClr>
            <a:srgbClr val="F5F0EA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52400" y="139700"/>
            <a:ext cx="11874500" cy="6591300"/>
          </a:xfrm>
          <a:prstGeom prst="rect">
            <a:avLst/>
          </a:prstGeom>
          <a:noFill/>
          <a:ln w="38100">
            <a:solidFill>
              <a:srgbClr val="5D91A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659004" y="258233"/>
            <a:ext cx="4868117" cy="529569"/>
          </a:xfrm>
          <a:prstGeom prst="rect">
            <a:avLst/>
          </a:prstGeom>
          <a:ln w="12700" cmpd="sng">
            <a:solidFill>
              <a:schemeClr val="tx1"/>
            </a:solidFill>
          </a:ln>
        </p:spPr>
        <p:txBody>
          <a:bodyPr vert="horz" anchor="ctr"/>
          <a:lstStyle>
            <a:lvl1pPr marL="0" indent="0" algn="l">
              <a:buNone/>
              <a:defRPr sz="2400" b="1"/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sp>
        <p:nvSpPr>
          <p:cNvPr id="3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1386592" y="171547"/>
            <a:ext cx="805408" cy="616255"/>
          </a:xfrm>
          <a:prstGeom prst="rect">
            <a:avLst/>
          </a:prstGeom>
          <a:solidFill>
            <a:schemeClr val="tx1"/>
          </a:solidFill>
        </p:spPr>
        <p:txBody>
          <a:bodyPr vert="horz" anchor="ctr"/>
          <a:lstStyle>
            <a:lvl1pPr marL="0" indent="0" algn="ctr">
              <a:buNone/>
              <a:defRPr sz="2400" b="1">
                <a:solidFill>
                  <a:srgbClr val="FFFFFF"/>
                </a:solidFill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4" name="图片占位符 8"/>
          <p:cNvSpPr>
            <a:spLocks noGrp="1"/>
          </p:cNvSpPr>
          <p:nvPr>
            <p:ph type="pic" sz="quarter" idx="14" hasCustomPrompt="1"/>
          </p:nvPr>
        </p:nvSpPr>
        <p:spPr>
          <a:xfrm>
            <a:off x="376768" y="5989475"/>
            <a:ext cx="1960033" cy="5334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1600" b="1"/>
            </a:lvl1pPr>
          </a:lstStyle>
          <a:p>
            <a:r>
              <a:rPr kumimoji="1" lang="en-US" altLang="zh-CN" sz="1600" b="1" dirty="0"/>
              <a:t>LOGO&amp;PIC</a:t>
            </a:r>
            <a:r>
              <a:rPr kumimoji="1" lang="zh-CN" altLang="en-US" sz="1600" b="1" dirty="0"/>
              <a:t> </a:t>
            </a:r>
            <a:r>
              <a:rPr kumimoji="1" lang="en-US" altLang="zh-CN" sz="1600" b="1" dirty="0"/>
              <a:t>HERE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600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/>
                <a:ea typeface="微软雅黑"/>
                <a:cs typeface="Segoe UI Light" panose="020B0502040204020203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600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/>
                <a:ea typeface="微软雅黑" charset="0"/>
                <a:cs typeface="Segoe UI Light" panose="020B0502040204020203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 panose="020B0502040204020203"/>
              <a:ea typeface="微软雅黑" charset="0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bilibili.com/video/BV1jJ411V79p/?spm_id_from=333.337.search-card.all.click&amp;vd_source=f46834ee00f50f2a58be361e7d0b5eb5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266806"/>
            <a:ext cx="12193057" cy="1591194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545" y="910683"/>
            <a:ext cx="10064910" cy="1150770"/>
          </a:xfrm>
          <a:prstGeom prst="rect">
            <a:avLst/>
          </a:prstGeom>
        </p:spPr>
      </p:pic>
      <p:sp>
        <p:nvSpPr>
          <p:cNvPr id="30" name="任意多边形 29"/>
          <p:cNvSpPr/>
          <p:nvPr/>
        </p:nvSpPr>
        <p:spPr>
          <a:xfrm>
            <a:off x="125378" y="5499101"/>
            <a:ext cx="11941243" cy="1259002"/>
          </a:xfrm>
          <a:custGeom>
            <a:avLst/>
            <a:gdLst>
              <a:gd name="connsiteX0" fmla="*/ 6096000 w 12192000"/>
              <a:gd name="connsiteY0" fmla="*/ 0 h 1591193"/>
              <a:gd name="connsiteX1" fmla="*/ 6410502 w 12192000"/>
              <a:gd name="connsiteY1" fmla="*/ 322781 h 1591193"/>
              <a:gd name="connsiteX2" fmla="*/ 12192000 w 12192000"/>
              <a:gd name="connsiteY2" fmla="*/ 322781 h 1591193"/>
              <a:gd name="connsiteX3" fmla="*/ 12192000 w 12192000"/>
              <a:gd name="connsiteY3" fmla="*/ 1591193 h 1591193"/>
              <a:gd name="connsiteX4" fmla="*/ 0 w 12192000"/>
              <a:gd name="connsiteY4" fmla="*/ 1591193 h 1591193"/>
              <a:gd name="connsiteX5" fmla="*/ 0 w 12192000"/>
              <a:gd name="connsiteY5" fmla="*/ 322781 h 1591193"/>
              <a:gd name="connsiteX6" fmla="*/ 5781498 w 12192000"/>
              <a:gd name="connsiteY6" fmla="*/ 322781 h 1591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591193">
                <a:moveTo>
                  <a:pt x="6096000" y="0"/>
                </a:moveTo>
                <a:lnTo>
                  <a:pt x="6410502" y="322781"/>
                </a:lnTo>
                <a:lnTo>
                  <a:pt x="12192000" y="322781"/>
                </a:lnTo>
                <a:lnTo>
                  <a:pt x="12192000" y="1591193"/>
                </a:lnTo>
                <a:lnTo>
                  <a:pt x="0" y="1591193"/>
                </a:lnTo>
                <a:lnTo>
                  <a:pt x="0" y="322781"/>
                </a:lnTo>
                <a:lnTo>
                  <a:pt x="5781498" y="322781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4344054" y="1033979"/>
            <a:ext cx="4063977" cy="64132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</a:rPr>
              <a:t>求是学院蓝田学园</a:t>
            </a:r>
          </a:p>
        </p:txBody>
      </p:sp>
      <p:sp>
        <p:nvSpPr>
          <p:cNvPr id="34" name="矩形 33"/>
          <p:cNvSpPr/>
          <p:nvPr/>
        </p:nvSpPr>
        <p:spPr>
          <a:xfrm>
            <a:off x="1348546" y="2413043"/>
            <a:ext cx="9945370" cy="15684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4800" b="1" dirty="0">
                <a:solidFill>
                  <a:srgbClr val="777671"/>
                </a:solidFill>
              </a:rPr>
              <a:t>学途</a:t>
            </a:r>
            <a:r>
              <a:rPr kumimoji="1" lang="zh-CN" altLang="en-US" sz="4800" b="1" dirty="0">
                <a:solidFill>
                  <a:srgbClr val="777671"/>
                </a:solidFill>
                <a:cs typeface="Arial" panose="020B0604020202020204" pitchFamily="34" charset="0"/>
              </a:rPr>
              <a:t>——一款轻量化的个人自习时长</a:t>
            </a:r>
          </a:p>
          <a:p>
            <a:r>
              <a:rPr kumimoji="1" lang="zh-CN" altLang="en-US" sz="4800" b="1" dirty="0">
                <a:solidFill>
                  <a:srgbClr val="777671"/>
                </a:solidFill>
                <a:cs typeface="Arial" panose="020B0604020202020204" pitchFamily="34" charset="0"/>
              </a:rPr>
              <a:t>                    追踪与激励平台</a:t>
            </a:r>
            <a:endParaRPr lang="zh-CN" altLang="en-US" sz="6600" dirty="0">
              <a:solidFill>
                <a:srgbClr val="777671"/>
              </a:solidFill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1764181" y="4530394"/>
            <a:ext cx="8629705" cy="368300"/>
            <a:chOff x="1764181" y="3942834"/>
            <a:chExt cx="8629705" cy="368300"/>
          </a:xfrm>
        </p:grpSpPr>
        <p:cxnSp>
          <p:nvCxnSpPr>
            <p:cNvPr id="80" name="直接连接符 79"/>
            <p:cNvCxnSpPr/>
            <p:nvPr/>
          </p:nvCxnSpPr>
          <p:spPr>
            <a:xfrm>
              <a:off x="1764181" y="4127500"/>
              <a:ext cx="2755900" cy="0"/>
            </a:xfrm>
            <a:prstGeom prst="line">
              <a:avLst/>
            </a:prstGeom>
            <a:ln>
              <a:solidFill>
                <a:srgbClr val="7776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7637986" y="4127500"/>
              <a:ext cx="2755900" cy="0"/>
            </a:xfrm>
            <a:prstGeom prst="line">
              <a:avLst/>
            </a:prstGeom>
            <a:ln>
              <a:solidFill>
                <a:srgbClr val="7776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矩形 81"/>
            <p:cNvSpPr/>
            <p:nvPr/>
          </p:nvSpPr>
          <p:spPr>
            <a:xfrm>
              <a:off x="4996042" y="3942834"/>
              <a:ext cx="2165985" cy="3683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77767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SQTP</a:t>
              </a:r>
              <a:r>
                <a:rPr lang="zh-CN" altLang="en-US" dirty="0">
                  <a:solidFill>
                    <a:srgbClr val="77767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项目立项答辩</a:t>
              </a:r>
              <a:endParaRPr lang="zh-CN" altLang="en-US" dirty="0">
                <a:solidFill>
                  <a:srgbClr val="77767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5" name="矩形 84"/>
          <p:cNvSpPr/>
          <p:nvPr/>
        </p:nvSpPr>
        <p:spPr>
          <a:xfrm>
            <a:off x="510255" y="6050305"/>
            <a:ext cx="12118070" cy="4610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400" b="1" dirty="0">
                <a:solidFill>
                  <a:srgbClr val="F5F0E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答辩人：张钦宇  项目成员：叶晨杰 柳雨汐 许金涵 黄一馨 李婉 张楚晗 杨俊强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sp>
        <p:nvSpPr>
          <p:cNvPr id="18" name="任意多边形 17"/>
          <p:cNvSpPr/>
          <p:nvPr/>
        </p:nvSpPr>
        <p:spPr>
          <a:xfrm>
            <a:off x="136037" y="177800"/>
            <a:ext cx="492216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rgbClr val="F5F0E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138953" y="2354722"/>
            <a:ext cx="264687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9600" b="1" dirty="0">
                <a:solidFill>
                  <a:srgbClr val="F5F0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目录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985962" y="3781331"/>
            <a:ext cx="29528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F5F0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『CONTENT』</a:t>
            </a:r>
            <a:endParaRPr lang="zh-CN" altLang="en-US" sz="3600" b="1" dirty="0">
              <a:solidFill>
                <a:srgbClr val="F5F0E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686993" y="690372"/>
            <a:ext cx="5554345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第一部分 </a:t>
            </a:r>
            <a:r>
              <a:rPr lang="en-US" altLang="zh-CN" sz="3600" dirty="0">
                <a:solidFill>
                  <a:srgbClr val="676661"/>
                </a:solidFill>
              </a:rPr>
              <a:t>『</a:t>
            </a:r>
            <a:r>
              <a:rPr lang="zh-CN" altLang="en-US" sz="3600" dirty="0">
                <a:solidFill>
                  <a:srgbClr val="676661"/>
                </a:solidFill>
              </a:rPr>
              <a:t>项目背景</a:t>
            </a:r>
            <a:r>
              <a:rPr lang="en-US" altLang="zh-CN" sz="3600" dirty="0">
                <a:solidFill>
                  <a:srgbClr val="676661"/>
                </a:solidFill>
              </a:rPr>
              <a:t>』</a:t>
            </a:r>
            <a:endParaRPr lang="zh-CN" altLang="en-US" sz="3600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686993" y="1709586"/>
            <a:ext cx="5554345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914400"/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第二部分 </a:t>
            </a:r>
            <a:r>
              <a:rPr lang="zh-CN" altLang="en-US" sz="3600" dirty="0">
                <a:solidFill>
                  <a:srgbClr val="676661"/>
                </a:solidFill>
              </a:rPr>
              <a:t>『项目简介</a:t>
            </a:r>
            <a:r>
              <a:rPr lang="en-US" altLang="zh-CN" sz="3600" dirty="0">
                <a:solidFill>
                  <a:srgbClr val="676661"/>
                </a:solidFill>
              </a:rPr>
              <a:t>』</a:t>
            </a:r>
            <a:endParaRPr lang="zh-CN" altLang="en-US" sz="3600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686993" y="2723614"/>
            <a:ext cx="5554345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第三部分 </a:t>
            </a:r>
            <a:r>
              <a:rPr lang="en-US" altLang="zh-CN" sz="3600" dirty="0">
                <a:solidFill>
                  <a:srgbClr val="676661"/>
                </a:solidFill>
              </a:rPr>
              <a:t>『</a:t>
            </a:r>
            <a:r>
              <a:rPr lang="zh-CN" altLang="en-US" sz="3600" dirty="0">
                <a:solidFill>
                  <a:srgbClr val="676661"/>
                </a:solidFill>
              </a:rPr>
              <a:t>技术方案</a:t>
            </a:r>
            <a:r>
              <a:rPr lang="en-US" altLang="zh-CN" sz="3600" dirty="0">
                <a:solidFill>
                  <a:srgbClr val="676661"/>
                </a:solidFill>
              </a:rPr>
              <a:t>』</a:t>
            </a:r>
            <a:endParaRPr lang="zh-CN" altLang="en-US" sz="3600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686993" y="3781310"/>
            <a:ext cx="5554345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第四部分 </a:t>
            </a:r>
            <a:r>
              <a:rPr lang="en-US" altLang="zh-CN" sz="3600" dirty="0">
                <a:solidFill>
                  <a:srgbClr val="676661"/>
                </a:solidFill>
              </a:rPr>
              <a:t>『</a:t>
            </a:r>
            <a:r>
              <a:rPr lang="zh-CN" altLang="en-US" sz="3600" dirty="0">
                <a:solidFill>
                  <a:srgbClr val="676661"/>
                </a:solidFill>
              </a:rPr>
              <a:t>项目规划</a:t>
            </a:r>
            <a:r>
              <a:rPr lang="en-US" altLang="zh-CN" sz="3600" dirty="0">
                <a:solidFill>
                  <a:srgbClr val="676661"/>
                </a:solidFill>
              </a:rPr>
              <a:t>』</a:t>
            </a:r>
            <a:endParaRPr lang="zh-CN" altLang="en-US" sz="3600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687019" y="4836324"/>
            <a:ext cx="5554345" cy="155372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 algn="l" defTabSz="914400"/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第五部分 </a:t>
            </a:r>
            <a:r>
              <a:rPr lang="en-US" altLang="zh-CN" sz="3600" dirty="0">
                <a:solidFill>
                  <a:srgbClr val="676661"/>
                </a:solidFill>
              </a:rPr>
              <a:t>『</a:t>
            </a:r>
            <a:r>
              <a:rPr lang="zh-CN" altLang="en-US" sz="3600" dirty="0">
                <a:solidFill>
                  <a:srgbClr val="676661"/>
                </a:solidFill>
              </a:rPr>
              <a:t>团队分工</a:t>
            </a:r>
            <a:r>
              <a:rPr lang="en-US" altLang="zh-CN" sz="3600" dirty="0">
                <a:solidFill>
                  <a:srgbClr val="676661"/>
                </a:solidFill>
              </a:rPr>
              <a:t>』</a:t>
            </a:r>
          </a:p>
          <a:p>
            <a:pPr lvl="0" algn="l" defTabSz="914400"/>
            <a:endParaRPr lang="zh-CN" altLang="en-US" sz="3600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686993" y="5847296"/>
            <a:ext cx="5554345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第六部分 </a:t>
            </a:r>
            <a:r>
              <a:rPr lang="en-US" altLang="zh-CN" sz="3600" dirty="0">
                <a:solidFill>
                  <a:srgbClr val="676661"/>
                </a:solidFill>
              </a:rPr>
              <a:t>『</a:t>
            </a:r>
            <a:r>
              <a:rPr lang="zh-CN" altLang="en-US" sz="3600" dirty="0">
                <a:solidFill>
                  <a:srgbClr val="676661"/>
                </a:solidFill>
              </a:rPr>
              <a:t>预期成果</a:t>
            </a:r>
            <a:r>
              <a:rPr lang="en-US" altLang="zh-CN" sz="3600" dirty="0">
                <a:solidFill>
                  <a:srgbClr val="676661"/>
                </a:solidFill>
              </a:rPr>
              <a:t>』</a:t>
            </a:r>
            <a:endParaRPr lang="zh-CN" altLang="en-US" sz="3600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6C4C3C5-B711-9A97-35A6-EAFFDE8FEF68}"/>
              </a:ext>
            </a:extLst>
          </p:cNvPr>
          <p:cNvSpPr txBox="1"/>
          <p:nvPr/>
        </p:nvSpPr>
        <p:spPr>
          <a:xfrm>
            <a:off x="2292440" y="1313645"/>
            <a:ext cx="31854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目录内容太多了，会显得很散</a:t>
            </a:r>
            <a:endParaRPr lang="en-US" altLang="zh-CN" dirty="0"/>
          </a:p>
          <a:p>
            <a:r>
              <a:rPr lang="zh-CN" altLang="en-US" dirty="0"/>
              <a:t>压缩到三个</a:t>
            </a:r>
            <a:endParaRPr lang="en-US" altLang="zh-CN" dirty="0"/>
          </a:p>
          <a:p>
            <a:r>
              <a:rPr lang="zh-CN" altLang="en-US" dirty="0"/>
              <a:t>目标</a:t>
            </a:r>
            <a:endParaRPr lang="en-US" altLang="zh-CN" dirty="0"/>
          </a:p>
          <a:p>
            <a:r>
              <a:rPr lang="zh-CN" altLang="en-US" dirty="0"/>
              <a:t>怎么做</a:t>
            </a:r>
            <a:endParaRPr lang="en-US" altLang="zh-CN" dirty="0"/>
          </a:p>
          <a:p>
            <a:r>
              <a:rPr lang="zh-CN" altLang="en-US" dirty="0"/>
              <a:t>成果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819DCDF-A690-57FD-7198-406756B06746}"/>
              </a:ext>
            </a:extLst>
          </p:cNvPr>
          <p:cNvSpPr txBox="1"/>
          <p:nvPr/>
        </p:nvSpPr>
        <p:spPr>
          <a:xfrm>
            <a:off x="4932608" y="3309870"/>
            <a:ext cx="3685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所以把项目背景和项目简介合起来</a:t>
            </a:r>
          </a:p>
        </p:txBody>
      </p:sp>
    </p:spTree>
    <p:extLst>
      <p:ext uri="{BB962C8B-B14F-4D97-AF65-F5344CB8AC3E}">
        <p14:creationId xmlns:p14="http://schemas.microsoft.com/office/powerpoint/2010/main" val="1583182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</p:spPr>
      </p:pic>
      <p:sp>
        <p:nvSpPr>
          <p:cNvPr id="6" name="任意多边形 5"/>
          <p:cNvSpPr/>
          <p:nvPr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5" name="组合 144"/>
          <p:cNvGrpSpPr/>
          <p:nvPr/>
        </p:nvGrpSpPr>
        <p:grpSpPr>
          <a:xfrm>
            <a:off x="3683901" y="345797"/>
            <a:ext cx="4820918" cy="4822970"/>
            <a:chOff x="4170953" y="833056"/>
            <a:chExt cx="3846813" cy="3848451"/>
          </a:xfrm>
        </p:grpSpPr>
        <p:grpSp>
          <p:nvGrpSpPr>
            <p:cNvPr id="131" name="组合 130"/>
            <p:cNvGrpSpPr/>
            <p:nvPr/>
          </p:nvGrpSpPr>
          <p:grpSpPr>
            <a:xfrm>
              <a:off x="4170953" y="833056"/>
              <a:ext cx="3846813" cy="3848451"/>
              <a:chOff x="4170953" y="833056"/>
              <a:chExt cx="3846813" cy="3848451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4273247" y="926495"/>
                <a:ext cx="3645505" cy="3645505"/>
                <a:chOff x="3651549" y="975481"/>
                <a:chExt cx="2929467" cy="2929467"/>
              </a:xfrm>
            </p:grpSpPr>
            <p:sp>
              <p:nvSpPr>
                <p:cNvPr id="10" name="椭圆 9"/>
                <p:cNvSpPr/>
                <p:nvPr/>
              </p:nvSpPr>
              <p:spPr>
                <a:xfrm>
                  <a:off x="3651549" y="975481"/>
                  <a:ext cx="2929467" cy="2929467"/>
                </a:xfrm>
                <a:prstGeom prst="ellipse">
                  <a:avLst/>
                </a:prstGeom>
                <a:solidFill>
                  <a:srgbClr val="F5F0E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椭圆 10"/>
                <p:cNvSpPr/>
                <p:nvPr/>
              </p:nvSpPr>
              <p:spPr>
                <a:xfrm>
                  <a:off x="3856282" y="1186757"/>
                  <a:ext cx="2520000" cy="2519829"/>
                </a:xfrm>
                <a:prstGeom prst="ellipse">
                  <a:avLst/>
                </a:prstGeom>
                <a:solidFill>
                  <a:srgbClr val="79A5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1" name="直接连接符 30"/>
              <p:cNvCxnSpPr/>
              <p:nvPr/>
            </p:nvCxnSpPr>
            <p:spPr>
              <a:xfrm rot="-5400000" flipH="1">
                <a:off x="4224639" y="255943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 rot="-4976471" flipH="1">
                <a:off x="4237730" y="234718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rot="-4552941" flipH="1">
                <a:off x="4276806" y="21381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rot="-4129412" flipH="1">
                <a:off x="4341273" y="193550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-3705882" flipH="1">
                <a:off x="4430155" y="174231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rot="-3282353" flipH="1">
                <a:off x="4542104" y="156150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rot="-2858823" flipH="1">
                <a:off x="4675423" y="139583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rot="-2435294" flipH="1">
                <a:off x="4828091" y="124779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rot="-2011765" flipH="1">
                <a:off x="4997794" y="111963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rot="-1588235" flipH="1">
                <a:off x="5181960" y="101331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rot="-1164706" flipH="1">
                <a:off x="5377796" y="93042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rot="-741177" flipH="1">
                <a:off x="5582334" y="8722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 rot="-317647" flipH="1">
                <a:off x="5792473" y="83960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rot="105883" flipH="1">
                <a:off x="6005028" y="83305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rot="529412" flipH="1">
                <a:off x="6216777" y="85267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 rot="952941" flipH="1">
                <a:off x="6424510" y="8981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rot="1376471" flipH="1">
                <a:off x="6625077" y="9688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rot="1800000" flipH="1">
                <a:off x="6815439" y="10636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rot="2223529" flipH="1">
                <a:off x="6992710" y="11811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 rot="2647059" flipH="1">
                <a:off x="7154201" y="13194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rot="3070588" flipH="1">
                <a:off x="7297467" y="147661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rot="3494117" flipH="1">
                <a:off x="7420334" y="165018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rot="3917647" flipH="1">
                <a:off x="7520940" y="18375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rot="4341176" flipH="1">
                <a:off x="7597760" y="203583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rot="4764706" flipH="1">
                <a:off x="7649630" y="22420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rot="5188236" flipH="1">
                <a:off x="7675763" y="24531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rot="5611765" flipH="1">
                <a:off x="7675763" y="26657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rot="6035294" flipH="1">
                <a:off x="7649630" y="28768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rot="6458824" flipH="1">
                <a:off x="7597760" y="308304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rot="6882353" flipH="1">
                <a:off x="7520940" y="32813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rot="7305883" flipH="1">
                <a:off x="7420334" y="346869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rot="7729412" flipH="1">
                <a:off x="7297467" y="36422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rot="8152941" flipH="1">
                <a:off x="7154201" y="379941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 rot="8576471" flipH="1">
                <a:off x="6992710" y="39377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 rot="9000000" flipH="1">
                <a:off x="6815439" y="40552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 rot="9423529" flipH="1">
                <a:off x="6625077" y="41500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rot="9847059" flipH="1">
                <a:off x="6424509" y="42207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rot="10270589" flipH="1">
                <a:off x="6216777" y="426619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 rot="10694117" flipH="1">
                <a:off x="6005028" y="428581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rot="11117648" flipH="1">
                <a:off x="5792473" y="42792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 rot="11541176" flipH="1">
                <a:off x="5582334" y="42466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 rot="11964706" flipH="1">
                <a:off x="5377796" y="418845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 rot="12388235" flipH="1">
                <a:off x="5181960" y="410556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 rot="12811765" flipH="1">
                <a:off x="4997794" y="399923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 rot="13235294" flipH="1">
                <a:off x="4828092" y="387108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rot="13658824" flipH="1">
                <a:off x="4675423" y="372304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rot="14082352" flipH="1">
                <a:off x="4542104" y="35573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rot="14505883" flipH="1">
                <a:off x="4430155" y="337656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rot="14929413" flipH="1">
                <a:off x="4341273" y="318337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 rot="15352941" flipH="1">
                <a:off x="4276806" y="29807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rot="15776472" flipH="1">
                <a:off x="4237730" y="277168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组合 136"/>
            <p:cNvGrpSpPr/>
            <p:nvPr/>
          </p:nvGrpSpPr>
          <p:grpSpPr>
            <a:xfrm>
              <a:off x="5093797" y="2186051"/>
              <a:ext cx="1999050" cy="158900"/>
              <a:chOff x="5010088" y="1993966"/>
              <a:chExt cx="1999050" cy="158900"/>
            </a:xfrm>
          </p:grpSpPr>
          <p:cxnSp>
            <p:nvCxnSpPr>
              <p:cNvPr id="133" name="直接连接符 132"/>
              <p:cNvCxnSpPr/>
              <p:nvPr/>
            </p:nvCxnSpPr>
            <p:spPr>
              <a:xfrm>
                <a:off x="5010088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>
                <a:off x="6109586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椭圆 135"/>
              <p:cNvSpPr/>
              <p:nvPr/>
            </p:nvSpPr>
            <p:spPr>
              <a:xfrm>
                <a:off x="5932484" y="1993966"/>
                <a:ext cx="158900" cy="158900"/>
              </a:xfrm>
              <a:prstGeom prst="ellipse">
                <a:avLst/>
              </a:prstGeom>
              <a:noFill/>
              <a:ln>
                <a:solidFill>
                  <a:srgbClr val="F5F0E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38" name="矩形 137"/>
            <p:cNvSpPr/>
            <p:nvPr/>
          </p:nvSpPr>
          <p:spPr>
            <a:xfrm>
              <a:off x="5282881" y="1616208"/>
              <a:ext cx="1620880" cy="5157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 defTabSz="914400"/>
              <a:r>
                <a:rPr lang="zh-CN" altLang="en-US" sz="3600" kern="0" dirty="0">
                  <a:solidFill>
                    <a:srgbClr val="F5F0E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第一部分</a:t>
              </a:r>
            </a:p>
          </p:txBody>
        </p:sp>
        <p:sp>
          <p:nvSpPr>
            <p:cNvPr id="139" name="矩形 138"/>
            <p:cNvSpPr/>
            <p:nvPr/>
          </p:nvSpPr>
          <p:spPr>
            <a:xfrm>
              <a:off x="4559562" y="2396875"/>
              <a:ext cx="3067520" cy="6622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rgbClr val="F5F0EA"/>
                  </a:solidFill>
                </a:rPr>
                <a:t>『</a:t>
              </a:r>
              <a:r>
                <a:rPr lang="zh-CN" altLang="en-US" sz="4800" b="1" dirty="0">
                  <a:solidFill>
                    <a:srgbClr val="F5F0EA"/>
                  </a:solidFill>
                </a:rPr>
                <a:t>项目背景</a:t>
              </a:r>
              <a:r>
                <a:rPr lang="en-US" altLang="zh-CN" sz="4800" b="1" dirty="0">
                  <a:solidFill>
                    <a:srgbClr val="F5F0EA"/>
                  </a:solidFill>
                </a:rPr>
                <a:t>』</a:t>
              </a:r>
            </a:p>
          </p:txBody>
        </p:sp>
        <p:grpSp>
          <p:nvGrpSpPr>
            <p:cNvPr id="140" name="Group 67"/>
            <p:cNvGrpSpPr>
              <a:grpSpLocks noChangeAspect="1"/>
            </p:cNvGrpSpPr>
            <p:nvPr/>
          </p:nvGrpSpPr>
          <p:grpSpPr bwMode="auto">
            <a:xfrm>
              <a:off x="5486103" y="3161047"/>
              <a:ext cx="1214438" cy="898525"/>
              <a:chOff x="6149" y="2123"/>
              <a:chExt cx="765" cy="566"/>
            </a:xfrm>
            <a:solidFill>
              <a:srgbClr val="F5F0EA"/>
            </a:solidFill>
          </p:grpSpPr>
          <p:sp>
            <p:nvSpPr>
              <p:cNvPr id="141" name="Freeform 68"/>
              <p:cNvSpPr/>
              <p:nvPr/>
            </p:nvSpPr>
            <p:spPr bwMode="auto">
              <a:xfrm>
                <a:off x="6281" y="2401"/>
                <a:ext cx="501" cy="288"/>
              </a:xfrm>
              <a:custGeom>
                <a:avLst/>
                <a:gdLst>
                  <a:gd name="T0" fmla="*/ 485 w 524"/>
                  <a:gd name="T1" fmla="*/ 56 h 300"/>
                  <a:gd name="T2" fmla="*/ 473 w 524"/>
                  <a:gd name="T3" fmla="*/ 36 h 300"/>
                  <a:gd name="T4" fmla="*/ 450 w 524"/>
                  <a:gd name="T5" fmla="*/ 26 h 300"/>
                  <a:gd name="T6" fmla="*/ 318 w 524"/>
                  <a:gd name="T7" fmla="*/ 0 h 300"/>
                  <a:gd name="T8" fmla="*/ 356 w 524"/>
                  <a:gd name="T9" fmla="*/ 25 h 300"/>
                  <a:gd name="T10" fmla="*/ 296 w 524"/>
                  <a:gd name="T11" fmla="*/ 215 h 300"/>
                  <a:gd name="T12" fmla="*/ 262 w 524"/>
                  <a:gd name="T13" fmla="*/ 74 h 300"/>
                  <a:gd name="T14" fmla="*/ 228 w 524"/>
                  <a:gd name="T15" fmla="*/ 215 h 300"/>
                  <a:gd name="T16" fmla="*/ 168 w 524"/>
                  <a:gd name="T17" fmla="*/ 25 h 300"/>
                  <a:gd name="T18" fmla="*/ 206 w 524"/>
                  <a:gd name="T19" fmla="*/ 0 h 300"/>
                  <a:gd name="T20" fmla="*/ 74 w 524"/>
                  <a:gd name="T21" fmla="*/ 26 h 300"/>
                  <a:gd name="T22" fmla="*/ 51 w 524"/>
                  <a:gd name="T23" fmla="*/ 36 h 300"/>
                  <a:gd name="T24" fmla="*/ 39 w 524"/>
                  <a:gd name="T25" fmla="*/ 56 h 300"/>
                  <a:gd name="T26" fmla="*/ 0 w 524"/>
                  <a:gd name="T27" fmla="*/ 228 h 300"/>
                  <a:gd name="T28" fmla="*/ 73 w 524"/>
                  <a:gd name="T29" fmla="*/ 254 h 300"/>
                  <a:gd name="T30" fmla="*/ 249 w 524"/>
                  <a:gd name="T31" fmla="*/ 300 h 300"/>
                  <a:gd name="T32" fmla="*/ 262 w 524"/>
                  <a:gd name="T33" fmla="*/ 300 h 300"/>
                  <a:gd name="T34" fmla="*/ 275 w 524"/>
                  <a:gd name="T35" fmla="*/ 300 h 300"/>
                  <a:gd name="T36" fmla="*/ 451 w 524"/>
                  <a:gd name="T37" fmla="*/ 254 h 300"/>
                  <a:gd name="T38" fmla="*/ 524 w 524"/>
                  <a:gd name="T39" fmla="*/ 228 h 300"/>
                  <a:gd name="T40" fmla="*/ 485 w 524"/>
                  <a:gd name="T41" fmla="*/ 56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24" h="300">
                    <a:moveTo>
                      <a:pt x="485" y="56"/>
                    </a:moveTo>
                    <a:cubicBezTo>
                      <a:pt x="484" y="48"/>
                      <a:pt x="479" y="41"/>
                      <a:pt x="473" y="36"/>
                    </a:cubicBezTo>
                    <a:cubicBezTo>
                      <a:pt x="467" y="30"/>
                      <a:pt x="459" y="27"/>
                      <a:pt x="450" y="26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56" y="25"/>
                      <a:pt x="356" y="25"/>
                      <a:pt x="356" y="25"/>
                    </a:cubicBezTo>
                    <a:cubicBezTo>
                      <a:pt x="296" y="215"/>
                      <a:pt x="296" y="215"/>
                      <a:pt x="296" y="215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28" y="215"/>
                      <a:pt x="228" y="215"/>
                      <a:pt x="228" y="215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206" y="0"/>
                      <a:pt x="206" y="0"/>
                      <a:pt x="206" y="0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65" y="27"/>
                      <a:pt x="57" y="30"/>
                      <a:pt x="51" y="36"/>
                    </a:cubicBezTo>
                    <a:cubicBezTo>
                      <a:pt x="45" y="41"/>
                      <a:pt x="40" y="48"/>
                      <a:pt x="39" y="56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3" y="254"/>
                      <a:pt x="73" y="254"/>
                      <a:pt x="73" y="254"/>
                    </a:cubicBezTo>
                    <a:cubicBezTo>
                      <a:pt x="98" y="279"/>
                      <a:pt x="167" y="298"/>
                      <a:pt x="249" y="300"/>
                    </a:cubicBezTo>
                    <a:cubicBezTo>
                      <a:pt x="262" y="300"/>
                      <a:pt x="262" y="300"/>
                      <a:pt x="262" y="300"/>
                    </a:cubicBezTo>
                    <a:cubicBezTo>
                      <a:pt x="275" y="300"/>
                      <a:pt x="275" y="300"/>
                      <a:pt x="275" y="300"/>
                    </a:cubicBezTo>
                    <a:cubicBezTo>
                      <a:pt x="357" y="298"/>
                      <a:pt x="426" y="279"/>
                      <a:pt x="451" y="254"/>
                    </a:cubicBezTo>
                    <a:cubicBezTo>
                      <a:pt x="524" y="228"/>
                      <a:pt x="524" y="228"/>
                      <a:pt x="524" y="228"/>
                    </a:cubicBezTo>
                    <a:lnTo>
                      <a:pt x="48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2" name="Freeform 69"/>
              <p:cNvSpPr/>
              <p:nvPr/>
            </p:nvSpPr>
            <p:spPr bwMode="auto">
              <a:xfrm>
                <a:off x="6503" y="2419"/>
                <a:ext cx="57" cy="53"/>
              </a:xfrm>
              <a:custGeom>
                <a:avLst/>
                <a:gdLst>
                  <a:gd name="T0" fmla="*/ 29 w 57"/>
                  <a:gd name="T1" fmla="*/ 0 h 53"/>
                  <a:gd name="T2" fmla="*/ 0 w 57"/>
                  <a:gd name="T3" fmla="*/ 11 h 53"/>
                  <a:gd name="T4" fmla="*/ 29 w 57"/>
                  <a:gd name="T5" fmla="*/ 53 h 53"/>
                  <a:gd name="T6" fmla="*/ 57 w 57"/>
                  <a:gd name="T7" fmla="*/ 11 h 53"/>
                  <a:gd name="T8" fmla="*/ 29 w 57"/>
                  <a:gd name="T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3">
                    <a:moveTo>
                      <a:pt x="29" y="0"/>
                    </a:moveTo>
                    <a:lnTo>
                      <a:pt x="0" y="11"/>
                    </a:lnTo>
                    <a:lnTo>
                      <a:pt x="29" y="53"/>
                    </a:lnTo>
                    <a:lnTo>
                      <a:pt x="57" y="1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3" name="Freeform 70"/>
              <p:cNvSpPr/>
              <p:nvPr/>
            </p:nvSpPr>
            <p:spPr bwMode="auto">
              <a:xfrm>
                <a:off x="6410" y="2123"/>
                <a:ext cx="243" cy="292"/>
              </a:xfrm>
              <a:custGeom>
                <a:avLst/>
                <a:gdLst>
                  <a:gd name="T0" fmla="*/ 240 w 254"/>
                  <a:gd name="T1" fmla="*/ 140 h 304"/>
                  <a:gd name="T2" fmla="*/ 127 w 254"/>
                  <a:gd name="T3" fmla="*/ 0 h 304"/>
                  <a:gd name="T4" fmla="*/ 14 w 254"/>
                  <a:gd name="T5" fmla="*/ 140 h 304"/>
                  <a:gd name="T6" fmla="*/ 8 w 254"/>
                  <a:gd name="T7" fmla="*/ 177 h 304"/>
                  <a:gd name="T8" fmla="*/ 26 w 254"/>
                  <a:gd name="T9" fmla="*/ 202 h 304"/>
                  <a:gd name="T10" fmla="*/ 127 w 254"/>
                  <a:gd name="T11" fmla="*/ 304 h 304"/>
                  <a:gd name="T12" fmla="*/ 228 w 254"/>
                  <a:gd name="T13" fmla="*/ 202 h 304"/>
                  <a:gd name="T14" fmla="*/ 246 w 254"/>
                  <a:gd name="T15" fmla="*/ 177 h 304"/>
                  <a:gd name="T16" fmla="*/ 240 w 254"/>
                  <a:gd name="T17" fmla="*/ 14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4" h="304">
                    <a:moveTo>
                      <a:pt x="240" y="140"/>
                    </a:moveTo>
                    <a:cubicBezTo>
                      <a:pt x="240" y="61"/>
                      <a:pt x="208" y="0"/>
                      <a:pt x="127" y="0"/>
                    </a:cubicBezTo>
                    <a:cubicBezTo>
                      <a:pt x="46" y="0"/>
                      <a:pt x="14" y="62"/>
                      <a:pt x="14" y="140"/>
                    </a:cubicBezTo>
                    <a:cubicBezTo>
                      <a:pt x="5" y="144"/>
                      <a:pt x="0" y="154"/>
                      <a:pt x="8" y="177"/>
                    </a:cubicBezTo>
                    <a:cubicBezTo>
                      <a:pt x="12" y="188"/>
                      <a:pt x="20" y="197"/>
                      <a:pt x="26" y="202"/>
                    </a:cubicBezTo>
                    <a:cubicBezTo>
                      <a:pt x="49" y="260"/>
                      <a:pt x="94" y="304"/>
                      <a:pt x="127" y="304"/>
                    </a:cubicBezTo>
                    <a:cubicBezTo>
                      <a:pt x="160" y="304"/>
                      <a:pt x="205" y="260"/>
                      <a:pt x="228" y="202"/>
                    </a:cubicBezTo>
                    <a:cubicBezTo>
                      <a:pt x="234" y="197"/>
                      <a:pt x="242" y="188"/>
                      <a:pt x="246" y="177"/>
                    </a:cubicBezTo>
                    <a:cubicBezTo>
                      <a:pt x="254" y="154"/>
                      <a:pt x="249" y="144"/>
                      <a:pt x="240" y="1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4" name="Freeform 71"/>
              <p:cNvSpPr>
                <a:spLocks noEditPoints="1"/>
              </p:cNvSpPr>
              <p:nvPr/>
            </p:nvSpPr>
            <p:spPr bwMode="auto">
              <a:xfrm>
                <a:off x="6149" y="2218"/>
                <a:ext cx="765" cy="365"/>
              </a:xfrm>
              <a:custGeom>
                <a:avLst/>
                <a:gdLst>
                  <a:gd name="T0" fmla="*/ 128 w 800"/>
                  <a:gd name="T1" fmla="*/ 380 h 380"/>
                  <a:gd name="T2" fmla="*/ 48 w 800"/>
                  <a:gd name="T3" fmla="*/ 352 h 380"/>
                  <a:gd name="T4" fmla="*/ 0 w 800"/>
                  <a:gd name="T5" fmla="*/ 336 h 380"/>
                  <a:gd name="T6" fmla="*/ 25 w 800"/>
                  <a:gd name="T7" fmla="*/ 224 h 380"/>
                  <a:gd name="T8" fmla="*/ 33 w 800"/>
                  <a:gd name="T9" fmla="*/ 211 h 380"/>
                  <a:gd name="T10" fmla="*/ 48 w 800"/>
                  <a:gd name="T11" fmla="*/ 204 h 380"/>
                  <a:gd name="T12" fmla="*/ 141 w 800"/>
                  <a:gd name="T13" fmla="*/ 183 h 380"/>
                  <a:gd name="T14" fmla="*/ 105 w 800"/>
                  <a:gd name="T15" fmla="*/ 131 h 380"/>
                  <a:gd name="T16" fmla="*/ 93 w 800"/>
                  <a:gd name="T17" fmla="*/ 114 h 380"/>
                  <a:gd name="T18" fmla="*/ 97 w 800"/>
                  <a:gd name="T19" fmla="*/ 90 h 380"/>
                  <a:gd name="T20" fmla="*/ 170 w 800"/>
                  <a:gd name="T21" fmla="*/ 0 h 380"/>
                  <a:gd name="T22" fmla="*/ 170 w 800"/>
                  <a:gd name="T23" fmla="*/ 0 h 380"/>
                  <a:gd name="T24" fmla="*/ 244 w 800"/>
                  <a:gd name="T25" fmla="*/ 90 h 380"/>
                  <a:gd name="T26" fmla="*/ 247 w 800"/>
                  <a:gd name="T27" fmla="*/ 114 h 380"/>
                  <a:gd name="T28" fmla="*/ 236 w 800"/>
                  <a:gd name="T29" fmla="*/ 131 h 380"/>
                  <a:gd name="T30" fmla="*/ 199 w 800"/>
                  <a:gd name="T31" fmla="*/ 183 h 380"/>
                  <a:gd name="T32" fmla="*/ 240 w 800"/>
                  <a:gd name="T33" fmla="*/ 192 h 380"/>
                  <a:gd name="T34" fmla="*/ 209 w 800"/>
                  <a:gd name="T35" fmla="*/ 199 h 380"/>
                  <a:gd name="T36" fmla="*/ 177 w 800"/>
                  <a:gd name="T37" fmla="*/ 213 h 380"/>
                  <a:gd name="T38" fmla="*/ 159 w 800"/>
                  <a:gd name="T39" fmla="*/ 243 h 380"/>
                  <a:gd name="T40" fmla="*/ 128 w 800"/>
                  <a:gd name="T41" fmla="*/ 380 h 380"/>
                  <a:gd name="T42" fmla="*/ 775 w 800"/>
                  <a:gd name="T43" fmla="*/ 224 h 380"/>
                  <a:gd name="T44" fmla="*/ 767 w 800"/>
                  <a:gd name="T45" fmla="*/ 211 h 380"/>
                  <a:gd name="T46" fmla="*/ 752 w 800"/>
                  <a:gd name="T47" fmla="*/ 204 h 380"/>
                  <a:gd name="T48" fmla="*/ 659 w 800"/>
                  <a:gd name="T49" fmla="*/ 183 h 380"/>
                  <a:gd name="T50" fmla="*/ 695 w 800"/>
                  <a:gd name="T51" fmla="*/ 131 h 380"/>
                  <a:gd name="T52" fmla="*/ 707 w 800"/>
                  <a:gd name="T53" fmla="*/ 114 h 380"/>
                  <a:gd name="T54" fmla="*/ 703 w 800"/>
                  <a:gd name="T55" fmla="*/ 90 h 380"/>
                  <a:gd name="T56" fmla="*/ 630 w 800"/>
                  <a:gd name="T57" fmla="*/ 0 h 380"/>
                  <a:gd name="T58" fmla="*/ 630 w 800"/>
                  <a:gd name="T59" fmla="*/ 0 h 380"/>
                  <a:gd name="T60" fmla="*/ 556 w 800"/>
                  <a:gd name="T61" fmla="*/ 90 h 380"/>
                  <a:gd name="T62" fmla="*/ 553 w 800"/>
                  <a:gd name="T63" fmla="*/ 114 h 380"/>
                  <a:gd name="T64" fmla="*/ 564 w 800"/>
                  <a:gd name="T65" fmla="*/ 131 h 380"/>
                  <a:gd name="T66" fmla="*/ 601 w 800"/>
                  <a:gd name="T67" fmla="*/ 183 h 380"/>
                  <a:gd name="T68" fmla="*/ 560 w 800"/>
                  <a:gd name="T69" fmla="*/ 192 h 380"/>
                  <a:gd name="T70" fmla="*/ 591 w 800"/>
                  <a:gd name="T71" fmla="*/ 199 h 380"/>
                  <a:gd name="T72" fmla="*/ 623 w 800"/>
                  <a:gd name="T73" fmla="*/ 213 h 380"/>
                  <a:gd name="T74" fmla="*/ 641 w 800"/>
                  <a:gd name="T75" fmla="*/ 243 h 380"/>
                  <a:gd name="T76" fmla="*/ 672 w 800"/>
                  <a:gd name="T77" fmla="*/ 380 h 380"/>
                  <a:gd name="T78" fmla="*/ 752 w 800"/>
                  <a:gd name="T79" fmla="*/ 352 h 380"/>
                  <a:gd name="T80" fmla="*/ 800 w 800"/>
                  <a:gd name="T81" fmla="*/ 336 h 380"/>
                  <a:gd name="T82" fmla="*/ 775 w 800"/>
                  <a:gd name="T83" fmla="*/ 224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0" h="380">
                    <a:moveTo>
                      <a:pt x="128" y="380"/>
                    </a:moveTo>
                    <a:cubicBezTo>
                      <a:pt x="90" y="375"/>
                      <a:pt x="60" y="365"/>
                      <a:pt x="48" y="352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25" y="224"/>
                      <a:pt x="25" y="224"/>
                      <a:pt x="25" y="224"/>
                    </a:cubicBezTo>
                    <a:cubicBezTo>
                      <a:pt x="27" y="219"/>
                      <a:pt x="29" y="215"/>
                      <a:pt x="33" y="211"/>
                    </a:cubicBezTo>
                    <a:cubicBezTo>
                      <a:pt x="38" y="207"/>
                      <a:pt x="43" y="205"/>
                      <a:pt x="48" y="204"/>
                    </a:cubicBezTo>
                    <a:cubicBezTo>
                      <a:pt x="141" y="183"/>
                      <a:pt x="141" y="183"/>
                      <a:pt x="141" y="183"/>
                    </a:cubicBezTo>
                    <a:cubicBezTo>
                      <a:pt x="127" y="171"/>
                      <a:pt x="113" y="152"/>
                      <a:pt x="105" y="131"/>
                    </a:cubicBezTo>
                    <a:cubicBezTo>
                      <a:pt x="101" y="128"/>
                      <a:pt x="96" y="122"/>
                      <a:pt x="93" y="114"/>
                    </a:cubicBezTo>
                    <a:cubicBezTo>
                      <a:pt x="88" y="100"/>
                      <a:pt x="91" y="93"/>
                      <a:pt x="97" y="90"/>
                    </a:cubicBezTo>
                    <a:cubicBezTo>
                      <a:pt x="97" y="40"/>
                      <a:pt x="118" y="0"/>
                      <a:pt x="170" y="0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223" y="0"/>
                      <a:pt x="244" y="40"/>
                      <a:pt x="244" y="90"/>
                    </a:cubicBezTo>
                    <a:cubicBezTo>
                      <a:pt x="249" y="93"/>
                      <a:pt x="253" y="100"/>
                      <a:pt x="247" y="114"/>
                    </a:cubicBezTo>
                    <a:cubicBezTo>
                      <a:pt x="245" y="122"/>
                      <a:pt x="240" y="128"/>
                      <a:pt x="236" y="131"/>
                    </a:cubicBezTo>
                    <a:cubicBezTo>
                      <a:pt x="227" y="152"/>
                      <a:pt x="213" y="171"/>
                      <a:pt x="199" y="183"/>
                    </a:cubicBezTo>
                    <a:cubicBezTo>
                      <a:pt x="240" y="192"/>
                      <a:pt x="240" y="192"/>
                      <a:pt x="240" y="192"/>
                    </a:cubicBezTo>
                    <a:cubicBezTo>
                      <a:pt x="209" y="199"/>
                      <a:pt x="209" y="199"/>
                      <a:pt x="209" y="199"/>
                    </a:cubicBezTo>
                    <a:cubicBezTo>
                      <a:pt x="197" y="200"/>
                      <a:pt x="186" y="205"/>
                      <a:pt x="177" y="213"/>
                    </a:cubicBezTo>
                    <a:cubicBezTo>
                      <a:pt x="168" y="221"/>
                      <a:pt x="162" y="231"/>
                      <a:pt x="159" y="243"/>
                    </a:cubicBezTo>
                    <a:lnTo>
                      <a:pt x="128" y="380"/>
                    </a:lnTo>
                    <a:close/>
                    <a:moveTo>
                      <a:pt x="775" y="224"/>
                    </a:moveTo>
                    <a:cubicBezTo>
                      <a:pt x="773" y="219"/>
                      <a:pt x="771" y="215"/>
                      <a:pt x="767" y="211"/>
                    </a:cubicBezTo>
                    <a:cubicBezTo>
                      <a:pt x="762" y="207"/>
                      <a:pt x="757" y="205"/>
                      <a:pt x="752" y="204"/>
                    </a:cubicBezTo>
                    <a:cubicBezTo>
                      <a:pt x="659" y="183"/>
                      <a:pt x="659" y="183"/>
                      <a:pt x="659" y="183"/>
                    </a:cubicBezTo>
                    <a:cubicBezTo>
                      <a:pt x="673" y="171"/>
                      <a:pt x="687" y="152"/>
                      <a:pt x="695" y="131"/>
                    </a:cubicBezTo>
                    <a:cubicBezTo>
                      <a:pt x="699" y="128"/>
                      <a:pt x="704" y="121"/>
                      <a:pt x="707" y="114"/>
                    </a:cubicBezTo>
                    <a:cubicBezTo>
                      <a:pt x="712" y="100"/>
                      <a:pt x="709" y="93"/>
                      <a:pt x="703" y="90"/>
                    </a:cubicBezTo>
                    <a:cubicBezTo>
                      <a:pt x="703" y="40"/>
                      <a:pt x="682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ubicBezTo>
                      <a:pt x="577" y="0"/>
                      <a:pt x="556" y="40"/>
                      <a:pt x="556" y="90"/>
                    </a:cubicBezTo>
                    <a:cubicBezTo>
                      <a:pt x="551" y="93"/>
                      <a:pt x="547" y="100"/>
                      <a:pt x="553" y="114"/>
                    </a:cubicBezTo>
                    <a:cubicBezTo>
                      <a:pt x="555" y="121"/>
                      <a:pt x="560" y="128"/>
                      <a:pt x="564" y="131"/>
                    </a:cubicBezTo>
                    <a:cubicBezTo>
                      <a:pt x="573" y="152"/>
                      <a:pt x="587" y="171"/>
                      <a:pt x="601" y="183"/>
                    </a:cubicBezTo>
                    <a:cubicBezTo>
                      <a:pt x="560" y="192"/>
                      <a:pt x="560" y="192"/>
                      <a:pt x="560" y="192"/>
                    </a:cubicBezTo>
                    <a:cubicBezTo>
                      <a:pt x="591" y="199"/>
                      <a:pt x="591" y="199"/>
                      <a:pt x="591" y="199"/>
                    </a:cubicBezTo>
                    <a:cubicBezTo>
                      <a:pt x="603" y="200"/>
                      <a:pt x="614" y="205"/>
                      <a:pt x="623" y="213"/>
                    </a:cubicBezTo>
                    <a:cubicBezTo>
                      <a:pt x="632" y="221"/>
                      <a:pt x="638" y="231"/>
                      <a:pt x="641" y="243"/>
                    </a:cubicBezTo>
                    <a:cubicBezTo>
                      <a:pt x="672" y="380"/>
                      <a:pt x="672" y="380"/>
                      <a:pt x="672" y="380"/>
                    </a:cubicBezTo>
                    <a:cubicBezTo>
                      <a:pt x="710" y="375"/>
                      <a:pt x="740" y="365"/>
                      <a:pt x="752" y="352"/>
                    </a:cubicBezTo>
                    <a:cubicBezTo>
                      <a:pt x="800" y="336"/>
                      <a:pt x="800" y="336"/>
                      <a:pt x="800" y="336"/>
                    </a:cubicBezTo>
                    <a:lnTo>
                      <a:pt x="775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71418" y="184665"/>
            <a:ext cx="140462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背景</a:t>
            </a:r>
            <a:endParaRPr lang="zh-CN" altLang="en-US" sz="24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1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07246" y="1421379"/>
            <a:ext cx="6950987" cy="106417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609600"/>
            <a:r>
              <a:rPr lang="zh-CN" altLang="en-US" sz="2800" b="1" dirty="0">
                <a:solidFill>
                  <a:srgbClr val="676661"/>
                </a:solidFill>
                <a:ea typeface="微软雅黑" charset="0"/>
              </a:rPr>
              <a:t>▷很多同学有自习习惯，但学习过程缺乏量化，难以形成有效激励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2901066" y="3111940"/>
            <a:ext cx="6389807" cy="2929575"/>
            <a:chOff x="1611683" y="1446502"/>
            <a:chExt cx="5920633" cy="3027758"/>
          </a:xfrm>
          <a:solidFill>
            <a:schemeClr val="bg1">
              <a:lumMod val="85000"/>
            </a:schemeClr>
          </a:solidFill>
        </p:grpSpPr>
        <p:sp>
          <p:nvSpPr>
            <p:cNvPr id="18" name="Freeform 559"/>
            <p:cNvSpPr/>
            <p:nvPr/>
          </p:nvSpPr>
          <p:spPr bwMode="auto">
            <a:xfrm>
              <a:off x="4299491" y="2445520"/>
              <a:ext cx="75667" cy="117338"/>
            </a:xfrm>
            <a:custGeom>
              <a:avLst/>
              <a:gdLst>
                <a:gd name="T0" fmla="*/ 2147483647 w 56"/>
                <a:gd name="T1" fmla="*/ 2147483647 h 88"/>
                <a:gd name="T2" fmla="*/ 0 w 56"/>
                <a:gd name="T3" fmla="*/ 2147483647 h 88"/>
                <a:gd name="T4" fmla="*/ 0 w 56"/>
                <a:gd name="T5" fmla="*/ 2147483647 h 88"/>
                <a:gd name="T6" fmla="*/ 0 w 56"/>
                <a:gd name="T7" fmla="*/ 2147483647 h 88"/>
                <a:gd name="T8" fmla="*/ 2147483647 w 56"/>
                <a:gd name="T9" fmla="*/ 2147483647 h 88"/>
                <a:gd name="T10" fmla="*/ 2147483647 w 56"/>
                <a:gd name="T11" fmla="*/ 2147483647 h 88"/>
                <a:gd name="T12" fmla="*/ 0 w 56"/>
                <a:gd name="T13" fmla="*/ 2147483647 h 88"/>
                <a:gd name="T14" fmla="*/ 2147483647 w 56"/>
                <a:gd name="T15" fmla="*/ 2147483647 h 88"/>
                <a:gd name="T16" fmla="*/ 0 w 56"/>
                <a:gd name="T17" fmla="*/ 2147483647 h 88"/>
                <a:gd name="T18" fmla="*/ 2147483647 w 56"/>
                <a:gd name="T19" fmla="*/ 2147483647 h 88"/>
                <a:gd name="T20" fmla="*/ 2147483647 w 56"/>
                <a:gd name="T21" fmla="*/ 2147483647 h 88"/>
                <a:gd name="T22" fmla="*/ 2147483647 w 56"/>
                <a:gd name="T23" fmla="*/ 0 h 88"/>
                <a:gd name="T24" fmla="*/ 2147483647 w 56"/>
                <a:gd name="T25" fmla="*/ 2147483647 h 88"/>
                <a:gd name="T26" fmla="*/ 2147483647 w 56"/>
                <a:gd name="T27" fmla="*/ 2147483647 h 88"/>
                <a:gd name="T28" fmla="*/ 2147483647 w 56"/>
                <a:gd name="T29" fmla="*/ 2147483647 h 88"/>
                <a:gd name="T30" fmla="*/ 2147483647 w 56"/>
                <a:gd name="T31" fmla="*/ 2147483647 h 88"/>
                <a:gd name="T32" fmla="*/ 2147483647 w 56"/>
                <a:gd name="T33" fmla="*/ 2147483647 h 88"/>
                <a:gd name="T34" fmla="*/ 2147483647 w 56"/>
                <a:gd name="T35" fmla="*/ 2147483647 h 88"/>
                <a:gd name="T36" fmla="*/ 2147483647 w 56"/>
                <a:gd name="T37" fmla="*/ 2147483647 h 88"/>
                <a:gd name="T38" fmla="*/ 2147483647 w 56"/>
                <a:gd name="T39" fmla="*/ 2147483647 h 88"/>
                <a:gd name="T40" fmla="*/ 2147483647 w 56"/>
                <a:gd name="T41" fmla="*/ 2147483647 h 8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6"/>
                <a:gd name="T64" fmla="*/ 0 h 88"/>
                <a:gd name="T65" fmla="*/ 56 w 56"/>
                <a:gd name="T66" fmla="*/ 88 h 8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6" h="88">
                  <a:moveTo>
                    <a:pt x="8" y="88"/>
                  </a:moveTo>
                  <a:lnTo>
                    <a:pt x="0" y="80"/>
                  </a:lnTo>
                  <a:lnTo>
                    <a:pt x="0" y="72"/>
                  </a:lnTo>
                  <a:lnTo>
                    <a:pt x="0" y="64"/>
                  </a:lnTo>
                  <a:lnTo>
                    <a:pt x="8" y="56"/>
                  </a:lnTo>
                  <a:lnTo>
                    <a:pt x="8" y="48"/>
                  </a:lnTo>
                  <a:lnTo>
                    <a:pt x="0" y="40"/>
                  </a:lnTo>
                  <a:lnTo>
                    <a:pt x="8" y="40"/>
                  </a:lnTo>
                  <a:lnTo>
                    <a:pt x="0" y="24"/>
                  </a:lnTo>
                  <a:lnTo>
                    <a:pt x="16" y="24"/>
                  </a:lnTo>
                  <a:lnTo>
                    <a:pt x="16" y="16"/>
                  </a:lnTo>
                  <a:lnTo>
                    <a:pt x="32" y="0"/>
                  </a:lnTo>
                  <a:lnTo>
                    <a:pt x="40" y="8"/>
                  </a:lnTo>
                  <a:lnTo>
                    <a:pt x="48" y="8"/>
                  </a:lnTo>
                  <a:lnTo>
                    <a:pt x="48" y="16"/>
                  </a:lnTo>
                  <a:lnTo>
                    <a:pt x="56" y="24"/>
                  </a:lnTo>
                  <a:lnTo>
                    <a:pt x="48" y="32"/>
                  </a:lnTo>
                  <a:lnTo>
                    <a:pt x="48" y="48"/>
                  </a:lnTo>
                  <a:lnTo>
                    <a:pt x="48" y="64"/>
                  </a:lnTo>
                  <a:lnTo>
                    <a:pt x="32" y="72"/>
                  </a:lnTo>
                  <a:lnTo>
                    <a:pt x="8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" name="Freeform 560"/>
            <p:cNvSpPr/>
            <p:nvPr/>
          </p:nvSpPr>
          <p:spPr bwMode="auto">
            <a:xfrm>
              <a:off x="4364192" y="2347921"/>
              <a:ext cx="128304" cy="247835"/>
            </a:xfrm>
            <a:custGeom>
              <a:avLst/>
              <a:gdLst>
                <a:gd name="T0" fmla="*/ 2147483647 w 96"/>
                <a:gd name="T1" fmla="*/ 2147483647 h 184"/>
                <a:gd name="T2" fmla="*/ 2147483647 w 96"/>
                <a:gd name="T3" fmla="*/ 2147483647 h 184"/>
                <a:gd name="T4" fmla="*/ 2147483647 w 96"/>
                <a:gd name="T5" fmla="*/ 2147483647 h 184"/>
                <a:gd name="T6" fmla="*/ 2147483647 w 96"/>
                <a:gd name="T7" fmla="*/ 2147483647 h 184"/>
                <a:gd name="T8" fmla="*/ 2147483647 w 96"/>
                <a:gd name="T9" fmla="*/ 2147483647 h 184"/>
                <a:gd name="T10" fmla="*/ 2147483647 w 96"/>
                <a:gd name="T11" fmla="*/ 2147483647 h 184"/>
                <a:gd name="T12" fmla="*/ 2147483647 w 96"/>
                <a:gd name="T13" fmla="*/ 2147483647 h 184"/>
                <a:gd name="T14" fmla="*/ 2147483647 w 96"/>
                <a:gd name="T15" fmla="*/ 2147483647 h 184"/>
                <a:gd name="T16" fmla="*/ 2147483647 w 96"/>
                <a:gd name="T17" fmla="*/ 2147483647 h 184"/>
                <a:gd name="T18" fmla="*/ 2147483647 w 96"/>
                <a:gd name="T19" fmla="*/ 2147483647 h 184"/>
                <a:gd name="T20" fmla="*/ 2147483647 w 96"/>
                <a:gd name="T21" fmla="*/ 2147483647 h 184"/>
                <a:gd name="T22" fmla="*/ 2147483647 w 96"/>
                <a:gd name="T23" fmla="*/ 2147483647 h 184"/>
                <a:gd name="T24" fmla="*/ 2147483647 w 96"/>
                <a:gd name="T25" fmla="*/ 2147483647 h 184"/>
                <a:gd name="T26" fmla="*/ 2147483647 w 96"/>
                <a:gd name="T27" fmla="*/ 2147483647 h 184"/>
                <a:gd name="T28" fmla="*/ 2147483647 w 96"/>
                <a:gd name="T29" fmla="*/ 2147483647 h 184"/>
                <a:gd name="T30" fmla="*/ 0 w 96"/>
                <a:gd name="T31" fmla="*/ 2147483647 h 184"/>
                <a:gd name="T32" fmla="*/ 0 w 96"/>
                <a:gd name="T33" fmla="*/ 2147483647 h 184"/>
                <a:gd name="T34" fmla="*/ 0 w 96"/>
                <a:gd name="T35" fmla="*/ 2147483647 h 184"/>
                <a:gd name="T36" fmla="*/ 0 w 96"/>
                <a:gd name="T37" fmla="*/ 2147483647 h 184"/>
                <a:gd name="T38" fmla="*/ 0 w 96"/>
                <a:gd name="T39" fmla="*/ 2147483647 h 184"/>
                <a:gd name="T40" fmla="*/ 2147483647 w 96"/>
                <a:gd name="T41" fmla="*/ 2147483647 h 184"/>
                <a:gd name="T42" fmla="*/ 2147483647 w 96"/>
                <a:gd name="T43" fmla="*/ 0 h 184"/>
                <a:gd name="T44" fmla="*/ 2147483647 w 96"/>
                <a:gd name="T45" fmla="*/ 0 h 184"/>
                <a:gd name="T46" fmla="*/ 2147483647 w 96"/>
                <a:gd name="T47" fmla="*/ 0 h 184"/>
                <a:gd name="T48" fmla="*/ 2147483647 w 96"/>
                <a:gd name="T49" fmla="*/ 2147483647 h 184"/>
                <a:gd name="T50" fmla="*/ 2147483647 w 96"/>
                <a:gd name="T51" fmla="*/ 2147483647 h 184"/>
                <a:gd name="T52" fmla="*/ 2147483647 w 96"/>
                <a:gd name="T53" fmla="*/ 2147483647 h 184"/>
                <a:gd name="T54" fmla="*/ 2147483647 w 96"/>
                <a:gd name="T55" fmla="*/ 2147483647 h 184"/>
                <a:gd name="T56" fmla="*/ 2147483647 w 96"/>
                <a:gd name="T57" fmla="*/ 2147483647 h 184"/>
                <a:gd name="T58" fmla="*/ 2147483647 w 96"/>
                <a:gd name="T59" fmla="*/ 2147483647 h 184"/>
                <a:gd name="T60" fmla="*/ 2147483647 w 96"/>
                <a:gd name="T61" fmla="*/ 2147483647 h 184"/>
                <a:gd name="T62" fmla="*/ 2147483647 w 96"/>
                <a:gd name="T63" fmla="*/ 2147483647 h 184"/>
                <a:gd name="T64" fmla="*/ 2147483647 w 96"/>
                <a:gd name="T65" fmla="*/ 2147483647 h 184"/>
                <a:gd name="T66" fmla="*/ 2147483647 w 96"/>
                <a:gd name="T67" fmla="*/ 2147483647 h 184"/>
                <a:gd name="T68" fmla="*/ 2147483647 w 96"/>
                <a:gd name="T69" fmla="*/ 2147483647 h 184"/>
                <a:gd name="T70" fmla="*/ 2147483647 w 96"/>
                <a:gd name="T71" fmla="*/ 2147483647 h 184"/>
                <a:gd name="T72" fmla="*/ 2147483647 w 96"/>
                <a:gd name="T73" fmla="*/ 2147483647 h 184"/>
                <a:gd name="T74" fmla="*/ 2147483647 w 96"/>
                <a:gd name="T75" fmla="*/ 2147483647 h 184"/>
                <a:gd name="T76" fmla="*/ 2147483647 w 96"/>
                <a:gd name="T77" fmla="*/ 2147483647 h 184"/>
                <a:gd name="T78" fmla="*/ 2147483647 w 96"/>
                <a:gd name="T79" fmla="*/ 2147483647 h 184"/>
                <a:gd name="T80" fmla="*/ 2147483647 w 96"/>
                <a:gd name="T81" fmla="*/ 2147483647 h 184"/>
                <a:gd name="T82" fmla="*/ 2147483647 w 96"/>
                <a:gd name="T83" fmla="*/ 2147483647 h 184"/>
                <a:gd name="T84" fmla="*/ 2147483647 w 96"/>
                <a:gd name="T85" fmla="*/ 2147483647 h 184"/>
                <a:gd name="T86" fmla="*/ 2147483647 w 96"/>
                <a:gd name="T87" fmla="*/ 2147483647 h 184"/>
                <a:gd name="T88" fmla="*/ 2147483647 w 96"/>
                <a:gd name="T89" fmla="*/ 2147483647 h 184"/>
                <a:gd name="T90" fmla="*/ 2147483647 w 96"/>
                <a:gd name="T91" fmla="*/ 2147483647 h 184"/>
                <a:gd name="T92" fmla="*/ 2147483647 w 96"/>
                <a:gd name="T93" fmla="*/ 2147483647 h 184"/>
                <a:gd name="T94" fmla="*/ 2147483647 w 96"/>
                <a:gd name="T95" fmla="*/ 2147483647 h 184"/>
                <a:gd name="T96" fmla="*/ 2147483647 w 96"/>
                <a:gd name="T97" fmla="*/ 2147483647 h 184"/>
                <a:gd name="T98" fmla="*/ 2147483647 w 96"/>
                <a:gd name="T99" fmla="*/ 2147483647 h 184"/>
                <a:gd name="T100" fmla="*/ 2147483647 w 96"/>
                <a:gd name="T101" fmla="*/ 2147483647 h 184"/>
                <a:gd name="T102" fmla="*/ 2147483647 w 96"/>
                <a:gd name="T103" fmla="*/ 2147483647 h 184"/>
                <a:gd name="T104" fmla="*/ 2147483647 w 96"/>
                <a:gd name="T105" fmla="*/ 2147483647 h 184"/>
                <a:gd name="T106" fmla="*/ 2147483647 w 96"/>
                <a:gd name="T107" fmla="*/ 2147483647 h 184"/>
                <a:gd name="T108" fmla="*/ 2147483647 w 96"/>
                <a:gd name="T109" fmla="*/ 2147483647 h 184"/>
                <a:gd name="T110" fmla="*/ 2147483647 w 96"/>
                <a:gd name="T111" fmla="*/ 2147483647 h 184"/>
                <a:gd name="T112" fmla="*/ 2147483647 w 96"/>
                <a:gd name="T113" fmla="*/ 2147483647 h 184"/>
                <a:gd name="T114" fmla="*/ 2147483647 w 96"/>
                <a:gd name="T115" fmla="*/ 2147483647 h 184"/>
                <a:gd name="T116" fmla="*/ 2147483647 w 96"/>
                <a:gd name="T117" fmla="*/ 2147483647 h 184"/>
                <a:gd name="T118" fmla="*/ 2147483647 w 96"/>
                <a:gd name="T119" fmla="*/ 2147483647 h 184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96"/>
                <a:gd name="T181" fmla="*/ 0 h 184"/>
                <a:gd name="T182" fmla="*/ 96 w 96"/>
                <a:gd name="T183" fmla="*/ 184 h 184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96" h="184">
                  <a:moveTo>
                    <a:pt x="16" y="144"/>
                  </a:moveTo>
                  <a:lnTo>
                    <a:pt x="24" y="136"/>
                  </a:lnTo>
                  <a:lnTo>
                    <a:pt x="24" y="128"/>
                  </a:lnTo>
                  <a:lnTo>
                    <a:pt x="16" y="128"/>
                  </a:lnTo>
                  <a:lnTo>
                    <a:pt x="24" y="120"/>
                  </a:lnTo>
                  <a:lnTo>
                    <a:pt x="40" y="112"/>
                  </a:lnTo>
                  <a:lnTo>
                    <a:pt x="40" y="104"/>
                  </a:lnTo>
                  <a:lnTo>
                    <a:pt x="40" y="96"/>
                  </a:lnTo>
                  <a:lnTo>
                    <a:pt x="32" y="88"/>
                  </a:lnTo>
                  <a:lnTo>
                    <a:pt x="24" y="88"/>
                  </a:lnTo>
                  <a:lnTo>
                    <a:pt x="16" y="88"/>
                  </a:lnTo>
                  <a:lnTo>
                    <a:pt x="16" y="80"/>
                  </a:lnTo>
                  <a:lnTo>
                    <a:pt x="16" y="64"/>
                  </a:lnTo>
                  <a:lnTo>
                    <a:pt x="8" y="64"/>
                  </a:lnTo>
                  <a:lnTo>
                    <a:pt x="8" y="72"/>
                  </a:lnTo>
                  <a:lnTo>
                    <a:pt x="0" y="64"/>
                  </a:lnTo>
                  <a:lnTo>
                    <a:pt x="0" y="48"/>
                  </a:lnTo>
                  <a:lnTo>
                    <a:pt x="0" y="40"/>
                  </a:lnTo>
                  <a:lnTo>
                    <a:pt x="0" y="32"/>
                  </a:lnTo>
                  <a:lnTo>
                    <a:pt x="0" y="24"/>
                  </a:lnTo>
                  <a:lnTo>
                    <a:pt x="8" y="16"/>
                  </a:lnTo>
                  <a:lnTo>
                    <a:pt x="16" y="0"/>
                  </a:lnTo>
                  <a:lnTo>
                    <a:pt x="24" y="0"/>
                  </a:lnTo>
                  <a:lnTo>
                    <a:pt x="32" y="0"/>
                  </a:lnTo>
                  <a:lnTo>
                    <a:pt x="24" y="16"/>
                  </a:lnTo>
                  <a:lnTo>
                    <a:pt x="32" y="24"/>
                  </a:lnTo>
                  <a:lnTo>
                    <a:pt x="40" y="16"/>
                  </a:lnTo>
                  <a:lnTo>
                    <a:pt x="56" y="24"/>
                  </a:lnTo>
                  <a:lnTo>
                    <a:pt x="48" y="32"/>
                  </a:lnTo>
                  <a:lnTo>
                    <a:pt x="48" y="40"/>
                  </a:lnTo>
                  <a:lnTo>
                    <a:pt x="40" y="56"/>
                  </a:lnTo>
                  <a:lnTo>
                    <a:pt x="48" y="64"/>
                  </a:lnTo>
                  <a:lnTo>
                    <a:pt x="56" y="64"/>
                  </a:lnTo>
                  <a:lnTo>
                    <a:pt x="64" y="88"/>
                  </a:lnTo>
                  <a:lnTo>
                    <a:pt x="72" y="96"/>
                  </a:lnTo>
                  <a:lnTo>
                    <a:pt x="80" y="112"/>
                  </a:lnTo>
                  <a:lnTo>
                    <a:pt x="80" y="120"/>
                  </a:lnTo>
                  <a:lnTo>
                    <a:pt x="80" y="128"/>
                  </a:lnTo>
                  <a:lnTo>
                    <a:pt x="88" y="128"/>
                  </a:lnTo>
                  <a:lnTo>
                    <a:pt x="96" y="128"/>
                  </a:lnTo>
                  <a:lnTo>
                    <a:pt x="96" y="144"/>
                  </a:lnTo>
                  <a:lnTo>
                    <a:pt x="88" y="152"/>
                  </a:lnTo>
                  <a:lnTo>
                    <a:pt x="88" y="160"/>
                  </a:lnTo>
                  <a:lnTo>
                    <a:pt x="96" y="160"/>
                  </a:lnTo>
                  <a:lnTo>
                    <a:pt x="88" y="160"/>
                  </a:lnTo>
                  <a:lnTo>
                    <a:pt x="72" y="168"/>
                  </a:lnTo>
                  <a:lnTo>
                    <a:pt x="56" y="168"/>
                  </a:lnTo>
                  <a:lnTo>
                    <a:pt x="48" y="176"/>
                  </a:lnTo>
                  <a:lnTo>
                    <a:pt x="40" y="168"/>
                  </a:lnTo>
                  <a:lnTo>
                    <a:pt x="32" y="176"/>
                  </a:lnTo>
                  <a:lnTo>
                    <a:pt x="24" y="176"/>
                  </a:lnTo>
                  <a:lnTo>
                    <a:pt x="16" y="176"/>
                  </a:lnTo>
                  <a:lnTo>
                    <a:pt x="16" y="184"/>
                  </a:lnTo>
                  <a:lnTo>
                    <a:pt x="8" y="184"/>
                  </a:lnTo>
                  <a:lnTo>
                    <a:pt x="8" y="176"/>
                  </a:lnTo>
                  <a:lnTo>
                    <a:pt x="24" y="168"/>
                  </a:lnTo>
                  <a:lnTo>
                    <a:pt x="32" y="152"/>
                  </a:lnTo>
                  <a:lnTo>
                    <a:pt x="24" y="152"/>
                  </a:lnTo>
                  <a:lnTo>
                    <a:pt x="16" y="152"/>
                  </a:lnTo>
                  <a:lnTo>
                    <a:pt x="16" y="14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" name="Freeform 561"/>
            <p:cNvSpPr/>
            <p:nvPr/>
          </p:nvSpPr>
          <p:spPr bwMode="auto">
            <a:xfrm>
              <a:off x="5342373" y="1479400"/>
              <a:ext cx="300473" cy="375043"/>
            </a:xfrm>
            <a:custGeom>
              <a:avLst/>
              <a:gdLst>
                <a:gd name="T0" fmla="*/ 2147483647 w 224"/>
                <a:gd name="T1" fmla="*/ 2147483647 h 280"/>
                <a:gd name="T2" fmla="*/ 2147483647 w 224"/>
                <a:gd name="T3" fmla="*/ 2147483647 h 280"/>
                <a:gd name="T4" fmla="*/ 2147483647 w 224"/>
                <a:gd name="T5" fmla="*/ 2147483647 h 280"/>
                <a:gd name="T6" fmla="*/ 2147483647 w 224"/>
                <a:gd name="T7" fmla="*/ 2147483647 h 280"/>
                <a:gd name="T8" fmla="*/ 2147483647 w 224"/>
                <a:gd name="T9" fmla="*/ 2147483647 h 280"/>
                <a:gd name="T10" fmla="*/ 2147483647 w 224"/>
                <a:gd name="T11" fmla="*/ 2147483647 h 280"/>
                <a:gd name="T12" fmla="*/ 2147483647 w 224"/>
                <a:gd name="T13" fmla="*/ 2147483647 h 280"/>
                <a:gd name="T14" fmla="*/ 2147483647 w 224"/>
                <a:gd name="T15" fmla="*/ 2147483647 h 280"/>
                <a:gd name="T16" fmla="*/ 2147483647 w 224"/>
                <a:gd name="T17" fmla="*/ 2147483647 h 280"/>
                <a:gd name="T18" fmla="*/ 2147483647 w 224"/>
                <a:gd name="T19" fmla="*/ 2147483647 h 280"/>
                <a:gd name="T20" fmla="*/ 2147483647 w 224"/>
                <a:gd name="T21" fmla="*/ 0 h 280"/>
                <a:gd name="T22" fmla="*/ 2147483647 w 224"/>
                <a:gd name="T23" fmla="*/ 0 h 280"/>
                <a:gd name="T24" fmla="*/ 2147483647 w 224"/>
                <a:gd name="T25" fmla="*/ 2147483647 h 280"/>
                <a:gd name="T26" fmla="*/ 2147483647 w 224"/>
                <a:gd name="T27" fmla="*/ 2147483647 h 280"/>
                <a:gd name="T28" fmla="*/ 2147483647 w 224"/>
                <a:gd name="T29" fmla="*/ 2147483647 h 280"/>
                <a:gd name="T30" fmla="*/ 2147483647 w 224"/>
                <a:gd name="T31" fmla="*/ 2147483647 h 280"/>
                <a:gd name="T32" fmla="*/ 2147483647 w 224"/>
                <a:gd name="T33" fmla="*/ 2147483647 h 280"/>
                <a:gd name="T34" fmla="*/ 2147483647 w 224"/>
                <a:gd name="T35" fmla="*/ 2147483647 h 280"/>
                <a:gd name="T36" fmla="*/ 2147483647 w 224"/>
                <a:gd name="T37" fmla="*/ 2147483647 h 280"/>
                <a:gd name="T38" fmla="*/ 2147483647 w 224"/>
                <a:gd name="T39" fmla="*/ 2147483647 h 280"/>
                <a:gd name="T40" fmla="*/ 2147483647 w 224"/>
                <a:gd name="T41" fmla="*/ 2147483647 h 280"/>
                <a:gd name="T42" fmla="*/ 2147483647 w 224"/>
                <a:gd name="T43" fmla="*/ 2147483647 h 280"/>
                <a:gd name="T44" fmla="*/ 2147483647 w 224"/>
                <a:gd name="T45" fmla="*/ 2147483647 h 280"/>
                <a:gd name="T46" fmla="*/ 2147483647 w 224"/>
                <a:gd name="T47" fmla="*/ 2147483647 h 280"/>
                <a:gd name="T48" fmla="*/ 2147483647 w 224"/>
                <a:gd name="T49" fmla="*/ 2147483647 h 280"/>
                <a:gd name="T50" fmla="*/ 2147483647 w 224"/>
                <a:gd name="T51" fmla="*/ 2147483647 h 280"/>
                <a:gd name="T52" fmla="*/ 2147483647 w 224"/>
                <a:gd name="T53" fmla="*/ 2147483647 h 280"/>
                <a:gd name="T54" fmla="*/ 0 w 224"/>
                <a:gd name="T55" fmla="*/ 2147483647 h 280"/>
                <a:gd name="T56" fmla="*/ 2147483647 w 224"/>
                <a:gd name="T57" fmla="*/ 2147483647 h 280"/>
                <a:gd name="T58" fmla="*/ 2147483647 w 224"/>
                <a:gd name="T59" fmla="*/ 2147483647 h 280"/>
                <a:gd name="T60" fmla="*/ 2147483647 w 224"/>
                <a:gd name="T61" fmla="*/ 2147483647 h 280"/>
                <a:gd name="T62" fmla="*/ 2147483647 w 224"/>
                <a:gd name="T63" fmla="*/ 2147483647 h 280"/>
                <a:gd name="T64" fmla="*/ 2147483647 w 224"/>
                <a:gd name="T65" fmla="*/ 2147483647 h 28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24"/>
                <a:gd name="T100" fmla="*/ 0 h 280"/>
                <a:gd name="T101" fmla="*/ 224 w 224"/>
                <a:gd name="T102" fmla="*/ 280 h 28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24" h="280">
                  <a:moveTo>
                    <a:pt x="80" y="280"/>
                  </a:moveTo>
                  <a:lnTo>
                    <a:pt x="64" y="264"/>
                  </a:lnTo>
                  <a:lnTo>
                    <a:pt x="48" y="216"/>
                  </a:lnTo>
                  <a:lnTo>
                    <a:pt x="64" y="184"/>
                  </a:lnTo>
                  <a:lnTo>
                    <a:pt x="96" y="120"/>
                  </a:lnTo>
                  <a:lnTo>
                    <a:pt x="128" y="96"/>
                  </a:lnTo>
                  <a:lnTo>
                    <a:pt x="144" y="72"/>
                  </a:lnTo>
                  <a:lnTo>
                    <a:pt x="168" y="64"/>
                  </a:lnTo>
                  <a:lnTo>
                    <a:pt x="192" y="48"/>
                  </a:lnTo>
                  <a:lnTo>
                    <a:pt x="224" y="16"/>
                  </a:lnTo>
                  <a:lnTo>
                    <a:pt x="216" y="0"/>
                  </a:lnTo>
                  <a:lnTo>
                    <a:pt x="192" y="0"/>
                  </a:lnTo>
                  <a:lnTo>
                    <a:pt x="176" y="16"/>
                  </a:lnTo>
                  <a:lnTo>
                    <a:pt x="168" y="24"/>
                  </a:lnTo>
                  <a:lnTo>
                    <a:pt x="144" y="32"/>
                  </a:lnTo>
                  <a:lnTo>
                    <a:pt x="120" y="32"/>
                  </a:lnTo>
                  <a:lnTo>
                    <a:pt x="112" y="40"/>
                  </a:lnTo>
                  <a:lnTo>
                    <a:pt x="104" y="48"/>
                  </a:lnTo>
                  <a:lnTo>
                    <a:pt x="72" y="80"/>
                  </a:lnTo>
                  <a:lnTo>
                    <a:pt x="56" y="88"/>
                  </a:lnTo>
                  <a:lnTo>
                    <a:pt x="56" y="112"/>
                  </a:lnTo>
                  <a:lnTo>
                    <a:pt x="40" y="120"/>
                  </a:lnTo>
                  <a:lnTo>
                    <a:pt x="24" y="144"/>
                  </a:lnTo>
                  <a:lnTo>
                    <a:pt x="24" y="160"/>
                  </a:lnTo>
                  <a:lnTo>
                    <a:pt x="16" y="176"/>
                  </a:lnTo>
                  <a:lnTo>
                    <a:pt x="8" y="192"/>
                  </a:lnTo>
                  <a:lnTo>
                    <a:pt x="8" y="216"/>
                  </a:lnTo>
                  <a:lnTo>
                    <a:pt x="0" y="232"/>
                  </a:lnTo>
                  <a:lnTo>
                    <a:pt x="8" y="256"/>
                  </a:lnTo>
                  <a:lnTo>
                    <a:pt x="32" y="264"/>
                  </a:lnTo>
                  <a:lnTo>
                    <a:pt x="32" y="272"/>
                  </a:lnTo>
                  <a:lnTo>
                    <a:pt x="48" y="280"/>
                  </a:lnTo>
                  <a:lnTo>
                    <a:pt x="80" y="2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" name="Freeform 562"/>
            <p:cNvSpPr/>
            <p:nvPr/>
          </p:nvSpPr>
          <p:spPr bwMode="auto">
            <a:xfrm>
              <a:off x="4299491" y="2445520"/>
              <a:ext cx="75667" cy="117338"/>
            </a:xfrm>
            <a:custGeom>
              <a:avLst/>
              <a:gdLst>
                <a:gd name="T0" fmla="*/ 2147483647 w 56"/>
                <a:gd name="T1" fmla="*/ 2147483647 h 88"/>
                <a:gd name="T2" fmla="*/ 0 w 56"/>
                <a:gd name="T3" fmla="*/ 2147483647 h 88"/>
                <a:gd name="T4" fmla="*/ 0 w 56"/>
                <a:gd name="T5" fmla="*/ 2147483647 h 88"/>
                <a:gd name="T6" fmla="*/ 0 w 56"/>
                <a:gd name="T7" fmla="*/ 2147483647 h 88"/>
                <a:gd name="T8" fmla="*/ 2147483647 w 56"/>
                <a:gd name="T9" fmla="*/ 2147483647 h 88"/>
                <a:gd name="T10" fmla="*/ 2147483647 w 56"/>
                <a:gd name="T11" fmla="*/ 2147483647 h 88"/>
                <a:gd name="T12" fmla="*/ 0 w 56"/>
                <a:gd name="T13" fmla="*/ 2147483647 h 88"/>
                <a:gd name="T14" fmla="*/ 2147483647 w 56"/>
                <a:gd name="T15" fmla="*/ 2147483647 h 88"/>
                <a:gd name="T16" fmla="*/ 0 w 56"/>
                <a:gd name="T17" fmla="*/ 2147483647 h 88"/>
                <a:gd name="T18" fmla="*/ 2147483647 w 56"/>
                <a:gd name="T19" fmla="*/ 2147483647 h 88"/>
                <a:gd name="T20" fmla="*/ 2147483647 w 56"/>
                <a:gd name="T21" fmla="*/ 2147483647 h 88"/>
                <a:gd name="T22" fmla="*/ 2147483647 w 56"/>
                <a:gd name="T23" fmla="*/ 0 h 88"/>
                <a:gd name="T24" fmla="*/ 2147483647 w 56"/>
                <a:gd name="T25" fmla="*/ 2147483647 h 88"/>
                <a:gd name="T26" fmla="*/ 2147483647 w 56"/>
                <a:gd name="T27" fmla="*/ 2147483647 h 88"/>
                <a:gd name="T28" fmla="*/ 2147483647 w 56"/>
                <a:gd name="T29" fmla="*/ 2147483647 h 88"/>
                <a:gd name="T30" fmla="*/ 2147483647 w 56"/>
                <a:gd name="T31" fmla="*/ 2147483647 h 88"/>
                <a:gd name="T32" fmla="*/ 2147483647 w 56"/>
                <a:gd name="T33" fmla="*/ 2147483647 h 88"/>
                <a:gd name="T34" fmla="*/ 2147483647 w 56"/>
                <a:gd name="T35" fmla="*/ 2147483647 h 88"/>
                <a:gd name="T36" fmla="*/ 2147483647 w 56"/>
                <a:gd name="T37" fmla="*/ 2147483647 h 88"/>
                <a:gd name="T38" fmla="*/ 2147483647 w 56"/>
                <a:gd name="T39" fmla="*/ 2147483647 h 88"/>
                <a:gd name="T40" fmla="*/ 2147483647 w 56"/>
                <a:gd name="T41" fmla="*/ 2147483647 h 8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6"/>
                <a:gd name="T64" fmla="*/ 0 h 88"/>
                <a:gd name="T65" fmla="*/ 56 w 56"/>
                <a:gd name="T66" fmla="*/ 88 h 8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6" h="88">
                  <a:moveTo>
                    <a:pt x="8" y="88"/>
                  </a:moveTo>
                  <a:lnTo>
                    <a:pt x="0" y="80"/>
                  </a:lnTo>
                  <a:lnTo>
                    <a:pt x="0" y="72"/>
                  </a:lnTo>
                  <a:lnTo>
                    <a:pt x="0" y="64"/>
                  </a:lnTo>
                  <a:lnTo>
                    <a:pt x="8" y="56"/>
                  </a:lnTo>
                  <a:lnTo>
                    <a:pt x="8" y="48"/>
                  </a:lnTo>
                  <a:lnTo>
                    <a:pt x="0" y="40"/>
                  </a:lnTo>
                  <a:lnTo>
                    <a:pt x="8" y="40"/>
                  </a:lnTo>
                  <a:lnTo>
                    <a:pt x="0" y="24"/>
                  </a:lnTo>
                  <a:lnTo>
                    <a:pt x="16" y="24"/>
                  </a:lnTo>
                  <a:lnTo>
                    <a:pt x="16" y="16"/>
                  </a:lnTo>
                  <a:lnTo>
                    <a:pt x="32" y="0"/>
                  </a:lnTo>
                  <a:lnTo>
                    <a:pt x="40" y="8"/>
                  </a:lnTo>
                  <a:lnTo>
                    <a:pt x="48" y="8"/>
                  </a:lnTo>
                  <a:lnTo>
                    <a:pt x="48" y="16"/>
                  </a:lnTo>
                  <a:lnTo>
                    <a:pt x="56" y="24"/>
                  </a:lnTo>
                  <a:lnTo>
                    <a:pt x="48" y="32"/>
                  </a:lnTo>
                  <a:lnTo>
                    <a:pt x="48" y="48"/>
                  </a:lnTo>
                  <a:lnTo>
                    <a:pt x="48" y="64"/>
                  </a:lnTo>
                  <a:lnTo>
                    <a:pt x="32" y="72"/>
                  </a:lnTo>
                  <a:lnTo>
                    <a:pt x="8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563"/>
            <p:cNvSpPr/>
            <p:nvPr/>
          </p:nvSpPr>
          <p:spPr bwMode="auto">
            <a:xfrm>
              <a:off x="5342373" y="1479400"/>
              <a:ext cx="300473" cy="375043"/>
            </a:xfrm>
            <a:custGeom>
              <a:avLst/>
              <a:gdLst>
                <a:gd name="T0" fmla="*/ 2147483647 w 224"/>
                <a:gd name="T1" fmla="*/ 2147483647 h 280"/>
                <a:gd name="T2" fmla="*/ 2147483647 w 224"/>
                <a:gd name="T3" fmla="*/ 2147483647 h 280"/>
                <a:gd name="T4" fmla="*/ 2147483647 w 224"/>
                <a:gd name="T5" fmla="*/ 2147483647 h 280"/>
                <a:gd name="T6" fmla="*/ 2147483647 w 224"/>
                <a:gd name="T7" fmla="*/ 2147483647 h 280"/>
                <a:gd name="T8" fmla="*/ 2147483647 w 224"/>
                <a:gd name="T9" fmla="*/ 2147483647 h 280"/>
                <a:gd name="T10" fmla="*/ 2147483647 w 224"/>
                <a:gd name="T11" fmla="*/ 2147483647 h 280"/>
                <a:gd name="T12" fmla="*/ 2147483647 w 224"/>
                <a:gd name="T13" fmla="*/ 2147483647 h 280"/>
                <a:gd name="T14" fmla="*/ 2147483647 w 224"/>
                <a:gd name="T15" fmla="*/ 2147483647 h 280"/>
                <a:gd name="T16" fmla="*/ 2147483647 w 224"/>
                <a:gd name="T17" fmla="*/ 2147483647 h 280"/>
                <a:gd name="T18" fmla="*/ 2147483647 w 224"/>
                <a:gd name="T19" fmla="*/ 2147483647 h 280"/>
                <a:gd name="T20" fmla="*/ 2147483647 w 224"/>
                <a:gd name="T21" fmla="*/ 0 h 280"/>
                <a:gd name="T22" fmla="*/ 2147483647 w 224"/>
                <a:gd name="T23" fmla="*/ 0 h 280"/>
                <a:gd name="T24" fmla="*/ 2147483647 w 224"/>
                <a:gd name="T25" fmla="*/ 2147483647 h 280"/>
                <a:gd name="T26" fmla="*/ 2147483647 w 224"/>
                <a:gd name="T27" fmla="*/ 2147483647 h 280"/>
                <a:gd name="T28" fmla="*/ 2147483647 w 224"/>
                <a:gd name="T29" fmla="*/ 2147483647 h 280"/>
                <a:gd name="T30" fmla="*/ 2147483647 w 224"/>
                <a:gd name="T31" fmla="*/ 2147483647 h 280"/>
                <a:gd name="T32" fmla="*/ 2147483647 w 224"/>
                <a:gd name="T33" fmla="*/ 2147483647 h 280"/>
                <a:gd name="T34" fmla="*/ 2147483647 w 224"/>
                <a:gd name="T35" fmla="*/ 2147483647 h 280"/>
                <a:gd name="T36" fmla="*/ 2147483647 w 224"/>
                <a:gd name="T37" fmla="*/ 2147483647 h 280"/>
                <a:gd name="T38" fmla="*/ 2147483647 w 224"/>
                <a:gd name="T39" fmla="*/ 2147483647 h 280"/>
                <a:gd name="T40" fmla="*/ 2147483647 w 224"/>
                <a:gd name="T41" fmla="*/ 2147483647 h 280"/>
                <a:gd name="T42" fmla="*/ 2147483647 w 224"/>
                <a:gd name="T43" fmla="*/ 2147483647 h 280"/>
                <a:gd name="T44" fmla="*/ 2147483647 w 224"/>
                <a:gd name="T45" fmla="*/ 2147483647 h 280"/>
                <a:gd name="T46" fmla="*/ 2147483647 w 224"/>
                <a:gd name="T47" fmla="*/ 2147483647 h 280"/>
                <a:gd name="T48" fmla="*/ 2147483647 w 224"/>
                <a:gd name="T49" fmla="*/ 2147483647 h 280"/>
                <a:gd name="T50" fmla="*/ 2147483647 w 224"/>
                <a:gd name="T51" fmla="*/ 2147483647 h 280"/>
                <a:gd name="T52" fmla="*/ 2147483647 w 224"/>
                <a:gd name="T53" fmla="*/ 2147483647 h 280"/>
                <a:gd name="T54" fmla="*/ 0 w 224"/>
                <a:gd name="T55" fmla="*/ 2147483647 h 280"/>
                <a:gd name="T56" fmla="*/ 2147483647 w 224"/>
                <a:gd name="T57" fmla="*/ 2147483647 h 280"/>
                <a:gd name="T58" fmla="*/ 2147483647 w 224"/>
                <a:gd name="T59" fmla="*/ 2147483647 h 280"/>
                <a:gd name="T60" fmla="*/ 2147483647 w 224"/>
                <a:gd name="T61" fmla="*/ 2147483647 h 280"/>
                <a:gd name="T62" fmla="*/ 2147483647 w 224"/>
                <a:gd name="T63" fmla="*/ 2147483647 h 280"/>
                <a:gd name="T64" fmla="*/ 2147483647 w 224"/>
                <a:gd name="T65" fmla="*/ 2147483647 h 28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24"/>
                <a:gd name="T100" fmla="*/ 0 h 280"/>
                <a:gd name="T101" fmla="*/ 224 w 224"/>
                <a:gd name="T102" fmla="*/ 280 h 28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24" h="280">
                  <a:moveTo>
                    <a:pt x="80" y="280"/>
                  </a:moveTo>
                  <a:lnTo>
                    <a:pt x="64" y="264"/>
                  </a:lnTo>
                  <a:lnTo>
                    <a:pt x="48" y="216"/>
                  </a:lnTo>
                  <a:lnTo>
                    <a:pt x="64" y="184"/>
                  </a:lnTo>
                  <a:lnTo>
                    <a:pt x="96" y="120"/>
                  </a:lnTo>
                  <a:lnTo>
                    <a:pt x="128" y="96"/>
                  </a:lnTo>
                  <a:lnTo>
                    <a:pt x="144" y="72"/>
                  </a:lnTo>
                  <a:lnTo>
                    <a:pt x="168" y="64"/>
                  </a:lnTo>
                  <a:lnTo>
                    <a:pt x="192" y="48"/>
                  </a:lnTo>
                  <a:lnTo>
                    <a:pt x="224" y="16"/>
                  </a:lnTo>
                  <a:lnTo>
                    <a:pt x="216" y="0"/>
                  </a:lnTo>
                  <a:lnTo>
                    <a:pt x="192" y="0"/>
                  </a:lnTo>
                  <a:lnTo>
                    <a:pt x="176" y="16"/>
                  </a:lnTo>
                  <a:lnTo>
                    <a:pt x="168" y="24"/>
                  </a:lnTo>
                  <a:lnTo>
                    <a:pt x="144" y="32"/>
                  </a:lnTo>
                  <a:lnTo>
                    <a:pt x="120" y="32"/>
                  </a:lnTo>
                  <a:lnTo>
                    <a:pt x="112" y="40"/>
                  </a:lnTo>
                  <a:lnTo>
                    <a:pt x="104" y="48"/>
                  </a:lnTo>
                  <a:lnTo>
                    <a:pt x="72" y="80"/>
                  </a:lnTo>
                  <a:lnTo>
                    <a:pt x="56" y="88"/>
                  </a:lnTo>
                  <a:lnTo>
                    <a:pt x="56" y="112"/>
                  </a:lnTo>
                  <a:lnTo>
                    <a:pt x="40" y="120"/>
                  </a:lnTo>
                  <a:lnTo>
                    <a:pt x="24" y="144"/>
                  </a:lnTo>
                  <a:lnTo>
                    <a:pt x="24" y="160"/>
                  </a:lnTo>
                  <a:lnTo>
                    <a:pt x="16" y="176"/>
                  </a:lnTo>
                  <a:lnTo>
                    <a:pt x="8" y="192"/>
                  </a:lnTo>
                  <a:lnTo>
                    <a:pt x="8" y="216"/>
                  </a:lnTo>
                  <a:lnTo>
                    <a:pt x="0" y="232"/>
                  </a:lnTo>
                  <a:lnTo>
                    <a:pt x="8" y="256"/>
                  </a:lnTo>
                  <a:lnTo>
                    <a:pt x="32" y="264"/>
                  </a:lnTo>
                  <a:lnTo>
                    <a:pt x="32" y="272"/>
                  </a:lnTo>
                  <a:lnTo>
                    <a:pt x="48" y="280"/>
                  </a:lnTo>
                  <a:lnTo>
                    <a:pt x="80" y="2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" name="Freeform 564"/>
            <p:cNvSpPr/>
            <p:nvPr/>
          </p:nvSpPr>
          <p:spPr bwMode="auto">
            <a:xfrm>
              <a:off x="5194330" y="3786681"/>
              <a:ext cx="107468" cy="236869"/>
            </a:xfrm>
            <a:custGeom>
              <a:avLst/>
              <a:gdLst>
                <a:gd name="T0" fmla="*/ 0 w 80"/>
                <a:gd name="T1" fmla="*/ 2147483647 h 176"/>
                <a:gd name="T2" fmla="*/ 0 w 80"/>
                <a:gd name="T3" fmla="*/ 2147483647 h 176"/>
                <a:gd name="T4" fmla="*/ 2147483647 w 80"/>
                <a:gd name="T5" fmla="*/ 2147483647 h 176"/>
                <a:gd name="T6" fmla="*/ 2147483647 w 80"/>
                <a:gd name="T7" fmla="*/ 2147483647 h 176"/>
                <a:gd name="T8" fmla="*/ 2147483647 w 80"/>
                <a:gd name="T9" fmla="*/ 2147483647 h 176"/>
                <a:gd name="T10" fmla="*/ 2147483647 w 80"/>
                <a:gd name="T11" fmla="*/ 2147483647 h 176"/>
                <a:gd name="T12" fmla="*/ 2147483647 w 80"/>
                <a:gd name="T13" fmla="*/ 2147483647 h 176"/>
                <a:gd name="T14" fmla="*/ 2147483647 w 80"/>
                <a:gd name="T15" fmla="*/ 2147483647 h 176"/>
                <a:gd name="T16" fmla="*/ 2147483647 w 80"/>
                <a:gd name="T17" fmla="*/ 0 h 176"/>
                <a:gd name="T18" fmla="*/ 2147483647 w 80"/>
                <a:gd name="T19" fmla="*/ 2147483647 h 176"/>
                <a:gd name="T20" fmla="*/ 2147483647 w 80"/>
                <a:gd name="T21" fmla="*/ 2147483647 h 176"/>
                <a:gd name="T22" fmla="*/ 2147483647 w 80"/>
                <a:gd name="T23" fmla="*/ 2147483647 h 176"/>
                <a:gd name="T24" fmla="*/ 2147483647 w 80"/>
                <a:gd name="T25" fmla="*/ 2147483647 h 176"/>
                <a:gd name="T26" fmla="*/ 2147483647 w 80"/>
                <a:gd name="T27" fmla="*/ 2147483647 h 176"/>
                <a:gd name="T28" fmla="*/ 2147483647 w 80"/>
                <a:gd name="T29" fmla="*/ 2147483647 h 176"/>
                <a:gd name="T30" fmla="*/ 0 w 80"/>
                <a:gd name="T31" fmla="*/ 2147483647 h 176"/>
                <a:gd name="T32" fmla="*/ 0 w 80"/>
                <a:gd name="T33" fmla="*/ 2147483647 h 17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0"/>
                <a:gd name="T52" fmla="*/ 0 h 176"/>
                <a:gd name="T53" fmla="*/ 80 w 80"/>
                <a:gd name="T54" fmla="*/ 176 h 17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0" h="176">
                  <a:moveTo>
                    <a:pt x="0" y="144"/>
                  </a:moveTo>
                  <a:lnTo>
                    <a:pt x="0" y="128"/>
                  </a:lnTo>
                  <a:lnTo>
                    <a:pt x="8" y="112"/>
                  </a:lnTo>
                  <a:lnTo>
                    <a:pt x="16" y="88"/>
                  </a:lnTo>
                  <a:lnTo>
                    <a:pt x="8" y="56"/>
                  </a:lnTo>
                  <a:lnTo>
                    <a:pt x="16" y="48"/>
                  </a:lnTo>
                  <a:lnTo>
                    <a:pt x="32" y="40"/>
                  </a:lnTo>
                  <a:lnTo>
                    <a:pt x="48" y="16"/>
                  </a:lnTo>
                  <a:lnTo>
                    <a:pt x="72" y="0"/>
                  </a:lnTo>
                  <a:lnTo>
                    <a:pt x="80" y="16"/>
                  </a:lnTo>
                  <a:lnTo>
                    <a:pt x="80" y="40"/>
                  </a:lnTo>
                  <a:lnTo>
                    <a:pt x="80" y="56"/>
                  </a:lnTo>
                  <a:lnTo>
                    <a:pt x="48" y="168"/>
                  </a:lnTo>
                  <a:lnTo>
                    <a:pt x="32" y="168"/>
                  </a:lnTo>
                  <a:lnTo>
                    <a:pt x="16" y="176"/>
                  </a:lnTo>
                  <a:lnTo>
                    <a:pt x="0" y="160"/>
                  </a:lnTo>
                  <a:lnTo>
                    <a:pt x="0" y="14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" name="Freeform 565"/>
            <p:cNvSpPr/>
            <p:nvPr/>
          </p:nvSpPr>
          <p:spPr bwMode="auto">
            <a:xfrm>
              <a:off x="5825981" y="3421508"/>
              <a:ext cx="31802" cy="43865"/>
            </a:xfrm>
            <a:custGeom>
              <a:avLst/>
              <a:gdLst>
                <a:gd name="T0" fmla="*/ 0 w 24"/>
                <a:gd name="T1" fmla="*/ 0 h 32"/>
                <a:gd name="T2" fmla="*/ 0 w 24"/>
                <a:gd name="T3" fmla="*/ 2147483647 h 32"/>
                <a:gd name="T4" fmla="*/ 0 w 24"/>
                <a:gd name="T5" fmla="*/ 2147483647 h 32"/>
                <a:gd name="T6" fmla="*/ 2147483647 w 24"/>
                <a:gd name="T7" fmla="*/ 2147483647 h 32"/>
                <a:gd name="T8" fmla="*/ 2147483647 w 24"/>
                <a:gd name="T9" fmla="*/ 2147483647 h 32"/>
                <a:gd name="T10" fmla="*/ 0 w 24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"/>
                <a:gd name="T19" fmla="*/ 0 h 32"/>
                <a:gd name="T20" fmla="*/ 24 w 24"/>
                <a:gd name="T21" fmla="*/ 32 h 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" h="32">
                  <a:moveTo>
                    <a:pt x="0" y="0"/>
                  </a:moveTo>
                  <a:lnTo>
                    <a:pt x="0" y="16"/>
                  </a:lnTo>
                  <a:lnTo>
                    <a:pt x="0" y="32"/>
                  </a:lnTo>
                  <a:lnTo>
                    <a:pt x="16" y="32"/>
                  </a:lnTo>
                  <a:lnTo>
                    <a:pt x="24" y="1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" name="Freeform 566"/>
            <p:cNvSpPr/>
            <p:nvPr/>
          </p:nvSpPr>
          <p:spPr bwMode="auto">
            <a:xfrm>
              <a:off x="6319458" y="3228504"/>
              <a:ext cx="31802" cy="32898"/>
            </a:xfrm>
            <a:custGeom>
              <a:avLst/>
              <a:gdLst>
                <a:gd name="T0" fmla="*/ 0 w 24"/>
                <a:gd name="T1" fmla="*/ 2147483647 h 24"/>
                <a:gd name="T2" fmla="*/ 2147483647 w 24"/>
                <a:gd name="T3" fmla="*/ 2147483647 h 24"/>
                <a:gd name="T4" fmla="*/ 2147483647 w 24"/>
                <a:gd name="T5" fmla="*/ 0 h 24"/>
                <a:gd name="T6" fmla="*/ 2147483647 w 24"/>
                <a:gd name="T7" fmla="*/ 2147483647 h 24"/>
                <a:gd name="T8" fmla="*/ 2147483647 w 24"/>
                <a:gd name="T9" fmla="*/ 2147483647 h 24"/>
                <a:gd name="T10" fmla="*/ 2147483647 w 24"/>
                <a:gd name="T11" fmla="*/ 2147483647 h 24"/>
                <a:gd name="T12" fmla="*/ 0 w 24"/>
                <a:gd name="T13" fmla="*/ 2147483647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24"/>
                <a:gd name="T23" fmla="*/ 24 w 24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24">
                  <a:moveTo>
                    <a:pt x="0" y="16"/>
                  </a:moveTo>
                  <a:lnTo>
                    <a:pt x="8" y="8"/>
                  </a:lnTo>
                  <a:lnTo>
                    <a:pt x="16" y="0"/>
                  </a:lnTo>
                  <a:lnTo>
                    <a:pt x="24" y="8"/>
                  </a:lnTo>
                  <a:lnTo>
                    <a:pt x="16" y="16"/>
                  </a:lnTo>
                  <a:lnTo>
                    <a:pt x="8" y="24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567"/>
            <p:cNvSpPr/>
            <p:nvPr/>
          </p:nvSpPr>
          <p:spPr bwMode="auto">
            <a:xfrm>
              <a:off x="5825981" y="3421508"/>
              <a:ext cx="31802" cy="43865"/>
            </a:xfrm>
            <a:custGeom>
              <a:avLst/>
              <a:gdLst>
                <a:gd name="T0" fmla="*/ 0 w 24"/>
                <a:gd name="T1" fmla="*/ 0 h 32"/>
                <a:gd name="T2" fmla="*/ 0 w 24"/>
                <a:gd name="T3" fmla="*/ 2147483647 h 32"/>
                <a:gd name="T4" fmla="*/ 0 w 24"/>
                <a:gd name="T5" fmla="*/ 2147483647 h 32"/>
                <a:gd name="T6" fmla="*/ 2147483647 w 24"/>
                <a:gd name="T7" fmla="*/ 2147483647 h 32"/>
                <a:gd name="T8" fmla="*/ 2147483647 w 24"/>
                <a:gd name="T9" fmla="*/ 2147483647 h 32"/>
                <a:gd name="T10" fmla="*/ 0 w 24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"/>
                <a:gd name="T19" fmla="*/ 0 h 32"/>
                <a:gd name="T20" fmla="*/ 24 w 24"/>
                <a:gd name="T21" fmla="*/ 32 h 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" h="32">
                  <a:moveTo>
                    <a:pt x="0" y="0"/>
                  </a:moveTo>
                  <a:lnTo>
                    <a:pt x="0" y="16"/>
                  </a:lnTo>
                  <a:lnTo>
                    <a:pt x="0" y="32"/>
                  </a:lnTo>
                  <a:lnTo>
                    <a:pt x="16" y="32"/>
                  </a:lnTo>
                  <a:lnTo>
                    <a:pt x="24" y="1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7" name="Freeform 568"/>
            <p:cNvSpPr/>
            <p:nvPr/>
          </p:nvSpPr>
          <p:spPr bwMode="auto">
            <a:xfrm>
              <a:off x="6319458" y="3228504"/>
              <a:ext cx="31802" cy="32898"/>
            </a:xfrm>
            <a:custGeom>
              <a:avLst/>
              <a:gdLst>
                <a:gd name="T0" fmla="*/ 0 w 24"/>
                <a:gd name="T1" fmla="*/ 2147483647 h 24"/>
                <a:gd name="T2" fmla="*/ 2147483647 w 24"/>
                <a:gd name="T3" fmla="*/ 2147483647 h 24"/>
                <a:gd name="T4" fmla="*/ 2147483647 w 24"/>
                <a:gd name="T5" fmla="*/ 0 h 24"/>
                <a:gd name="T6" fmla="*/ 2147483647 w 24"/>
                <a:gd name="T7" fmla="*/ 2147483647 h 24"/>
                <a:gd name="T8" fmla="*/ 2147483647 w 24"/>
                <a:gd name="T9" fmla="*/ 2147483647 h 24"/>
                <a:gd name="T10" fmla="*/ 2147483647 w 24"/>
                <a:gd name="T11" fmla="*/ 2147483647 h 24"/>
                <a:gd name="T12" fmla="*/ 0 w 24"/>
                <a:gd name="T13" fmla="*/ 2147483647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24"/>
                <a:gd name="T23" fmla="*/ 24 w 24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24">
                  <a:moveTo>
                    <a:pt x="0" y="16"/>
                  </a:moveTo>
                  <a:lnTo>
                    <a:pt x="8" y="8"/>
                  </a:lnTo>
                  <a:lnTo>
                    <a:pt x="16" y="0"/>
                  </a:lnTo>
                  <a:lnTo>
                    <a:pt x="24" y="8"/>
                  </a:lnTo>
                  <a:lnTo>
                    <a:pt x="16" y="16"/>
                  </a:lnTo>
                  <a:lnTo>
                    <a:pt x="8" y="24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" name="Freeform 569"/>
            <p:cNvSpPr/>
            <p:nvPr/>
          </p:nvSpPr>
          <p:spPr bwMode="auto">
            <a:xfrm>
              <a:off x="6512463" y="3132002"/>
              <a:ext cx="21932" cy="64700"/>
            </a:xfrm>
            <a:custGeom>
              <a:avLst/>
              <a:gdLst>
                <a:gd name="T0" fmla="*/ 0 w 16"/>
                <a:gd name="T1" fmla="*/ 2147483647 h 48"/>
                <a:gd name="T2" fmla="*/ 0 w 16"/>
                <a:gd name="T3" fmla="*/ 2147483647 h 48"/>
                <a:gd name="T4" fmla="*/ 2147483647 w 16"/>
                <a:gd name="T5" fmla="*/ 0 h 48"/>
                <a:gd name="T6" fmla="*/ 2147483647 w 16"/>
                <a:gd name="T7" fmla="*/ 2147483647 h 48"/>
                <a:gd name="T8" fmla="*/ 2147483647 w 16"/>
                <a:gd name="T9" fmla="*/ 2147483647 h 48"/>
                <a:gd name="T10" fmla="*/ 0 w 16"/>
                <a:gd name="T11" fmla="*/ 2147483647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"/>
                <a:gd name="T19" fmla="*/ 0 h 48"/>
                <a:gd name="T20" fmla="*/ 16 w 16"/>
                <a:gd name="T21" fmla="*/ 48 h 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" h="48">
                  <a:moveTo>
                    <a:pt x="0" y="32"/>
                  </a:moveTo>
                  <a:lnTo>
                    <a:pt x="0" y="16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8" y="48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9" name="Freeform 570"/>
            <p:cNvSpPr/>
            <p:nvPr/>
          </p:nvSpPr>
          <p:spPr bwMode="auto">
            <a:xfrm>
              <a:off x="6673666" y="2970799"/>
              <a:ext cx="31802" cy="42768"/>
            </a:xfrm>
            <a:custGeom>
              <a:avLst/>
              <a:gdLst>
                <a:gd name="T0" fmla="*/ 0 w 24"/>
                <a:gd name="T1" fmla="*/ 2147483647 h 32"/>
                <a:gd name="T2" fmla="*/ 2147483647 w 24"/>
                <a:gd name="T3" fmla="*/ 2147483647 h 32"/>
                <a:gd name="T4" fmla="*/ 2147483647 w 24"/>
                <a:gd name="T5" fmla="*/ 2147483647 h 32"/>
                <a:gd name="T6" fmla="*/ 2147483647 w 24"/>
                <a:gd name="T7" fmla="*/ 2147483647 h 32"/>
                <a:gd name="T8" fmla="*/ 2147483647 w 24"/>
                <a:gd name="T9" fmla="*/ 2147483647 h 32"/>
                <a:gd name="T10" fmla="*/ 2147483647 w 24"/>
                <a:gd name="T11" fmla="*/ 0 h 32"/>
                <a:gd name="T12" fmla="*/ 0 w 24"/>
                <a:gd name="T13" fmla="*/ 2147483647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32"/>
                <a:gd name="T23" fmla="*/ 24 w 24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32">
                  <a:moveTo>
                    <a:pt x="0" y="8"/>
                  </a:moveTo>
                  <a:lnTo>
                    <a:pt x="8" y="24"/>
                  </a:lnTo>
                  <a:lnTo>
                    <a:pt x="8" y="32"/>
                  </a:lnTo>
                  <a:lnTo>
                    <a:pt x="24" y="24"/>
                  </a:lnTo>
                  <a:lnTo>
                    <a:pt x="24" y="8"/>
                  </a:lnTo>
                  <a:lnTo>
                    <a:pt x="24" y="0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" name="Freeform 571"/>
            <p:cNvSpPr/>
            <p:nvPr/>
          </p:nvSpPr>
          <p:spPr bwMode="auto">
            <a:xfrm>
              <a:off x="6512463" y="3132002"/>
              <a:ext cx="21932" cy="64700"/>
            </a:xfrm>
            <a:custGeom>
              <a:avLst/>
              <a:gdLst>
                <a:gd name="T0" fmla="*/ 0 w 16"/>
                <a:gd name="T1" fmla="*/ 2147483647 h 48"/>
                <a:gd name="T2" fmla="*/ 0 w 16"/>
                <a:gd name="T3" fmla="*/ 2147483647 h 48"/>
                <a:gd name="T4" fmla="*/ 2147483647 w 16"/>
                <a:gd name="T5" fmla="*/ 0 h 48"/>
                <a:gd name="T6" fmla="*/ 2147483647 w 16"/>
                <a:gd name="T7" fmla="*/ 2147483647 h 48"/>
                <a:gd name="T8" fmla="*/ 2147483647 w 16"/>
                <a:gd name="T9" fmla="*/ 2147483647 h 48"/>
                <a:gd name="T10" fmla="*/ 0 w 16"/>
                <a:gd name="T11" fmla="*/ 2147483647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"/>
                <a:gd name="T19" fmla="*/ 0 h 48"/>
                <a:gd name="T20" fmla="*/ 16 w 16"/>
                <a:gd name="T21" fmla="*/ 48 h 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" h="48">
                  <a:moveTo>
                    <a:pt x="0" y="32"/>
                  </a:moveTo>
                  <a:lnTo>
                    <a:pt x="0" y="16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8" y="48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1" name="Freeform 572"/>
            <p:cNvSpPr/>
            <p:nvPr/>
          </p:nvSpPr>
          <p:spPr bwMode="auto">
            <a:xfrm>
              <a:off x="6673666" y="2970799"/>
              <a:ext cx="31802" cy="42768"/>
            </a:xfrm>
            <a:custGeom>
              <a:avLst/>
              <a:gdLst>
                <a:gd name="T0" fmla="*/ 0 w 24"/>
                <a:gd name="T1" fmla="*/ 2147483647 h 32"/>
                <a:gd name="T2" fmla="*/ 2147483647 w 24"/>
                <a:gd name="T3" fmla="*/ 2147483647 h 32"/>
                <a:gd name="T4" fmla="*/ 2147483647 w 24"/>
                <a:gd name="T5" fmla="*/ 2147483647 h 32"/>
                <a:gd name="T6" fmla="*/ 2147483647 w 24"/>
                <a:gd name="T7" fmla="*/ 2147483647 h 32"/>
                <a:gd name="T8" fmla="*/ 2147483647 w 24"/>
                <a:gd name="T9" fmla="*/ 2147483647 h 32"/>
                <a:gd name="T10" fmla="*/ 2147483647 w 24"/>
                <a:gd name="T11" fmla="*/ 0 h 32"/>
                <a:gd name="T12" fmla="*/ 0 w 24"/>
                <a:gd name="T13" fmla="*/ 2147483647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32"/>
                <a:gd name="T23" fmla="*/ 24 w 24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32">
                  <a:moveTo>
                    <a:pt x="0" y="8"/>
                  </a:moveTo>
                  <a:lnTo>
                    <a:pt x="8" y="24"/>
                  </a:lnTo>
                  <a:lnTo>
                    <a:pt x="8" y="32"/>
                  </a:lnTo>
                  <a:lnTo>
                    <a:pt x="24" y="24"/>
                  </a:lnTo>
                  <a:lnTo>
                    <a:pt x="24" y="8"/>
                  </a:lnTo>
                  <a:lnTo>
                    <a:pt x="24" y="0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" name="Freeform 573"/>
            <p:cNvSpPr/>
            <p:nvPr/>
          </p:nvSpPr>
          <p:spPr bwMode="auto">
            <a:xfrm>
              <a:off x="6716433" y="2724060"/>
              <a:ext cx="235773" cy="257704"/>
            </a:xfrm>
            <a:custGeom>
              <a:avLst/>
              <a:gdLst>
                <a:gd name="T0" fmla="*/ 0 w 176"/>
                <a:gd name="T1" fmla="*/ 2147483647 h 192"/>
                <a:gd name="T2" fmla="*/ 2147483647 w 176"/>
                <a:gd name="T3" fmla="*/ 2147483647 h 192"/>
                <a:gd name="T4" fmla="*/ 2147483647 w 176"/>
                <a:gd name="T5" fmla="*/ 2147483647 h 192"/>
                <a:gd name="T6" fmla="*/ 2147483647 w 176"/>
                <a:gd name="T7" fmla="*/ 2147483647 h 192"/>
                <a:gd name="T8" fmla="*/ 2147483647 w 176"/>
                <a:gd name="T9" fmla="*/ 2147483647 h 192"/>
                <a:gd name="T10" fmla="*/ 2147483647 w 176"/>
                <a:gd name="T11" fmla="*/ 2147483647 h 192"/>
                <a:gd name="T12" fmla="*/ 2147483647 w 176"/>
                <a:gd name="T13" fmla="*/ 2147483647 h 192"/>
                <a:gd name="T14" fmla="*/ 2147483647 w 176"/>
                <a:gd name="T15" fmla="*/ 2147483647 h 192"/>
                <a:gd name="T16" fmla="*/ 2147483647 w 176"/>
                <a:gd name="T17" fmla="*/ 2147483647 h 192"/>
                <a:gd name="T18" fmla="*/ 2147483647 w 176"/>
                <a:gd name="T19" fmla="*/ 2147483647 h 192"/>
                <a:gd name="T20" fmla="*/ 2147483647 w 176"/>
                <a:gd name="T21" fmla="*/ 0 h 192"/>
                <a:gd name="T22" fmla="*/ 2147483647 w 176"/>
                <a:gd name="T23" fmla="*/ 2147483647 h 192"/>
                <a:gd name="T24" fmla="*/ 2147483647 w 176"/>
                <a:gd name="T25" fmla="*/ 2147483647 h 192"/>
                <a:gd name="T26" fmla="*/ 2147483647 w 176"/>
                <a:gd name="T27" fmla="*/ 2147483647 h 192"/>
                <a:gd name="T28" fmla="*/ 2147483647 w 176"/>
                <a:gd name="T29" fmla="*/ 2147483647 h 192"/>
                <a:gd name="T30" fmla="*/ 2147483647 w 176"/>
                <a:gd name="T31" fmla="*/ 2147483647 h 192"/>
                <a:gd name="T32" fmla="*/ 2147483647 w 176"/>
                <a:gd name="T33" fmla="*/ 2147483647 h 192"/>
                <a:gd name="T34" fmla="*/ 2147483647 w 176"/>
                <a:gd name="T35" fmla="*/ 2147483647 h 192"/>
                <a:gd name="T36" fmla="*/ 2147483647 w 176"/>
                <a:gd name="T37" fmla="*/ 2147483647 h 192"/>
                <a:gd name="T38" fmla="*/ 2147483647 w 176"/>
                <a:gd name="T39" fmla="*/ 2147483647 h 192"/>
                <a:gd name="T40" fmla="*/ 2147483647 w 176"/>
                <a:gd name="T41" fmla="*/ 2147483647 h 192"/>
                <a:gd name="T42" fmla="*/ 2147483647 w 176"/>
                <a:gd name="T43" fmla="*/ 2147483647 h 192"/>
                <a:gd name="T44" fmla="*/ 2147483647 w 176"/>
                <a:gd name="T45" fmla="*/ 2147483647 h 192"/>
                <a:gd name="T46" fmla="*/ 2147483647 w 176"/>
                <a:gd name="T47" fmla="*/ 2147483647 h 192"/>
                <a:gd name="T48" fmla="*/ 2147483647 w 176"/>
                <a:gd name="T49" fmla="*/ 2147483647 h 192"/>
                <a:gd name="T50" fmla="*/ 2147483647 w 176"/>
                <a:gd name="T51" fmla="*/ 2147483647 h 192"/>
                <a:gd name="T52" fmla="*/ 2147483647 w 176"/>
                <a:gd name="T53" fmla="*/ 2147483647 h 192"/>
                <a:gd name="T54" fmla="*/ 2147483647 w 176"/>
                <a:gd name="T55" fmla="*/ 2147483647 h 192"/>
                <a:gd name="T56" fmla="*/ 2147483647 w 176"/>
                <a:gd name="T57" fmla="*/ 2147483647 h 192"/>
                <a:gd name="T58" fmla="*/ 2147483647 w 176"/>
                <a:gd name="T59" fmla="*/ 2147483647 h 192"/>
                <a:gd name="T60" fmla="*/ 2147483647 w 176"/>
                <a:gd name="T61" fmla="*/ 2147483647 h 192"/>
                <a:gd name="T62" fmla="*/ 2147483647 w 176"/>
                <a:gd name="T63" fmla="*/ 2147483647 h 192"/>
                <a:gd name="T64" fmla="*/ 2147483647 w 176"/>
                <a:gd name="T65" fmla="*/ 2147483647 h 192"/>
                <a:gd name="T66" fmla="*/ 0 w 176"/>
                <a:gd name="T67" fmla="*/ 2147483647 h 192"/>
                <a:gd name="T68" fmla="*/ 0 w 176"/>
                <a:gd name="T69" fmla="*/ 2147483647 h 19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76"/>
                <a:gd name="T106" fmla="*/ 0 h 192"/>
                <a:gd name="T107" fmla="*/ 176 w 176"/>
                <a:gd name="T108" fmla="*/ 192 h 19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76" h="192">
                  <a:moveTo>
                    <a:pt x="0" y="160"/>
                  </a:moveTo>
                  <a:lnTo>
                    <a:pt x="24" y="152"/>
                  </a:lnTo>
                  <a:lnTo>
                    <a:pt x="40" y="152"/>
                  </a:lnTo>
                  <a:lnTo>
                    <a:pt x="72" y="128"/>
                  </a:lnTo>
                  <a:lnTo>
                    <a:pt x="88" y="120"/>
                  </a:lnTo>
                  <a:lnTo>
                    <a:pt x="96" y="104"/>
                  </a:lnTo>
                  <a:lnTo>
                    <a:pt x="104" y="72"/>
                  </a:lnTo>
                  <a:lnTo>
                    <a:pt x="104" y="48"/>
                  </a:lnTo>
                  <a:lnTo>
                    <a:pt x="112" y="32"/>
                  </a:lnTo>
                  <a:lnTo>
                    <a:pt x="112" y="8"/>
                  </a:lnTo>
                  <a:lnTo>
                    <a:pt x="120" y="0"/>
                  </a:lnTo>
                  <a:lnTo>
                    <a:pt x="136" y="8"/>
                  </a:lnTo>
                  <a:lnTo>
                    <a:pt x="160" y="16"/>
                  </a:lnTo>
                  <a:lnTo>
                    <a:pt x="176" y="16"/>
                  </a:lnTo>
                  <a:lnTo>
                    <a:pt x="160" y="32"/>
                  </a:lnTo>
                  <a:lnTo>
                    <a:pt x="144" y="40"/>
                  </a:lnTo>
                  <a:lnTo>
                    <a:pt x="136" y="56"/>
                  </a:lnTo>
                  <a:lnTo>
                    <a:pt x="120" y="40"/>
                  </a:lnTo>
                  <a:lnTo>
                    <a:pt x="104" y="64"/>
                  </a:lnTo>
                  <a:lnTo>
                    <a:pt x="120" y="88"/>
                  </a:lnTo>
                  <a:lnTo>
                    <a:pt x="112" y="112"/>
                  </a:lnTo>
                  <a:lnTo>
                    <a:pt x="104" y="128"/>
                  </a:lnTo>
                  <a:lnTo>
                    <a:pt x="104" y="152"/>
                  </a:lnTo>
                  <a:lnTo>
                    <a:pt x="96" y="160"/>
                  </a:lnTo>
                  <a:lnTo>
                    <a:pt x="88" y="160"/>
                  </a:lnTo>
                  <a:lnTo>
                    <a:pt x="80" y="160"/>
                  </a:lnTo>
                  <a:lnTo>
                    <a:pt x="64" y="160"/>
                  </a:lnTo>
                  <a:lnTo>
                    <a:pt x="56" y="160"/>
                  </a:lnTo>
                  <a:lnTo>
                    <a:pt x="40" y="176"/>
                  </a:lnTo>
                  <a:lnTo>
                    <a:pt x="40" y="168"/>
                  </a:lnTo>
                  <a:lnTo>
                    <a:pt x="32" y="176"/>
                  </a:lnTo>
                  <a:lnTo>
                    <a:pt x="24" y="176"/>
                  </a:lnTo>
                  <a:lnTo>
                    <a:pt x="8" y="192"/>
                  </a:lnTo>
                  <a:lnTo>
                    <a:pt x="0" y="168"/>
                  </a:lnTo>
                  <a:lnTo>
                    <a:pt x="0" y="16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3" name="Freeform 574"/>
            <p:cNvSpPr/>
            <p:nvPr/>
          </p:nvSpPr>
          <p:spPr bwMode="auto">
            <a:xfrm>
              <a:off x="6877636" y="2488287"/>
              <a:ext cx="42768" cy="203971"/>
            </a:xfrm>
            <a:custGeom>
              <a:avLst/>
              <a:gdLst>
                <a:gd name="T0" fmla="*/ 2147483647 w 32"/>
                <a:gd name="T1" fmla="*/ 2147483647 h 152"/>
                <a:gd name="T2" fmla="*/ 2147483647 w 32"/>
                <a:gd name="T3" fmla="*/ 2147483647 h 152"/>
                <a:gd name="T4" fmla="*/ 2147483647 w 32"/>
                <a:gd name="T5" fmla="*/ 2147483647 h 152"/>
                <a:gd name="T6" fmla="*/ 0 w 32"/>
                <a:gd name="T7" fmla="*/ 2147483647 h 152"/>
                <a:gd name="T8" fmla="*/ 2147483647 w 32"/>
                <a:gd name="T9" fmla="*/ 2147483647 h 152"/>
                <a:gd name="T10" fmla="*/ 2147483647 w 32"/>
                <a:gd name="T11" fmla="*/ 0 h 152"/>
                <a:gd name="T12" fmla="*/ 2147483647 w 32"/>
                <a:gd name="T13" fmla="*/ 2147483647 h 152"/>
                <a:gd name="T14" fmla="*/ 2147483647 w 32"/>
                <a:gd name="T15" fmla="*/ 2147483647 h 152"/>
                <a:gd name="T16" fmla="*/ 2147483647 w 32"/>
                <a:gd name="T17" fmla="*/ 2147483647 h 152"/>
                <a:gd name="T18" fmla="*/ 2147483647 w 32"/>
                <a:gd name="T19" fmla="*/ 2147483647 h 152"/>
                <a:gd name="T20" fmla="*/ 2147483647 w 32"/>
                <a:gd name="T21" fmla="*/ 2147483647 h 152"/>
                <a:gd name="T22" fmla="*/ 2147483647 w 32"/>
                <a:gd name="T23" fmla="*/ 2147483647 h 152"/>
                <a:gd name="T24" fmla="*/ 2147483647 w 32"/>
                <a:gd name="T25" fmla="*/ 2147483647 h 152"/>
                <a:gd name="T26" fmla="*/ 2147483647 w 32"/>
                <a:gd name="T27" fmla="*/ 2147483647 h 15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2"/>
                <a:gd name="T43" fmla="*/ 0 h 152"/>
                <a:gd name="T44" fmla="*/ 32 w 32"/>
                <a:gd name="T45" fmla="*/ 152 h 15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2" h="152">
                  <a:moveTo>
                    <a:pt x="8" y="144"/>
                  </a:moveTo>
                  <a:lnTo>
                    <a:pt x="8" y="120"/>
                  </a:lnTo>
                  <a:lnTo>
                    <a:pt x="8" y="56"/>
                  </a:lnTo>
                  <a:lnTo>
                    <a:pt x="0" y="40"/>
                  </a:lnTo>
                  <a:lnTo>
                    <a:pt x="8" y="16"/>
                  </a:lnTo>
                  <a:lnTo>
                    <a:pt x="8" y="0"/>
                  </a:lnTo>
                  <a:lnTo>
                    <a:pt x="16" y="24"/>
                  </a:lnTo>
                  <a:lnTo>
                    <a:pt x="16" y="40"/>
                  </a:lnTo>
                  <a:lnTo>
                    <a:pt x="32" y="104"/>
                  </a:lnTo>
                  <a:lnTo>
                    <a:pt x="24" y="96"/>
                  </a:lnTo>
                  <a:lnTo>
                    <a:pt x="16" y="112"/>
                  </a:lnTo>
                  <a:lnTo>
                    <a:pt x="16" y="128"/>
                  </a:lnTo>
                  <a:lnTo>
                    <a:pt x="32" y="152"/>
                  </a:lnTo>
                  <a:lnTo>
                    <a:pt x="8" y="14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4" name="Freeform 575"/>
            <p:cNvSpPr/>
            <p:nvPr/>
          </p:nvSpPr>
          <p:spPr bwMode="auto">
            <a:xfrm>
              <a:off x="7306413" y="4333893"/>
              <a:ext cx="118435" cy="140367"/>
            </a:xfrm>
            <a:custGeom>
              <a:avLst/>
              <a:gdLst>
                <a:gd name="T0" fmla="*/ 0 w 88"/>
                <a:gd name="T1" fmla="*/ 2147483647 h 104"/>
                <a:gd name="T2" fmla="*/ 2147483647 w 88"/>
                <a:gd name="T3" fmla="*/ 2147483647 h 104"/>
                <a:gd name="T4" fmla="*/ 2147483647 w 88"/>
                <a:gd name="T5" fmla="*/ 2147483647 h 104"/>
                <a:gd name="T6" fmla="*/ 2147483647 w 88"/>
                <a:gd name="T7" fmla="*/ 2147483647 h 104"/>
                <a:gd name="T8" fmla="*/ 2147483647 w 88"/>
                <a:gd name="T9" fmla="*/ 2147483647 h 104"/>
                <a:gd name="T10" fmla="*/ 2147483647 w 88"/>
                <a:gd name="T11" fmla="*/ 2147483647 h 104"/>
                <a:gd name="T12" fmla="*/ 2147483647 w 88"/>
                <a:gd name="T13" fmla="*/ 0 h 104"/>
                <a:gd name="T14" fmla="*/ 2147483647 w 88"/>
                <a:gd name="T15" fmla="*/ 2147483647 h 104"/>
                <a:gd name="T16" fmla="*/ 2147483647 w 88"/>
                <a:gd name="T17" fmla="*/ 2147483647 h 104"/>
                <a:gd name="T18" fmla="*/ 2147483647 w 88"/>
                <a:gd name="T19" fmla="*/ 2147483647 h 104"/>
                <a:gd name="T20" fmla="*/ 2147483647 w 88"/>
                <a:gd name="T21" fmla="*/ 2147483647 h 104"/>
                <a:gd name="T22" fmla="*/ 2147483647 w 88"/>
                <a:gd name="T23" fmla="*/ 2147483647 h 104"/>
                <a:gd name="T24" fmla="*/ 2147483647 w 88"/>
                <a:gd name="T25" fmla="*/ 2147483647 h 104"/>
                <a:gd name="T26" fmla="*/ 2147483647 w 88"/>
                <a:gd name="T27" fmla="*/ 2147483647 h 104"/>
                <a:gd name="T28" fmla="*/ 2147483647 w 88"/>
                <a:gd name="T29" fmla="*/ 2147483647 h 104"/>
                <a:gd name="T30" fmla="*/ 2147483647 w 88"/>
                <a:gd name="T31" fmla="*/ 2147483647 h 104"/>
                <a:gd name="T32" fmla="*/ 2147483647 w 88"/>
                <a:gd name="T33" fmla="*/ 2147483647 h 104"/>
                <a:gd name="T34" fmla="*/ 0 w 88"/>
                <a:gd name="T35" fmla="*/ 2147483647 h 10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88"/>
                <a:gd name="T55" fmla="*/ 0 h 104"/>
                <a:gd name="T56" fmla="*/ 88 w 88"/>
                <a:gd name="T57" fmla="*/ 104 h 10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88" h="104">
                  <a:moveTo>
                    <a:pt x="0" y="88"/>
                  </a:moveTo>
                  <a:lnTo>
                    <a:pt x="8" y="64"/>
                  </a:lnTo>
                  <a:lnTo>
                    <a:pt x="16" y="48"/>
                  </a:lnTo>
                  <a:lnTo>
                    <a:pt x="40" y="40"/>
                  </a:lnTo>
                  <a:lnTo>
                    <a:pt x="48" y="32"/>
                  </a:lnTo>
                  <a:lnTo>
                    <a:pt x="56" y="16"/>
                  </a:lnTo>
                  <a:lnTo>
                    <a:pt x="64" y="0"/>
                  </a:lnTo>
                  <a:lnTo>
                    <a:pt x="72" y="8"/>
                  </a:lnTo>
                  <a:lnTo>
                    <a:pt x="88" y="8"/>
                  </a:lnTo>
                  <a:lnTo>
                    <a:pt x="88" y="24"/>
                  </a:lnTo>
                  <a:lnTo>
                    <a:pt x="72" y="32"/>
                  </a:lnTo>
                  <a:lnTo>
                    <a:pt x="64" y="40"/>
                  </a:lnTo>
                  <a:lnTo>
                    <a:pt x="48" y="56"/>
                  </a:lnTo>
                  <a:lnTo>
                    <a:pt x="48" y="72"/>
                  </a:lnTo>
                  <a:lnTo>
                    <a:pt x="40" y="96"/>
                  </a:lnTo>
                  <a:lnTo>
                    <a:pt x="24" y="104"/>
                  </a:lnTo>
                  <a:lnTo>
                    <a:pt x="8" y="96"/>
                  </a:lnTo>
                  <a:lnTo>
                    <a:pt x="0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5" name="Freeform 576"/>
            <p:cNvSpPr/>
            <p:nvPr/>
          </p:nvSpPr>
          <p:spPr bwMode="auto">
            <a:xfrm>
              <a:off x="6877636" y="2488287"/>
              <a:ext cx="42768" cy="203971"/>
            </a:xfrm>
            <a:custGeom>
              <a:avLst/>
              <a:gdLst>
                <a:gd name="T0" fmla="*/ 2147483647 w 32"/>
                <a:gd name="T1" fmla="*/ 2147483647 h 152"/>
                <a:gd name="T2" fmla="*/ 2147483647 w 32"/>
                <a:gd name="T3" fmla="*/ 2147483647 h 152"/>
                <a:gd name="T4" fmla="*/ 2147483647 w 32"/>
                <a:gd name="T5" fmla="*/ 2147483647 h 152"/>
                <a:gd name="T6" fmla="*/ 0 w 32"/>
                <a:gd name="T7" fmla="*/ 2147483647 h 152"/>
                <a:gd name="T8" fmla="*/ 2147483647 w 32"/>
                <a:gd name="T9" fmla="*/ 2147483647 h 152"/>
                <a:gd name="T10" fmla="*/ 2147483647 w 32"/>
                <a:gd name="T11" fmla="*/ 0 h 152"/>
                <a:gd name="T12" fmla="*/ 2147483647 w 32"/>
                <a:gd name="T13" fmla="*/ 2147483647 h 152"/>
                <a:gd name="T14" fmla="*/ 2147483647 w 32"/>
                <a:gd name="T15" fmla="*/ 2147483647 h 152"/>
                <a:gd name="T16" fmla="*/ 2147483647 w 32"/>
                <a:gd name="T17" fmla="*/ 2147483647 h 152"/>
                <a:gd name="T18" fmla="*/ 2147483647 w 32"/>
                <a:gd name="T19" fmla="*/ 2147483647 h 152"/>
                <a:gd name="T20" fmla="*/ 2147483647 w 32"/>
                <a:gd name="T21" fmla="*/ 2147483647 h 152"/>
                <a:gd name="T22" fmla="*/ 2147483647 w 32"/>
                <a:gd name="T23" fmla="*/ 2147483647 h 152"/>
                <a:gd name="T24" fmla="*/ 2147483647 w 32"/>
                <a:gd name="T25" fmla="*/ 2147483647 h 152"/>
                <a:gd name="T26" fmla="*/ 2147483647 w 32"/>
                <a:gd name="T27" fmla="*/ 2147483647 h 15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2"/>
                <a:gd name="T43" fmla="*/ 0 h 152"/>
                <a:gd name="T44" fmla="*/ 32 w 32"/>
                <a:gd name="T45" fmla="*/ 152 h 15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2" h="152">
                  <a:moveTo>
                    <a:pt x="8" y="144"/>
                  </a:moveTo>
                  <a:lnTo>
                    <a:pt x="8" y="120"/>
                  </a:lnTo>
                  <a:lnTo>
                    <a:pt x="8" y="56"/>
                  </a:lnTo>
                  <a:lnTo>
                    <a:pt x="0" y="40"/>
                  </a:lnTo>
                  <a:lnTo>
                    <a:pt x="8" y="16"/>
                  </a:lnTo>
                  <a:lnTo>
                    <a:pt x="8" y="0"/>
                  </a:lnTo>
                  <a:lnTo>
                    <a:pt x="16" y="24"/>
                  </a:lnTo>
                  <a:lnTo>
                    <a:pt x="16" y="40"/>
                  </a:lnTo>
                  <a:lnTo>
                    <a:pt x="32" y="104"/>
                  </a:lnTo>
                  <a:lnTo>
                    <a:pt x="24" y="96"/>
                  </a:lnTo>
                  <a:lnTo>
                    <a:pt x="16" y="112"/>
                  </a:lnTo>
                  <a:lnTo>
                    <a:pt x="16" y="128"/>
                  </a:lnTo>
                  <a:lnTo>
                    <a:pt x="32" y="152"/>
                  </a:lnTo>
                  <a:lnTo>
                    <a:pt x="8" y="14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6" name="Freeform 577"/>
            <p:cNvSpPr/>
            <p:nvPr/>
          </p:nvSpPr>
          <p:spPr bwMode="auto">
            <a:xfrm>
              <a:off x="7306413" y="4333893"/>
              <a:ext cx="118435" cy="140367"/>
            </a:xfrm>
            <a:custGeom>
              <a:avLst/>
              <a:gdLst>
                <a:gd name="T0" fmla="*/ 0 w 88"/>
                <a:gd name="T1" fmla="*/ 2147483647 h 104"/>
                <a:gd name="T2" fmla="*/ 2147483647 w 88"/>
                <a:gd name="T3" fmla="*/ 2147483647 h 104"/>
                <a:gd name="T4" fmla="*/ 2147483647 w 88"/>
                <a:gd name="T5" fmla="*/ 2147483647 h 104"/>
                <a:gd name="T6" fmla="*/ 2147483647 w 88"/>
                <a:gd name="T7" fmla="*/ 2147483647 h 104"/>
                <a:gd name="T8" fmla="*/ 2147483647 w 88"/>
                <a:gd name="T9" fmla="*/ 2147483647 h 104"/>
                <a:gd name="T10" fmla="*/ 2147483647 w 88"/>
                <a:gd name="T11" fmla="*/ 2147483647 h 104"/>
                <a:gd name="T12" fmla="*/ 2147483647 w 88"/>
                <a:gd name="T13" fmla="*/ 0 h 104"/>
                <a:gd name="T14" fmla="*/ 2147483647 w 88"/>
                <a:gd name="T15" fmla="*/ 2147483647 h 104"/>
                <a:gd name="T16" fmla="*/ 2147483647 w 88"/>
                <a:gd name="T17" fmla="*/ 2147483647 h 104"/>
                <a:gd name="T18" fmla="*/ 2147483647 w 88"/>
                <a:gd name="T19" fmla="*/ 2147483647 h 104"/>
                <a:gd name="T20" fmla="*/ 2147483647 w 88"/>
                <a:gd name="T21" fmla="*/ 2147483647 h 104"/>
                <a:gd name="T22" fmla="*/ 2147483647 w 88"/>
                <a:gd name="T23" fmla="*/ 2147483647 h 104"/>
                <a:gd name="T24" fmla="*/ 2147483647 w 88"/>
                <a:gd name="T25" fmla="*/ 2147483647 h 104"/>
                <a:gd name="T26" fmla="*/ 2147483647 w 88"/>
                <a:gd name="T27" fmla="*/ 2147483647 h 104"/>
                <a:gd name="T28" fmla="*/ 2147483647 w 88"/>
                <a:gd name="T29" fmla="*/ 2147483647 h 104"/>
                <a:gd name="T30" fmla="*/ 2147483647 w 88"/>
                <a:gd name="T31" fmla="*/ 2147483647 h 104"/>
                <a:gd name="T32" fmla="*/ 2147483647 w 88"/>
                <a:gd name="T33" fmla="*/ 2147483647 h 104"/>
                <a:gd name="T34" fmla="*/ 0 w 88"/>
                <a:gd name="T35" fmla="*/ 2147483647 h 10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88"/>
                <a:gd name="T55" fmla="*/ 0 h 104"/>
                <a:gd name="T56" fmla="*/ 88 w 88"/>
                <a:gd name="T57" fmla="*/ 104 h 10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88" h="104">
                  <a:moveTo>
                    <a:pt x="0" y="88"/>
                  </a:moveTo>
                  <a:lnTo>
                    <a:pt x="8" y="64"/>
                  </a:lnTo>
                  <a:lnTo>
                    <a:pt x="16" y="48"/>
                  </a:lnTo>
                  <a:lnTo>
                    <a:pt x="40" y="40"/>
                  </a:lnTo>
                  <a:lnTo>
                    <a:pt x="48" y="32"/>
                  </a:lnTo>
                  <a:lnTo>
                    <a:pt x="56" y="16"/>
                  </a:lnTo>
                  <a:lnTo>
                    <a:pt x="64" y="0"/>
                  </a:lnTo>
                  <a:lnTo>
                    <a:pt x="72" y="8"/>
                  </a:lnTo>
                  <a:lnTo>
                    <a:pt x="88" y="8"/>
                  </a:lnTo>
                  <a:lnTo>
                    <a:pt x="88" y="24"/>
                  </a:lnTo>
                  <a:lnTo>
                    <a:pt x="72" y="32"/>
                  </a:lnTo>
                  <a:lnTo>
                    <a:pt x="64" y="40"/>
                  </a:lnTo>
                  <a:lnTo>
                    <a:pt x="48" y="56"/>
                  </a:lnTo>
                  <a:lnTo>
                    <a:pt x="48" y="72"/>
                  </a:lnTo>
                  <a:lnTo>
                    <a:pt x="40" y="96"/>
                  </a:lnTo>
                  <a:lnTo>
                    <a:pt x="24" y="104"/>
                  </a:lnTo>
                  <a:lnTo>
                    <a:pt x="8" y="96"/>
                  </a:lnTo>
                  <a:lnTo>
                    <a:pt x="0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7" name="Freeform 578"/>
            <p:cNvSpPr/>
            <p:nvPr/>
          </p:nvSpPr>
          <p:spPr bwMode="auto">
            <a:xfrm>
              <a:off x="7413881" y="4205589"/>
              <a:ext cx="86633" cy="139271"/>
            </a:xfrm>
            <a:custGeom>
              <a:avLst/>
              <a:gdLst>
                <a:gd name="T0" fmla="*/ 0 w 64"/>
                <a:gd name="T1" fmla="*/ 2147483647 h 104"/>
                <a:gd name="T2" fmla="*/ 2147483647 w 64"/>
                <a:gd name="T3" fmla="*/ 2147483647 h 104"/>
                <a:gd name="T4" fmla="*/ 2147483647 w 64"/>
                <a:gd name="T5" fmla="*/ 2147483647 h 104"/>
                <a:gd name="T6" fmla="*/ 0 w 64"/>
                <a:gd name="T7" fmla="*/ 0 h 104"/>
                <a:gd name="T8" fmla="*/ 2147483647 w 64"/>
                <a:gd name="T9" fmla="*/ 2147483647 h 104"/>
                <a:gd name="T10" fmla="*/ 2147483647 w 64"/>
                <a:gd name="T11" fmla="*/ 2147483647 h 104"/>
                <a:gd name="T12" fmla="*/ 2147483647 w 64"/>
                <a:gd name="T13" fmla="*/ 2147483647 h 104"/>
                <a:gd name="T14" fmla="*/ 2147483647 w 64"/>
                <a:gd name="T15" fmla="*/ 2147483647 h 104"/>
                <a:gd name="T16" fmla="*/ 2147483647 w 64"/>
                <a:gd name="T17" fmla="*/ 2147483647 h 104"/>
                <a:gd name="T18" fmla="*/ 2147483647 w 64"/>
                <a:gd name="T19" fmla="*/ 2147483647 h 104"/>
                <a:gd name="T20" fmla="*/ 2147483647 w 64"/>
                <a:gd name="T21" fmla="*/ 2147483647 h 104"/>
                <a:gd name="T22" fmla="*/ 2147483647 w 64"/>
                <a:gd name="T23" fmla="*/ 2147483647 h 104"/>
                <a:gd name="T24" fmla="*/ 2147483647 w 64"/>
                <a:gd name="T25" fmla="*/ 2147483647 h 104"/>
                <a:gd name="T26" fmla="*/ 2147483647 w 64"/>
                <a:gd name="T27" fmla="*/ 2147483647 h 104"/>
                <a:gd name="T28" fmla="*/ 2147483647 w 64"/>
                <a:gd name="T29" fmla="*/ 2147483647 h 104"/>
                <a:gd name="T30" fmla="*/ 2147483647 w 64"/>
                <a:gd name="T31" fmla="*/ 2147483647 h 104"/>
                <a:gd name="T32" fmla="*/ 2147483647 w 64"/>
                <a:gd name="T33" fmla="*/ 2147483647 h 104"/>
                <a:gd name="T34" fmla="*/ 0 w 64"/>
                <a:gd name="T35" fmla="*/ 2147483647 h 10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4"/>
                <a:gd name="T55" fmla="*/ 0 h 104"/>
                <a:gd name="T56" fmla="*/ 64 w 64"/>
                <a:gd name="T57" fmla="*/ 104 h 10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4" h="104">
                  <a:moveTo>
                    <a:pt x="0" y="72"/>
                  </a:moveTo>
                  <a:lnTo>
                    <a:pt x="16" y="48"/>
                  </a:lnTo>
                  <a:lnTo>
                    <a:pt x="16" y="32"/>
                  </a:lnTo>
                  <a:lnTo>
                    <a:pt x="0" y="0"/>
                  </a:lnTo>
                  <a:lnTo>
                    <a:pt x="16" y="8"/>
                  </a:lnTo>
                  <a:lnTo>
                    <a:pt x="16" y="24"/>
                  </a:lnTo>
                  <a:lnTo>
                    <a:pt x="24" y="40"/>
                  </a:lnTo>
                  <a:lnTo>
                    <a:pt x="40" y="48"/>
                  </a:lnTo>
                  <a:lnTo>
                    <a:pt x="56" y="40"/>
                  </a:lnTo>
                  <a:lnTo>
                    <a:pt x="64" y="48"/>
                  </a:lnTo>
                  <a:lnTo>
                    <a:pt x="56" y="56"/>
                  </a:lnTo>
                  <a:lnTo>
                    <a:pt x="48" y="64"/>
                  </a:lnTo>
                  <a:lnTo>
                    <a:pt x="40" y="72"/>
                  </a:lnTo>
                  <a:lnTo>
                    <a:pt x="40" y="88"/>
                  </a:lnTo>
                  <a:lnTo>
                    <a:pt x="24" y="104"/>
                  </a:lnTo>
                  <a:lnTo>
                    <a:pt x="16" y="96"/>
                  </a:lnTo>
                  <a:lnTo>
                    <a:pt x="16" y="80"/>
                  </a:lnTo>
                  <a:lnTo>
                    <a:pt x="0" y="7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8" name="Freeform 579"/>
            <p:cNvSpPr/>
            <p:nvPr/>
          </p:nvSpPr>
          <p:spPr bwMode="auto">
            <a:xfrm>
              <a:off x="6394028" y="3775715"/>
              <a:ext cx="676613" cy="515410"/>
            </a:xfrm>
            <a:custGeom>
              <a:avLst/>
              <a:gdLst>
                <a:gd name="T0" fmla="*/ 2147483647 w 504"/>
                <a:gd name="T1" fmla="*/ 2147483647 h 384"/>
                <a:gd name="T2" fmla="*/ 2147483647 w 504"/>
                <a:gd name="T3" fmla="*/ 2147483647 h 384"/>
                <a:gd name="T4" fmla="*/ 0 w 504"/>
                <a:gd name="T5" fmla="*/ 2147483647 h 384"/>
                <a:gd name="T6" fmla="*/ 2147483647 w 504"/>
                <a:gd name="T7" fmla="*/ 2147483647 h 384"/>
                <a:gd name="T8" fmla="*/ 2147483647 w 504"/>
                <a:gd name="T9" fmla="*/ 2147483647 h 384"/>
                <a:gd name="T10" fmla="*/ 2147483647 w 504"/>
                <a:gd name="T11" fmla="*/ 2147483647 h 384"/>
                <a:gd name="T12" fmla="*/ 2147483647 w 504"/>
                <a:gd name="T13" fmla="*/ 2147483647 h 384"/>
                <a:gd name="T14" fmla="*/ 2147483647 w 504"/>
                <a:gd name="T15" fmla="*/ 2147483647 h 384"/>
                <a:gd name="T16" fmla="*/ 2147483647 w 504"/>
                <a:gd name="T17" fmla="*/ 2147483647 h 384"/>
                <a:gd name="T18" fmla="*/ 2147483647 w 504"/>
                <a:gd name="T19" fmla="*/ 2147483647 h 384"/>
                <a:gd name="T20" fmla="*/ 2147483647 w 504"/>
                <a:gd name="T21" fmla="*/ 0 h 384"/>
                <a:gd name="T22" fmla="*/ 2147483647 w 504"/>
                <a:gd name="T23" fmla="*/ 2147483647 h 384"/>
                <a:gd name="T24" fmla="*/ 2147483647 w 504"/>
                <a:gd name="T25" fmla="*/ 2147483647 h 384"/>
                <a:gd name="T26" fmla="*/ 2147483647 w 504"/>
                <a:gd name="T27" fmla="*/ 2147483647 h 384"/>
                <a:gd name="T28" fmla="*/ 2147483647 w 504"/>
                <a:gd name="T29" fmla="*/ 2147483647 h 384"/>
                <a:gd name="T30" fmla="*/ 2147483647 w 504"/>
                <a:gd name="T31" fmla="*/ 2147483647 h 384"/>
                <a:gd name="T32" fmla="*/ 2147483647 w 504"/>
                <a:gd name="T33" fmla="*/ 2147483647 h 384"/>
                <a:gd name="T34" fmla="*/ 2147483647 w 504"/>
                <a:gd name="T35" fmla="*/ 2147483647 h 384"/>
                <a:gd name="T36" fmla="*/ 2147483647 w 504"/>
                <a:gd name="T37" fmla="*/ 2147483647 h 384"/>
                <a:gd name="T38" fmla="*/ 2147483647 w 504"/>
                <a:gd name="T39" fmla="*/ 2147483647 h 384"/>
                <a:gd name="T40" fmla="*/ 2147483647 w 504"/>
                <a:gd name="T41" fmla="*/ 2147483647 h 384"/>
                <a:gd name="T42" fmla="*/ 2147483647 w 504"/>
                <a:gd name="T43" fmla="*/ 2147483647 h 384"/>
                <a:gd name="T44" fmla="*/ 2147483647 w 504"/>
                <a:gd name="T45" fmla="*/ 2147483647 h 384"/>
                <a:gd name="T46" fmla="*/ 2147483647 w 504"/>
                <a:gd name="T47" fmla="*/ 2147483647 h 384"/>
                <a:gd name="T48" fmla="*/ 2147483647 w 504"/>
                <a:gd name="T49" fmla="*/ 2147483647 h 384"/>
                <a:gd name="T50" fmla="*/ 2147483647 w 504"/>
                <a:gd name="T51" fmla="*/ 2147483647 h 384"/>
                <a:gd name="T52" fmla="*/ 2147483647 w 504"/>
                <a:gd name="T53" fmla="*/ 2147483647 h 384"/>
                <a:gd name="T54" fmla="*/ 2147483647 w 504"/>
                <a:gd name="T55" fmla="*/ 2147483647 h 384"/>
                <a:gd name="T56" fmla="*/ 2147483647 w 504"/>
                <a:gd name="T57" fmla="*/ 2147483647 h 384"/>
                <a:gd name="T58" fmla="*/ 2147483647 w 504"/>
                <a:gd name="T59" fmla="*/ 2147483647 h 384"/>
                <a:gd name="T60" fmla="*/ 2147483647 w 504"/>
                <a:gd name="T61" fmla="*/ 2147483647 h 384"/>
                <a:gd name="T62" fmla="*/ 2147483647 w 504"/>
                <a:gd name="T63" fmla="*/ 2147483647 h 384"/>
                <a:gd name="T64" fmla="*/ 2147483647 w 504"/>
                <a:gd name="T65" fmla="*/ 2147483647 h 384"/>
                <a:gd name="T66" fmla="*/ 2147483647 w 504"/>
                <a:gd name="T67" fmla="*/ 2147483647 h 384"/>
                <a:gd name="T68" fmla="*/ 2147483647 w 504"/>
                <a:gd name="T69" fmla="*/ 2147483647 h 384"/>
                <a:gd name="T70" fmla="*/ 2147483647 w 504"/>
                <a:gd name="T71" fmla="*/ 2147483647 h 38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504"/>
                <a:gd name="T109" fmla="*/ 0 h 384"/>
                <a:gd name="T110" fmla="*/ 504 w 504"/>
                <a:gd name="T111" fmla="*/ 384 h 38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504" h="384">
                  <a:moveTo>
                    <a:pt x="24" y="304"/>
                  </a:moveTo>
                  <a:lnTo>
                    <a:pt x="24" y="272"/>
                  </a:lnTo>
                  <a:lnTo>
                    <a:pt x="24" y="256"/>
                  </a:lnTo>
                  <a:lnTo>
                    <a:pt x="8" y="200"/>
                  </a:lnTo>
                  <a:lnTo>
                    <a:pt x="8" y="184"/>
                  </a:lnTo>
                  <a:lnTo>
                    <a:pt x="0" y="160"/>
                  </a:lnTo>
                  <a:lnTo>
                    <a:pt x="8" y="144"/>
                  </a:lnTo>
                  <a:lnTo>
                    <a:pt x="24" y="128"/>
                  </a:lnTo>
                  <a:lnTo>
                    <a:pt x="56" y="112"/>
                  </a:lnTo>
                  <a:lnTo>
                    <a:pt x="80" y="96"/>
                  </a:lnTo>
                  <a:lnTo>
                    <a:pt x="96" y="96"/>
                  </a:lnTo>
                  <a:lnTo>
                    <a:pt x="104" y="72"/>
                  </a:lnTo>
                  <a:lnTo>
                    <a:pt x="120" y="64"/>
                  </a:lnTo>
                  <a:lnTo>
                    <a:pt x="136" y="56"/>
                  </a:lnTo>
                  <a:lnTo>
                    <a:pt x="160" y="40"/>
                  </a:lnTo>
                  <a:lnTo>
                    <a:pt x="176" y="32"/>
                  </a:lnTo>
                  <a:lnTo>
                    <a:pt x="192" y="40"/>
                  </a:lnTo>
                  <a:lnTo>
                    <a:pt x="200" y="40"/>
                  </a:lnTo>
                  <a:lnTo>
                    <a:pt x="208" y="24"/>
                  </a:lnTo>
                  <a:lnTo>
                    <a:pt x="224" y="16"/>
                  </a:lnTo>
                  <a:lnTo>
                    <a:pt x="240" y="8"/>
                  </a:lnTo>
                  <a:lnTo>
                    <a:pt x="248" y="0"/>
                  </a:lnTo>
                  <a:lnTo>
                    <a:pt x="264" y="0"/>
                  </a:lnTo>
                  <a:lnTo>
                    <a:pt x="296" y="8"/>
                  </a:lnTo>
                  <a:lnTo>
                    <a:pt x="288" y="24"/>
                  </a:lnTo>
                  <a:lnTo>
                    <a:pt x="280" y="40"/>
                  </a:lnTo>
                  <a:lnTo>
                    <a:pt x="296" y="48"/>
                  </a:lnTo>
                  <a:lnTo>
                    <a:pt x="312" y="48"/>
                  </a:lnTo>
                  <a:lnTo>
                    <a:pt x="328" y="72"/>
                  </a:lnTo>
                  <a:lnTo>
                    <a:pt x="344" y="72"/>
                  </a:lnTo>
                  <a:lnTo>
                    <a:pt x="360" y="56"/>
                  </a:lnTo>
                  <a:lnTo>
                    <a:pt x="360" y="16"/>
                  </a:lnTo>
                  <a:lnTo>
                    <a:pt x="376" y="0"/>
                  </a:lnTo>
                  <a:lnTo>
                    <a:pt x="384" y="24"/>
                  </a:lnTo>
                  <a:lnTo>
                    <a:pt x="392" y="32"/>
                  </a:lnTo>
                  <a:lnTo>
                    <a:pt x="400" y="40"/>
                  </a:lnTo>
                  <a:lnTo>
                    <a:pt x="408" y="80"/>
                  </a:lnTo>
                  <a:lnTo>
                    <a:pt x="432" y="96"/>
                  </a:lnTo>
                  <a:lnTo>
                    <a:pt x="456" y="104"/>
                  </a:lnTo>
                  <a:lnTo>
                    <a:pt x="464" y="128"/>
                  </a:lnTo>
                  <a:lnTo>
                    <a:pt x="472" y="136"/>
                  </a:lnTo>
                  <a:lnTo>
                    <a:pt x="480" y="160"/>
                  </a:lnTo>
                  <a:lnTo>
                    <a:pt x="504" y="176"/>
                  </a:lnTo>
                  <a:lnTo>
                    <a:pt x="504" y="192"/>
                  </a:lnTo>
                  <a:lnTo>
                    <a:pt x="504" y="216"/>
                  </a:lnTo>
                  <a:lnTo>
                    <a:pt x="504" y="248"/>
                  </a:lnTo>
                  <a:lnTo>
                    <a:pt x="480" y="312"/>
                  </a:lnTo>
                  <a:lnTo>
                    <a:pt x="464" y="344"/>
                  </a:lnTo>
                  <a:lnTo>
                    <a:pt x="464" y="360"/>
                  </a:lnTo>
                  <a:lnTo>
                    <a:pt x="456" y="360"/>
                  </a:lnTo>
                  <a:lnTo>
                    <a:pt x="440" y="368"/>
                  </a:lnTo>
                  <a:lnTo>
                    <a:pt x="424" y="384"/>
                  </a:lnTo>
                  <a:lnTo>
                    <a:pt x="416" y="384"/>
                  </a:lnTo>
                  <a:lnTo>
                    <a:pt x="400" y="368"/>
                  </a:lnTo>
                  <a:lnTo>
                    <a:pt x="384" y="376"/>
                  </a:lnTo>
                  <a:lnTo>
                    <a:pt x="360" y="368"/>
                  </a:lnTo>
                  <a:lnTo>
                    <a:pt x="336" y="352"/>
                  </a:lnTo>
                  <a:lnTo>
                    <a:pt x="320" y="336"/>
                  </a:lnTo>
                  <a:lnTo>
                    <a:pt x="312" y="320"/>
                  </a:lnTo>
                  <a:lnTo>
                    <a:pt x="296" y="320"/>
                  </a:lnTo>
                  <a:lnTo>
                    <a:pt x="280" y="304"/>
                  </a:lnTo>
                  <a:lnTo>
                    <a:pt x="256" y="280"/>
                  </a:lnTo>
                  <a:lnTo>
                    <a:pt x="208" y="272"/>
                  </a:lnTo>
                  <a:lnTo>
                    <a:pt x="176" y="272"/>
                  </a:lnTo>
                  <a:lnTo>
                    <a:pt x="136" y="288"/>
                  </a:lnTo>
                  <a:lnTo>
                    <a:pt x="136" y="296"/>
                  </a:lnTo>
                  <a:lnTo>
                    <a:pt x="112" y="304"/>
                  </a:lnTo>
                  <a:lnTo>
                    <a:pt x="96" y="304"/>
                  </a:lnTo>
                  <a:lnTo>
                    <a:pt x="80" y="312"/>
                  </a:lnTo>
                  <a:lnTo>
                    <a:pt x="56" y="320"/>
                  </a:lnTo>
                  <a:lnTo>
                    <a:pt x="40" y="320"/>
                  </a:lnTo>
                  <a:lnTo>
                    <a:pt x="24" y="30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9" name="Freeform 580"/>
            <p:cNvSpPr/>
            <p:nvPr/>
          </p:nvSpPr>
          <p:spPr bwMode="auto">
            <a:xfrm>
              <a:off x="7413881" y="4205589"/>
              <a:ext cx="86633" cy="139271"/>
            </a:xfrm>
            <a:custGeom>
              <a:avLst/>
              <a:gdLst>
                <a:gd name="T0" fmla="*/ 0 w 64"/>
                <a:gd name="T1" fmla="*/ 2147483647 h 104"/>
                <a:gd name="T2" fmla="*/ 2147483647 w 64"/>
                <a:gd name="T3" fmla="*/ 2147483647 h 104"/>
                <a:gd name="T4" fmla="*/ 2147483647 w 64"/>
                <a:gd name="T5" fmla="*/ 2147483647 h 104"/>
                <a:gd name="T6" fmla="*/ 0 w 64"/>
                <a:gd name="T7" fmla="*/ 0 h 104"/>
                <a:gd name="T8" fmla="*/ 2147483647 w 64"/>
                <a:gd name="T9" fmla="*/ 2147483647 h 104"/>
                <a:gd name="T10" fmla="*/ 2147483647 w 64"/>
                <a:gd name="T11" fmla="*/ 2147483647 h 104"/>
                <a:gd name="T12" fmla="*/ 2147483647 w 64"/>
                <a:gd name="T13" fmla="*/ 2147483647 h 104"/>
                <a:gd name="T14" fmla="*/ 2147483647 w 64"/>
                <a:gd name="T15" fmla="*/ 2147483647 h 104"/>
                <a:gd name="T16" fmla="*/ 2147483647 w 64"/>
                <a:gd name="T17" fmla="*/ 2147483647 h 104"/>
                <a:gd name="T18" fmla="*/ 2147483647 w 64"/>
                <a:gd name="T19" fmla="*/ 2147483647 h 104"/>
                <a:gd name="T20" fmla="*/ 2147483647 w 64"/>
                <a:gd name="T21" fmla="*/ 2147483647 h 104"/>
                <a:gd name="T22" fmla="*/ 2147483647 w 64"/>
                <a:gd name="T23" fmla="*/ 2147483647 h 104"/>
                <a:gd name="T24" fmla="*/ 2147483647 w 64"/>
                <a:gd name="T25" fmla="*/ 2147483647 h 104"/>
                <a:gd name="T26" fmla="*/ 2147483647 w 64"/>
                <a:gd name="T27" fmla="*/ 2147483647 h 104"/>
                <a:gd name="T28" fmla="*/ 2147483647 w 64"/>
                <a:gd name="T29" fmla="*/ 2147483647 h 104"/>
                <a:gd name="T30" fmla="*/ 2147483647 w 64"/>
                <a:gd name="T31" fmla="*/ 2147483647 h 104"/>
                <a:gd name="T32" fmla="*/ 2147483647 w 64"/>
                <a:gd name="T33" fmla="*/ 2147483647 h 104"/>
                <a:gd name="T34" fmla="*/ 0 w 64"/>
                <a:gd name="T35" fmla="*/ 2147483647 h 10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4"/>
                <a:gd name="T55" fmla="*/ 0 h 104"/>
                <a:gd name="T56" fmla="*/ 64 w 64"/>
                <a:gd name="T57" fmla="*/ 104 h 10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4" h="104">
                  <a:moveTo>
                    <a:pt x="0" y="72"/>
                  </a:moveTo>
                  <a:lnTo>
                    <a:pt x="16" y="48"/>
                  </a:lnTo>
                  <a:lnTo>
                    <a:pt x="16" y="32"/>
                  </a:lnTo>
                  <a:lnTo>
                    <a:pt x="0" y="0"/>
                  </a:lnTo>
                  <a:lnTo>
                    <a:pt x="16" y="8"/>
                  </a:lnTo>
                  <a:lnTo>
                    <a:pt x="16" y="24"/>
                  </a:lnTo>
                  <a:lnTo>
                    <a:pt x="24" y="40"/>
                  </a:lnTo>
                  <a:lnTo>
                    <a:pt x="40" y="48"/>
                  </a:lnTo>
                  <a:lnTo>
                    <a:pt x="56" y="40"/>
                  </a:lnTo>
                  <a:lnTo>
                    <a:pt x="64" y="48"/>
                  </a:lnTo>
                  <a:lnTo>
                    <a:pt x="56" y="56"/>
                  </a:lnTo>
                  <a:lnTo>
                    <a:pt x="48" y="64"/>
                  </a:lnTo>
                  <a:lnTo>
                    <a:pt x="40" y="72"/>
                  </a:lnTo>
                  <a:lnTo>
                    <a:pt x="40" y="88"/>
                  </a:lnTo>
                  <a:lnTo>
                    <a:pt x="24" y="104"/>
                  </a:lnTo>
                  <a:lnTo>
                    <a:pt x="16" y="96"/>
                  </a:lnTo>
                  <a:lnTo>
                    <a:pt x="16" y="80"/>
                  </a:lnTo>
                  <a:lnTo>
                    <a:pt x="0" y="7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0" name="Freeform 581"/>
            <p:cNvSpPr/>
            <p:nvPr/>
          </p:nvSpPr>
          <p:spPr bwMode="auto">
            <a:xfrm>
              <a:off x="6394028" y="3775715"/>
              <a:ext cx="676613" cy="515410"/>
            </a:xfrm>
            <a:custGeom>
              <a:avLst/>
              <a:gdLst>
                <a:gd name="T0" fmla="*/ 2147483647 w 504"/>
                <a:gd name="T1" fmla="*/ 2147483647 h 384"/>
                <a:gd name="T2" fmla="*/ 2147483647 w 504"/>
                <a:gd name="T3" fmla="*/ 2147483647 h 384"/>
                <a:gd name="T4" fmla="*/ 0 w 504"/>
                <a:gd name="T5" fmla="*/ 2147483647 h 384"/>
                <a:gd name="T6" fmla="*/ 2147483647 w 504"/>
                <a:gd name="T7" fmla="*/ 2147483647 h 384"/>
                <a:gd name="T8" fmla="*/ 2147483647 w 504"/>
                <a:gd name="T9" fmla="*/ 2147483647 h 384"/>
                <a:gd name="T10" fmla="*/ 2147483647 w 504"/>
                <a:gd name="T11" fmla="*/ 2147483647 h 384"/>
                <a:gd name="T12" fmla="*/ 2147483647 w 504"/>
                <a:gd name="T13" fmla="*/ 2147483647 h 384"/>
                <a:gd name="T14" fmla="*/ 2147483647 w 504"/>
                <a:gd name="T15" fmla="*/ 2147483647 h 384"/>
                <a:gd name="T16" fmla="*/ 2147483647 w 504"/>
                <a:gd name="T17" fmla="*/ 2147483647 h 384"/>
                <a:gd name="T18" fmla="*/ 2147483647 w 504"/>
                <a:gd name="T19" fmla="*/ 2147483647 h 384"/>
                <a:gd name="T20" fmla="*/ 2147483647 w 504"/>
                <a:gd name="T21" fmla="*/ 0 h 384"/>
                <a:gd name="T22" fmla="*/ 2147483647 w 504"/>
                <a:gd name="T23" fmla="*/ 2147483647 h 384"/>
                <a:gd name="T24" fmla="*/ 2147483647 w 504"/>
                <a:gd name="T25" fmla="*/ 2147483647 h 384"/>
                <a:gd name="T26" fmla="*/ 2147483647 w 504"/>
                <a:gd name="T27" fmla="*/ 2147483647 h 384"/>
                <a:gd name="T28" fmla="*/ 2147483647 w 504"/>
                <a:gd name="T29" fmla="*/ 2147483647 h 384"/>
                <a:gd name="T30" fmla="*/ 2147483647 w 504"/>
                <a:gd name="T31" fmla="*/ 2147483647 h 384"/>
                <a:gd name="T32" fmla="*/ 2147483647 w 504"/>
                <a:gd name="T33" fmla="*/ 2147483647 h 384"/>
                <a:gd name="T34" fmla="*/ 2147483647 w 504"/>
                <a:gd name="T35" fmla="*/ 2147483647 h 384"/>
                <a:gd name="T36" fmla="*/ 2147483647 w 504"/>
                <a:gd name="T37" fmla="*/ 2147483647 h 384"/>
                <a:gd name="T38" fmla="*/ 2147483647 w 504"/>
                <a:gd name="T39" fmla="*/ 2147483647 h 384"/>
                <a:gd name="T40" fmla="*/ 2147483647 w 504"/>
                <a:gd name="T41" fmla="*/ 2147483647 h 384"/>
                <a:gd name="T42" fmla="*/ 2147483647 w 504"/>
                <a:gd name="T43" fmla="*/ 2147483647 h 384"/>
                <a:gd name="T44" fmla="*/ 2147483647 w 504"/>
                <a:gd name="T45" fmla="*/ 2147483647 h 384"/>
                <a:gd name="T46" fmla="*/ 2147483647 w 504"/>
                <a:gd name="T47" fmla="*/ 2147483647 h 384"/>
                <a:gd name="T48" fmla="*/ 2147483647 w 504"/>
                <a:gd name="T49" fmla="*/ 2147483647 h 384"/>
                <a:gd name="T50" fmla="*/ 2147483647 w 504"/>
                <a:gd name="T51" fmla="*/ 2147483647 h 384"/>
                <a:gd name="T52" fmla="*/ 2147483647 w 504"/>
                <a:gd name="T53" fmla="*/ 2147483647 h 384"/>
                <a:gd name="T54" fmla="*/ 2147483647 w 504"/>
                <a:gd name="T55" fmla="*/ 2147483647 h 384"/>
                <a:gd name="T56" fmla="*/ 2147483647 w 504"/>
                <a:gd name="T57" fmla="*/ 2147483647 h 384"/>
                <a:gd name="T58" fmla="*/ 2147483647 w 504"/>
                <a:gd name="T59" fmla="*/ 2147483647 h 384"/>
                <a:gd name="T60" fmla="*/ 2147483647 w 504"/>
                <a:gd name="T61" fmla="*/ 2147483647 h 384"/>
                <a:gd name="T62" fmla="*/ 2147483647 w 504"/>
                <a:gd name="T63" fmla="*/ 2147483647 h 384"/>
                <a:gd name="T64" fmla="*/ 2147483647 w 504"/>
                <a:gd name="T65" fmla="*/ 2147483647 h 384"/>
                <a:gd name="T66" fmla="*/ 2147483647 w 504"/>
                <a:gd name="T67" fmla="*/ 2147483647 h 384"/>
                <a:gd name="T68" fmla="*/ 2147483647 w 504"/>
                <a:gd name="T69" fmla="*/ 2147483647 h 384"/>
                <a:gd name="T70" fmla="*/ 2147483647 w 504"/>
                <a:gd name="T71" fmla="*/ 2147483647 h 38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504"/>
                <a:gd name="T109" fmla="*/ 0 h 384"/>
                <a:gd name="T110" fmla="*/ 504 w 504"/>
                <a:gd name="T111" fmla="*/ 384 h 38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504" h="384">
                  <a:moveTo>
                    <a:pt x="24" y="304"/>
                  </a:moveTo>
                  <a:lnTo>
                    <a:pt x="24" y="272"/>
                  </a:lnTo>
                  <a:lnTo>
                    <a:pt x="24" y="256"/>
                  </a:lnTo>
                  <a:lnTo>
                    <a:pt x="8" y="200"/>
                  </a:lnTo>
                  <a:lnTo>
                    <a:pt x="8" y="184"/>
                  </a:lnTo>
                  <a:lnTo>
                    <a:pt x="0" y="160"/>
                  </a:lnTo>
                  <a:lnTo>
                    <a:pt x="8" y="144"/>
                  </a:lnTo>
                  <a:lnTo>
                    <a:pt x="24" y="128"/>
                  </a:lnTo>
                  <a:lnTo>
                    <a:pt x="56" y="112"/>
                  </a:lnTo>
                  <a:lnTo>
                    <a:pt x="80" y="96"/>
                  </a:lnTo>
                  <a:lnTo>
                    <a:pt x="96" y="96"/>
                  </a:lnTo>
                  <a:lnTo>
                    <a:pt x="104" y="72"/>
                  </a:lnTo>
                  <a:lnTo>
                    <a:pt x="120" y="64"/>
                  </a:lnTo>
                  <a:lnTo>
                    <a:pt x="136" y="56"/>
                  </a:lnTo>
                  <a:lnTo>
                    <a:pt x="160" y="40"/>
                  </a:lnTo>
                  <a:lnTo>
                    <a:pt x="176" y="32"/>
                  </a:lnTo>
                  <a:lnTo>
                    <a:pt x="192" y="40"/>
                  </a:lnTo>
                  <a:lnTo>
                    <a:pt x="200" y="40"/>
                  </a:lnTo>
                  <a:lnTo>
                    <a:pt x="208" y="24"/>
                  </a:lnTo>
                  <a:lnTo>
                    <a:pt x="224" y="16"/>
                  </a:lnTo>
                  <a:lnTo>
                    <a:pt x="240" y="8"/>
                  </a:lnTo>
                  <a:lnTo>
                    <a:pt x="248" y="0"/>
                  </a:lnTo>
                  <a:lnTo>
                    <a:pt x="264" y="0"/>
                  </a:lnTo>
                  <a:lnTo>
                    <a:pt x="296" y="8"/>
                  </a:lnTo>
                  <a:lnTo>
                    <a:pt x="288" y="24"/>
                  </a:lnTo>
                  <a:lnTo>
                    <a:pt x="280" y="40"/>
                  </a:lnTo>
                  <a:lnTo>
                    <a:pt x="296" y="48"/>
                  </a:lnTo>
                  <a:lnTo>
                    <a:pt x="312" y="48"/>
                  </a:lnTo>
                  <a:lnTo>
                    <a:pt x="328" y="72"/>
                  </a:lnTo>
                  <a:lnTo>
                    <a:pt x="344" y="72"/>
                  </a:lnTo>
                  <a:lnTo>
                    <a:pt x="360" y="56"/>
                  </a:lnTo>
                  <a:lnTo>
                    <a:pt x="360" y="16"/>
                  </a:lnTo>
                  <a:lnTo>
                    <a:pt x="376" y="0"/>
                  </a:lnTo>
                  <a:lnTo>
                    <a:pt x="384" y="24"/>
                  </a:lnTo>
                  <a:lnTo>
                    <a:pt x="392" y="32"/>
                  </a:lnTo>
                  <a:lnTo>
                    <a:pt x="400" y="40"/>
                  </a:lnTo>
                  <a:lnTo>
                    <a:pt x="408" y="80"/>
                  </a:lnTo>
                  <a:lnTo>
                    <a:pt x="432" y="96"/>
                  </a:lnTo>
                  <a:lnTo>
                    <a:pt x="456" y="104"/>
                  </a:lnTo>
                  <a:lnTo>
                    <a:pt x="464" y="128"/>
                  </a:lnTo>
                  <a:lnTo>
                    <a:pt x="472" y="136"/>
                  </a:lnTo>
                  <a:lnTo>
                    <a:pt x="480" y="160"/>
                  </a:lnTo>
                  <a:lnTo>
                    <a:pt x="504" y="176"/>
                  </a:lnTo>
                  <a:lnTo>
                    <a:pt x="504" y="192"/>
                  </a:lnTo>
                  <a:lnTo>
                    <a:pt x="504" y="216"/>
                  </a:lnTo>
                  <a:lnTo>
                    <a:pt x="504" y="248"/>
                  </a:lnTo>
                  <a:lnTo>
                    <a:pt x="480" y="312"/>
                  </a:lnTo>
                  <a:lnTo>
                    <a:pt x="464" y="344"/>
                  </a:lnTo>
                  <a:lnTo>
                    <a:pt x="464" y="360"/>
                  </a:lnTo>
                  <a:lnTo>
                    <a:pt x="456" y="360"/>
                  </a:lnTo>
                  <a:lnTo>
                    <a:pt x="440" y="368"/>
                  </a:lnTo>
                  <a:lnTo>
                    <a:pt x="424" y="384"/>
                  </a:lnTo>
                  <a:lnTo>
                    <a:pt x="416" y="384"/>
                  </a:lnTo>
                  <a:lnTo>
                    <a:pt x="400" y="368"/>
                  </a:lnTo>
                  <a:lnTo>
                    <a:pt x="384" y="376"/>
                  </a:lnTo>
                  <a:lnTo>
                    <a:pt x="360" y="368"/>
                  </a:lnTo>
                  <a:lnTo>
                    <a:pt x="336" y="352"/>
                  </a:lnTo>
                  <a:lnTo>
                    <a:pt x="320" y="336"/>
                  </a:lnTo>
                  <a:lnTo>
                    <a:pt x="312" y="320"/>
                  </a:lnTo>
                  <a:lnTo>
                    <a:pt x="296" y="320"/>
                  </a:lnTo>
                  <a:lnTo>
                    <a:pt x="280" y="304"/>
                  </a:lnTo>
                  <a:lnTo>
                    <a:pt x="256" y="280"/>
                  </a:lnTo>
                  <a:lnTo>
                    <a:pt x="208" y="272"/>
                  </a:lnTo>
                  <a:lnTo>
                    <a:pt x="176" y="272"/>
                  </a:lnTo>
                  <a:lnTo>
                    <a:pt x="136" y="288"/>
                  </a:lnTo>
                  <a:lnTo>
                    <a:pt x="136" y="296"/>
                  </a:lnTo>
                  <a:lnTo>
                    <a:pt x="112" y="304"/>
                  </a:lnTo>
                  <a:lnTo>
                    <a:pt x="96" y="304"/>
                  </a:lnTo>
                  <a:lnTo>
                    <a:pt x="80" y="312"/>
                  </a:lnTo>
                  <a:lnTo>
                    <a:pt x="56" y="320"/>
                  </a:lnTo>
                  <a:lnTo>
                    <a:pt x="40" y="320"/>
                  </a:lnTo>
                  <a:lnTo>
                    <a:pt x="24" y="30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41" name="Freeform 582"/>
            <p:cNvSpPr/>
            <p:nvPr/>
          </p:nvSpPr>
          <p:spPr bwMode="auto">
            <a:xfrm>
              <a:off x="6931370" y="4324023"/>
              <a:ext cx="53735" cy="74570"/>
            </a:xfrm>
            <a:custGeom>
              <a:avLst/>
              <a:gdLst>
                <a:gd name="T0" fmla="*/ 0 w 40"/>
                <a:gd name="T1" fmla="*/ 2147483647 h 56"/>
                <a:gd name="T2" fmla="*/ 2147483647 w 40"/>
                <a:gd name="T3" fmla="*/ 2147483647 h 56"/>
                <a:gd name="T4" fmla="*/ 2147483647 w 40"/>
                <a:gd name="T5" fmla="*/ 2147483647 h 56"/>
                <a:gd name="T6" fmla="*/ 2147483647 w 40"/>
                <a:gd name="T7" fmla="*/ 2147483647 h 56"/>
                <a:gd name="T8" fmla="*/ 2147483647 w 40"/>
                <a:gd name="T9" fmla="*/ 2147483647 h 56"/>
                <a:gd name="T10" fmla="*/ 2147483647 w 40"/>
                <a:gd name="T11" fmla="*/ 2147483647 h 56"/>
                <a:gd name="T12" fmla="*/ 2147483647 w 40"/>
                <a:gd name="T13" fmla="*/ 0 h 56"/>
                <a:gd name="T14" fmla="*/ 2147483647 w 40"/>
                <a:gd name="T15" fmla="*/ 2147483647 h 56"/>
                <a:gd name="T16" fmla="*/ 0 w 40"/>
                <a:gd name="T17" fmla="*/ 2147483647 h 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0"/>
                <a:gd name="T28" fmla="*/ 0 h 56"/>
                <a:gd name="T29" fmla="*/ 40 w 40"/>
                <a:gd name="T30" fmla="*/ 56 h 5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0" h="56">
                  <a:moveTo>
                    <a:pt x="0" y="8"/>
                  </a:moveTo>
                  <a:lnTo>
                    <a:pt x="8" y="32"/>
                  </a:lnTo>
                  <a:lnTo>
                    <a:pt x="8" y="48"/>
                  </a:lnTo>
                  <a:lnTo>
                    <a:pt x="24" y="56"/>
                  </a:lnTo>
                  <a:lnTo>
                    <a:pt x="32" y="40"/>
                  </a:lnTo>
                  <a:lnTo>
                    <a:pt x="40" y="16"/>
                  </a:lnTo>
                  <a:lnTo>
                    <a:pt x="40" y="0"/>
                  </a:lnTo>
                  <a:lnTo>
                    <a:pt x="24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2" name="Freeform 583"/>
            <p:cNvSpPr/>
            <p:nvPr/>
          </p:nvSpPr>
          <p:spPr bwMode="auto">
            <a:xfrm>
              <a:off x="6104521" y="3486208"/>
              <a:ext cx="172169" cy="183135"/>
            </a:xfrm>
            <a:custGeom>
              <a:avLst/>
              <a:gdLst>
                <a:gd name="T0" fmla="*/ 0 w 128"/>
                <a:gd name="T1" fmla="*/ 0 h 136"/>
                <a:gd name="T2" fmla="*/ 2147483647 w 128"/>
                <a:gd name="T3" fmla="*/ 0 h 136"/>
                <a:gd name="T4" fmla="*/ 2147483647 w 128"/>
                <a:gd name="T5" fmla="*/ 2147483647 h 136"/>
                <a:gd name="T6" fmla="*/ 2147483647 w 128"/>
                <a:gd name="T7" fmla="*/ 2147483647 h 136"/>
                <a:gd name="T8" fmla="*/ 2147483647 w 128"/>
                <a:gd name="T9" fmla="*/ 2147483647 h 136"/>
                <a:gd name="T10" fmla="*/ 2147483647 w 128"/>
                <a:gd name="T11" fmla="*/ 2147483647 h 136"/>
                <a:gd name="T12" fmla="*/ 2147483647 w 128"/>
                <a:gd name="T13" fmla="*/ 2147483647 h 136"/>
                <a:gd name="T14" fmla="*/ 2147483647 w 128"/>
                <a:gd name="T15" fmla="*/ 2147483647 h 136"/>
                <a:gd name="T16" fmla="*/ 2147483647 w 128"/>
                <a:gd name="T17" fmla="*/ 2147483647 h 136"/>
                <a:gd name="T18" fmla="*/ 2147483647 w 128"/>
                <a:gd name="T19" fmla="*/ 2147483647 h 136"/>
                <a:gd name="T20" fmla="*/ 2147483647 w 128"/>
                <a:gd name="T21" fmla="*/ 2147483647 h 136"/>
                <a:gd name="T22" fmla="*/ 2147483647 w 128"/>
                <a:gd name="T23" fmla="*/ 2147483647 h 136"/>
                <a:gd name="T24" fmla="*/ 2147483647 w 128"/>
                <a:gd name="T25" fmla="*/ 2147483647 h 136"/>
                <a:gd name="T26" fmla="*/ 2147483647 w 128"/>
                <a:gd name="T27" fmla="*/ 2147483647 h 136"/>
                <a:gd name="T28" fmla="*/ 2147483647 w 128"/>
                <a:gd name="T29" fmla="*/ 2147483647 h 136"/>
                <a:gd name="T30" fmla="*/ 2147483647 w 128"/>
                <a:gd name="T31" fmla="*/ 2147483647 h 136"/>
                <a:gd name="T32" fmla="*/ 0 w 128"/>
                <a:gd name="T33" fmla="*/ 0 h 1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8"/>
                <a:gd name="T52" fmla="*/ 0 h 136"/>
                <a:gd name="T53" fmla="*/ 128 w 128"/>
                <a:gd name="T54" fmla="*/ 136 h 1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8" h="136">
                  <a:moveTo>
                    <a:pt x="0" y="0"/>
                  </a:moveTo>
                  <a:lnTo>
                    <a:pt x="16" y="0"/>
                  </a:lnTo>
                  <a:lnTo>
                    <a:pt x="32" y="24"/>
                  </a:lnTo>
                  <a:lnTo>
                    <a:pt x="48" y="32"/>
                  </a:lnTo>
                  <a:lnTo>
                    <a:pt x="64" y="40"/>
                  </a:lnTo>
                  <a:lnTo>
                    <a:pt x="96" y="72"/>
                  </a:lnTo>
                  <a:lnTo>
                    <a:pt x="104" y="80"/>
                  </a:lnTo>
                  <a:lnTo>
                    <a:pt x="120" y="104"/>
                  </a:lnTo>
                  <a:lnTo>
                    <a:pt x="128" y="128"/>
                  </a:lnTo>
                  <a:lnTo>
                    <a:pt x="112" y="136"/>
                  </a:lnTo>
                  <a:lnTo>
                    <a:pt x="88" y="120"/>
                  </a:lnTo>
                  <a:lnTo>
                    <a:pt x="64" y="104"/>
                  </a:lnTo>
                  <a:lnTo>
                    <a:pt x="48" y="72"/>
                  </a:lnTo>
                  <a:lnTo>
                    <a:pt x="40" y="64"/>
                  </a:lnTo>
                  <a:lnTo>
                    <a:pt x="24" y="48"/>
                  </a:lnTo>
                  <a:lnTo>
                    <a:pt x="8" y="3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3" name="Freeform 584"/>
            <p:cNvSpPr/>
            <p:nvPr/>
          </p:nvSpPr>
          <p:spPr bwMode="auto">
            <a:xfrm>
              <a:off x="6330424" y="3454407"/>
              <a:ext cx="160106" cy="182038"/>
            </a:xfrm>
            <a:custGeom>
              <a:avLst/>
              <a:gdLst>
                <a:gd name="T0" fmla="*/ 2147483647 w 120"/>
                <a:gd name="T1" fmla="*/ 2147483647 h 136"/>
                <a:gd name="T2" fmla="*/ 0 w 120"/>
                <a:gd name="T3" fmla="*/ 2147483647 h 136"/>
                <a:gd name="T4" fmla="*/ 0 w 120"/>
                <a:gd name="T5" fmla="*/ 2147483647 h 136"/>
                <a:gd name="T6" fmla="*/ 2147483647 w 120"/>
                <a:gd name="T7" fmla="*/ 2147483647 h 136"/>
                <a:gd name="T8" fmla="*/ 2147483647 w 120"/>
                <a:gd name="T9" fmla="*/ 2147483647 h 136"/>
                <a:gd name="T10" fmla="*/ 2147483647 w 120"/>
                <a:gd name="T11" fmla="*/ 2147483647 h 136"/>
                <a:gd name="T12" fmla="*/ 2147483647 w 120"/>
                <a:gd name="T13" fmla="*/ 2147483647 h 136"/>
                <a:gd name="T14" fmla="*/ 2147483647 w 120"/>
                <a:gd name="T15" fmla="*/ 0 h 136"/>
                <a:gd name="T16" fmla="*/ 2147483647 w 120"/>
                <a:gd name="T17" fmla="*/ 2147483647 h 136"/>
                <a:gd name="T18" fmla="*/ 2147483647 w 120"/>
                <a:gd name="T19" fmla="*/ 2147483647 h 136"/>
                <a:gd name="T20" fmla="*/ 2147483647 w 120"/>
                <a:gd name="T21" fmla="*/ 2147483647 h 136"/>
                <a:gd name="T22" fmla="*/ 2147483647 w 120"/>
                <a:gd name="T23" fmla="*/ 2147483647 h 136"/>
                <a:gd name="T24" fmla="*/ 2147483647 w 120"/>
                <a:gd name="T25" fmla="*/ 2147483647 h 136"/>
                <a:gd name="T26" fmla="*/ 2147483647 w 120"/>
                <a:gd name="T27" fmla="*/ 2147483647 h 136"/>
                <a:gd name="T28" fmla="*/ 2147483647 w 120"/>
                <a:gd name="T29" fmla="*/ 2147483647 h 136"/>
                <a:gd name="T30" fmla="*/ 2147483647 w 120"/>
                <a:gd name="T31" fmla="*/ 2147483647 h 136"/>
                <a:gd name="T32" fmla="*/ 2147483647 w 120"/>
                <a:gd name="T33" fmla="*/ 2147483647 h 136"/>
                <a:gd name="T34" fmla="*/ 2147483647 w 120"/>
                <a:gd name="T35" fmla="*/ 2147483647 h 136"/>
                <a:gd name="T36" fmla="*/ 2147483647 w 120"/>
                <a:gd name="T37" fmla="*/ 2147483647 h 136"/>
                <a:gd name="T38" fmla="*/ 2147483647 w 120"/>
                <a:gd name="T39" fmla="*/ 2147483647 h 136"/>
                <a:gd name="T40" fmla="*/ 2147483647 w 120"/>
                <a:gd name="T41" fmla="*/ 2147483647 h 136"/>
                <a:gd name="T42" fmla="*/ 2147483647 w 120"/>
                <a:gd name="T43" fmla="*/ 2147483647 h 136"/>
                <a:gd name="T44" fmla="*/ 2147483647 w 120"/>
                <a:gd name="T45" fmla="*/ 2147483647 h 136"/>
                <a:gd name="T46" fmla="*/ 2147483647 w 120"/>
                <a:gd name="T47" fmla="*/ 2147483647 h 1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20"/>
                <a:gd name="T73" fmla="*/ 0 h 136"/>
                <a:gd name="T74" fmla="*/ 120 w 120"/>
                <a:gd name="T75" fmla="*/ 136 h 1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20" h="136">
                  <a:moveTo>
                    <a:pt x="8" y="112"/>
                  </a:moveTo>
                  <a:lnTo>
                    <a:pt x="0" y="96"/>
                  </a:lnTo>
                  <a:lnTo>
                    <a:pt x="0" y="72"/>
                  </a:lnTo>
                  <a:lnTo>
                    <a:pt x="8" y="64"/>
                  </a:lnTo>
                  <a:lnTo>
                    <a:pt x="24" y="56"/>
                  </a:lnTo>
                  <a:lnTo>
                    <a:pt x="40" y="48"/>
                  </a:lnTo>
                  <a:lnTo>
                    <a:pt x="64" y="16"/>
                  </a:lnTo>
                  <a:lnTo>
                    <a:pt x="96" y="0"/>
                  </a:lnTo>
                  <a:lnTo>
                    <a:pt x="112" y="8"/>
                  </a:lnTo>
                  <a:lnTo>
                    <a:pt x="120" y="24"/>
                  </a:lnTo>
                  <a:lnTo>
                    <a:pt x="104" y="32"/>
                  </a:lnTo>
                  <a:lnTo>
                    <a:pt x="104" y="48"/>
                  </a:lnTo>
                  <a:lnTo>
                    <a:pt x="104" y="64"/>
                  </a:lnTo>
                  <a:lnTo>
                    <a:pt x="120" y="72"/>
                  </a:lnTo>
                  <a:lnTo>
                    <a:pt x="104" y="80"/>
                  </a:lnTo>
                  <a:lnTo>
                    <a:pt x="104" y="88"/>
                  </a:lnTo>
                  <a:lnTo>
                    <a:pt x="96" y="104"/>
                  </a:lnTo>
                  <a:lnTo>
                    <a:pt x="88" y="112"/>
                  </a:lnTo>
                  <a:lnTo>
                    <a:pt x="80" y="136"/>
                  </a:lnTo>
                  <a:lnTo>
                    <a:pt x="64" y="136"/>
                  </a:lnTo>
                  <a:lnTo>
                    <a:pt x="48" y="128"/>
                  </a:lnTo>
                  <a:lnTo>
                    <a:pt x="32" y="128"/>
                  </a:lnTo>
                  <a:lnTo>
                    <a:pt x="16" y="128"/>
                  </a:lnTo>
                  <a:lnTo>
                    <a:pt x="8" y="11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4" name="Freeform 585"/>
            <p:cNvSpPr/>
            <p:nvPr/>
          </p:nvSpPr>
          <p:spPr bwMode="auto">
            <a:xfrm>
              <a:off x="6694501" y="3582710"/>
              <a:ext cx="311439" cy="172169"/>
            </a:xfrm>
            <a:custGeom>
              <a:avLst/>
              <a:gdLst>
                <a:gd name="T0" fmla="*/ 0 w 232"/>
                <a:gd name="T1" fmla="*/ 2147483647 h 128"/>
                <a:gd name="T2" fmla="*/ 2147483647 w 232"/>
                <a:gd name="T3" fmla="*/ 2147483647 h 128"/>
                <a:gd name="T4" fmla="*/ 2147483647 w 232"/>
                <a:gd name="T5" fmla="*/ 2147483647 h 128"/>
                <a:gd name="T6" fmla="*/ 2147483647 w 232"/>
                <a:gd name="T7" fmla="*/ 2147483647 h 128"/>
                <a:gd name="T8" fmla="*/ 2147483647 w 232"/>
                <a:gd name="T9" fmla="*/ 2147483647 h 128"/>
                <a:gd name="T10" fmla="*/ 2147483647 w 232"/>
                <a:gd name="T11" fmla="*/ 2147483647 h 128"/>
                <a:gd name="T12" fmla="*/ 2147483647 w 232"/>
                <a:gd name="T13" fmla="*/ 2147483647 h 128"/>
                <a:gd name="T14" fmla="*/ 2147483647 w 232"/>
                <a:gd name="T15" fmla="*/ 2147483647 h 128"/>
                <a:gd name="T16" fmla="*/ 2147483647 w 232"/>
                <a:gd name="T17" fmla="*/ 2147483647 h 128"/>
                <a:gd name="T18" fmla="*/ 2147483647 w 232"/>
                <a:gd name="T19" fmla="*/ 2147483647 h 128"/>
                <a:gd name="T20" fmla="*/ 2147483647 w 232"/>
                <a:gd name="T21" fmla="*/ 2147483647 h 128"/>
                <a:gd name="T22" fmla="*/ 2147483647 w 232"/>
                <a:gd name="T23" fmla="*/ 2147483647 h 128"/>
                <a:gd name="T24" fmla="*/ 2147483647 w 232"/>
                <a:gd name="T25" fmla="*/ 2147483647 h 128"/>
                <a:gd name="T26" fmla="*/ 2147483647 w 232"/>
                <a:gd name="T27" fmla="*/ 2147483647 h 128"/>
                <a:gd name="T28" fmla="*/ 2147483647 w 232"/>
                <a:gd name="T29" fmla="*/ 2147483647 h 128"/>
                <a:gd name="T30" fmla="*/ 2147483647 w 232"/>
                <a:gd name="T31" fmla="*/ 2147483647 h 128"/>
                <a:gd name="T32" fmla="*/ 2147483647 w 232"/>
                <a:gd name="T33" fmla="*/ 2147483647 h 128"/>
                <a:gd name="T34" fmla="*/ 2147483647 w 232"/>
                <a:gd name="T35" fmla="*/ 2147483647 h 128"/>
                <a:gd name="T36" fmla="*/ 2147483647 w 232"/>
                <a:gd name="T37" fmla="*/ 2147483647 h 128"/>
                <a:gd name="T38" fmla="*/ 2147483647 w 232"/>
                <a:gd name="T39" fmla="*/ 2147483647 h 128"/>
                <a:gd name="T40" fmla="*/ 2147483647 w 232"/>
                <a:gd name="T41" fmla="*/ 2147483647 h 128"/>
                <a:gd name="T42" fmla="*/ 2147483647 w 232"/>
                <a:gd name="T43" fmla="*/ 2147483647 h 128"/>
                <a:gd name="T44" fmla="*/ 2147483647 w 232"/>
                <a:gd name="T45" fmla="*/ 2147483647 h 128"/>
                <a:gd name="T46" fmla="*/ 2147483647 w 232"/>
                <a:gd name="T47" fmla="*/ 2147483647 h 128"/>
                <a:gd name="T48" fmla="*/ 2147483647 w 232"/>
                <a:gd name="T49" fmla="*/ 2147483647 h 128"/>
                <a:gd name="T50" fmla="*/ 2147483647 w 232"/>
                <a:gd name="T51" fmla="*/ 2147483647 h 128"/>
                <a:gd name="T52" fmla="*/ 2147483647 w 232"/>
                <a:gd name="T53" fmla="*/ 2147483647 h 128"/>
                <a:gd name="T54" fmla="*/ 2147483647 w 232"/>
                <a:gd name="T55" fmla="*/ 2147483647 h 128"/>
                <a:gd name="T56" fmla="*/ 2147483647 w 232"/>
                <a:gd name="T57" fmla="*/ 2147483647 h 128"/>
                <a:gd name="T58" fmla="*/ 2147483647 w 232"/>
                <a:gd name="T59" fmla="*/ 2147483647 h 128"/>
                <a:gd name="T60" fmla="*/ 2147483647 w 232"/>
                <a:gd name="T61" fmla="*/ 0 h 128"/>
                <a:gd name="T62" fmla="*/ 2147483647 w 232"/>
                <a:gd name="T63" fmla="*/ 0 h 128"/>
                <a:gd name="T64" fmla="*/ 0 w 232"/>
                <a:gd name="T65" fmla="*/ 2147483647 h 12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32"/>
                <a:gd name="T100" fmla="*/ 0 h 128"/>
                <a:gd name="T101" fmla="*/ 232 w 232"/>
                <a:gd name="T102" fmla="*/ 128 h 12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32" h="128">
                  <a:moveTo>
                    <a:pt x="0" y="16"/>
                  </a:moveTo>
                  <a:lnTo>
                    <a:pt x="16" y="24"/>
                  </a:lnTo>
                  <a:lnTo>
                    <a:pt x="24" y="32"/>
                  </a:lnTo>
                  <a:lnTo>
                    <a:pt x="24" y="48"/>
                  </a:lnTo>
                  <a:lnTo>
                    <a:pt x="40" y="48"/>
                  </a:lnTo>
                  <a:lnTo>
                    <a:pt x="48" y="48"/>
                  </a:lnTo>
                  <a:lnTo>
                    <a:pt x="72" y="64"/>
                  </a:lnTo>
                  <a:lnTo>
                    <a:pt x="104" y="80"/>
                  </a:lnTo>
                  <a:lnTo>
                    <a:pt x="104" y="88"/>
                  </a:lnTo>
                  <a:lnTo>
                    <a:pt x="88" y="96"/>
                  </a:lnTo>
                  <a:lnTo>
                    <a:pt x="104" y="96"/>
                  </a:lnTo>
                  <a:lnTo>
                    <a:pt x="120" y="104"/>
                  </a:lnTo>
                  <a:lnTo>
                    <a:pt x="136" y="112"/>
                  </a:lnTo>
                  <a:lnTo>
                    <a:pt x="144" y="112"/>
                  </a:lnTo>
                  <a:lnTo>
                    <a:pt x="160" y="96"/>
                  </a:lnTo>
                  <a:lnTo>
                    <a:pt x="176" y="88"/>
                  </a:lnTo>
                  <a:lnTo>
                    <a:pt x="192" y="96"/>
                  </a:lnTo>
                  <a:lnTo>
                    <a:pt x="216" y="120"/>
                  </a:lnTo>
                  <a:lnTo>
                    <a:pt x="232" y="128"/>
                  </a:lnTo>
                  <a:lnTo>
                    <a:pt x="232" y="104"/>
                  </a:lnTo>
                  <a:lnTo>
                    <a:pt x="208" y="96"/>
                  </a:lnTo>
                  <a:lnTo>
                    <a:pt x="208" y="80"/>
                  </a:lnTo>
                  <a:lnTo>
                    <a:pt x="216" y="72"/>
                  </a:lnTo>
                  <a:lnTo>
                    <a:pt x="192" y="64"/>
                  </a:lnTo>
                  <a:lnTo>
                    <a:pt x="184" y="48"/>
                  </a:lnTo>
                  <a:lnTo>
                    <a:pt x="160" y="32"/>
                  </a:lnTo>
                  <a:lnTo>
                    <a:pt x="96" y="16"/>
                  </a:lnTo>
                  <a:lnTo>
                    <a:pt x="72" y="32"/>
                  </a:lnTo>
                  <a:lnTo>
                    <a:pt x="56" y="32"/>
                  </a:lnTo>
                  <a:lnTo>
                    <a:pt x="40" y="16"/>
                  </a:lnTo>
                  <a:lnTo>
                    <a:pt x="24" y="0"/>
                  </a:lnTo>
                  <a:lnTo>
                    <a:pt x="8" y="0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5" name="Freeform 586"/>
            <p:cNvSpPr/>
            <p:nvPr/>
          </p:nvSpPr>
          <p:spPr bwMode="auto">
            <a:xfrm>
              <a:off x="6330424" y="3454407"/>
              <a:ext cx="160106" cy="182038"/>
            </a:xfrm>
            <a:custGeom>
              <a:avLst/>
              <a:gdLst>
                <a:gd name="T0" fmla="*/ 2147483647 w 120"/>
                <a:gd name="T1" fmla="*/ 2147483647 h 136"/>
                <a:gd name="T2" fmla="*/ 0 w 120"/>
                <a:gd name="T3" fmla="*/ 2147483647 h 136"/>
                <a:gd name="T4" fmla="*/ 0 w 120"/>
                <a:gd name="T5" fmla="*/ 2147483647 h 136"/>
                <a:gd name="T6" fmla="*/ 2147483647 w 120"/>
                <a:gd name="T7" fmla="*/ 2147483647 h 136"/>
                <a:gd name="T8" fmla="*/ 2147483647 w 120"/>
                <a:gd name="T9" fmla="*/ 2147483647 h 136"/>
                <a:gd name="T10" fmla="*/ 2147483647 w 120"/>
                <a:gd name="T11" fmla="*/ 2147483647 h 136"/>
                <a:gd name="T12" fmla="*/ 2147483647 w 120"/>
                <a:gd name="T13" fmla="*/ 2147483647 h 136"/>
                <a:gd name="T14" fmla="*/ 2147483647 w 120"/>
                <a:gd name="T15" fmla="*/ 0 h 136"/>
                <a:gd name="T16" fmla="*/ 2147483647 w 120"/>
                <a:gd name="T17" fmla="*/ 2147483647 h 136"/>
                <a:gd name="T18" fmla="*/ 2147483647 w 120"/>
                <a:gd name="T19" fmla="*/ 2147483647 h 136"/>
                <a:gd name="T20" fmla="*/ 2147483647 w 120"/>
                <a:gd name="T21" fmla="*/ 2147483647 h 136"/>
                <a:gd name="T22" fmla="*/ 2147483647 w 120"/>
                <a:gd name="T23" fmla="*/ 2147483647 h 136"/>
                <a:gd name="T24" fmla="*/ 2147483647 w 120"/>
                <a:gd name="T25" fmla="*/ 2147483647 h 136"/>
                <a:gd name="T26" fmla="*/ 2147483647 w 120"/>
                <a:gd name="T27" fmla="*/ 2147483647 h 136"/>
                <a:gd name="T28" fmla="*/ 2147483647 w 120"/>
                <a:gd name="T29" fmla="*/ 2147483647 h 136"/>
                <a:gd name="T30" fmla="*/ 2147483647 w 120"/>
                <a:gd name="T31" fmla="*/ 2147483647 h 136"/>
                <a:gd name="T32" fmla="*/ 2147483647 w 120"/>
                <a:gd name="T33" fmla="*/ 2147483647 h 136"/>
                <a:gd name="T34" fmla="*/ 2147483647 w 120"/>
                <a:gd name="T35" fmla="*/ 2147483647 h 136"/>
                <a:gd name="T36" fmla="*/ 2147483647 w 120"/>
                <a:gd name="T37" fmla="*/ 2147483647 h 136"/>
                <a:gd name="T38" fmla="*/ 2147483647 w 120"/>
                <a:gd name="T39" fmla="*/ 2147483647 h 136"/>
                <a:gd name="T40" fmla="*/ 2147483647 w 120"/>
                <a:gd name="T41" fmla="*/ 2147483647 h 136"/>
                <a:gd name="T42" fmla="*/ 2147483647 w 120"/>
                <a:gd name="T43" fmla="*/ 2147483647 h 136"/>
                <a:gd name="T44" fmla="*/ 2147483647 w 120"/>
                <a:gd name="T45" fmla="*/ 2147483647 h 136"/>
                <a:gd name="T46" fmla="*/ 2147483647 w 120"/>
                <a:gd name="T47" fmla="*/ 2147483647 h 1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20"/>
                <a:gd name="T73" fmla="*/ 0 h 136"/>
                <a:gd name="T74" fmla="*/ 120 w 120"/>
                <a:gd name="T75" fmla="*/ 136 h 1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20" h="136">
                  <a:moveTo>
                    <a:pt x="8" y="112"/>
                  </a:moveTo>
                  <a:lnTo>
                    <a:pt x="0" y="96"/>
                  </a:lnTo>
                  <a:lnTo>
                    <a:pt x="0" y="72"/>
                  </a:lnTo>
                  <a:lnTo>
                    <a:pt x="8" y="64"/>
                  </a:lnTo>
                  <a:lnTo>
                    <a:pt x="24" y="56"/>
                  </a:lnTo>
                  <a:lnTo>
                    <a:pt x="40" y="48"/>
                  </a:lnTo>
                  <a:lnTo>
                    <a:pt x="64" y="16"/>
                  </a:lnTo>
                  <a:lnTo>
                    <a:pt x="96" y="0"/>
                  </a:lnTo>
                  <a:lnTo>
                    <a:pt x="112" y="8"/>
                  </a:lnTo>
                  <a:lnTo>
                    <a:pt x="120" y="24"/>
                  </a:lnTo>
                  <a:lnTo>
                    <a:pt x="104" y="32"/>
                  </a:lnTo>
                  <a:lnTo>
                    <a:pt x="104" y="48"/>
                  </a:lnTo>
                  <a:lnTo>
                    <a:pt x="104" y="64"/>
                  </a:lnTo>
                  <a:lnTo>
                    <a:pt x="120" y="72"/>
                  </a:lnTo>
                  <a:lnTo>
                    <a:pt x="104" y="80"/>
                  </a:lnTo>
                  <a:lnTo>
                    <a:pt x="104" y="88"/>
                  </a:lnTo>
                  <a:lnTo>
                    <a:pt x="96" y="104"/>
                  </a:lnTo>
                  <a:lnTo>
                    <a:pt x="88" y="112"/>
                  </a:lnTo>
                  <a:lnTo>
                    <a:pt x="80" y="136"/>
                  </a:lnTo>
                  <a:lnTo>
                    <a:pt x="64" y="136"/>
                  </a:lnTo>
                  <a:lnTo>
                    <a:pt x="48" y="128"/>
                  </a:lnTo>
                  <a:lnTo>
                    <a:pt x="32" y="128"/>
                  </a:lnTo>
                  <a:lnTo>
                    <a:pt x="16" y="128"/>
                  </a:lnTo>
                  <a:lnTo>
                    <a:pt x="8" y="11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6" name="Freeform 587"/>
            <p:cNvSpPr/>
            <p:nvPr/>
          </p:nvSpPr>
          <p:spPr bwMode="auto">
            <a:xfrm>
              <a:off x="6694501" y="3582710"/>
              <a:ext cx="311439" cy="172169"/>
            </a:xfrm>
            <a:custGeom>
              <a:avLst/>
              <a:gdLst>
                <a:gd name="T0" fmla="*/ 0 w 232"/>
                <a:gd name="T1" fmla="*/ 2147483647 h 128"/>
                <a:gd name="T2" fmla="*/ 2147483647 w 232"/>
                <a:gd name="T3" fmla="*/ 2147483647 h 128"/>
                <a:gd name="T4" fmla="*/ 2147483647 w 232"/>
                <a:gd name="T5" fmla="*/ 2147483647 h 128"/>
                <a:gd name="T6" fmla="*/ 2147483647 w 232"/>
                <a:gd name="T7" fmla="*/ 2147483647 h 128"/>
                <a:gd name="T8" fmla="*/ 2147483647 w 232"/>
                <a:gd name="T9" fmla="*/ 2147483647 h 128"/>
                <a:gd name="T10" fmla="*/ 2147483647 w 232"/>
                <a:gd name="T11" fmla="*/ 2147483647 h 128"/>
                <a:gd name="T12" fmla="*/ 2147483647 w 232"/>
                <a:gd name="T13" fmla="*/ 2147483647 h 128"/>
                <a:gd name="T14" fmla="*/ 2147483647 w 232"/>
                <a:gd name="T15" fmla="*/ 2147483647 h 128"/>
                <a:gd name="T16" fmla="*/ 2147483647 w 232"/>
                <a:gd name="T17" fmla="*/ 2147483647 h 128"/>
                <a:gd name="T18" fmla="*/ 2147483647 w 232"/>
                <a:gd name="T19" fmla="*/ 2147483647 h 128"/>
                <a:gd name="T20" fmla="*/ 2147483647 w 232"/>
                <a:gd name="T21" fmla="*/ 2147483647 h 128"/>
                <a:gd name="T22" fmla="*/ 2147483647 w 232"/>
                <a:gd name="T23" fmla="*/ 2147483647 h 128"/>
                <a:gd name="T24" fmla="*/ 2147483647 w 232"/>
                <a:gd name="T25" fmla="*/ 2147483647 h 128"/>
                <a:gd name="T26" fmla="*/ 2147483647 w 232"/>
                <a:gd name="T27" fmla="*/ 2147483647 h 128"/>
                <a:gd name="T28" fmla="*/ 2147483647 w 232"/>
                <a:gd name="T29" fmla="*/ 2147483647 h 128"/>
                <a:gd name="T30" fmla="*/ 2147483647 w 232"/>
                <a:gd name="T31" fmla="*/ 2147483647 h 128"/>
                <a:gd name="T32" fmla="*/ 2147483647 w 232"/>
                <a:gd name="T33" fmla="*/ 2147483647 h 128"/>
                <a:gd name="T34" fmla="*/ 2147483647 w 232"/>
                <a:gd name="T35" fmla="*/ 2147483647 h 128"/>
                <a:gd name="T36" fmla="*/ 2147483647 w 232"/>
                <a:gd name="T37" fmla="*/ 2147483647 h 128"/>
                <a:gd name="T38" fmla="*/ 2147483647 w 232"/>
                <a:gd name="T39" fmla="*/ 2147483647 h 128"/>
                <a:gd name="T40" fmla="*/ 2147483647 w 232"/>
                <a:gd name="T41" fmla="*/ 2147483647 h 128"/>
                <a:gd name="T42" fmla="*/ 2147483647 w 232"/>
                <a:gd name="T43" fmla="*/ 2147483647 h 128"/>
                <a:gd name="T44" fmla="*/ 2147483647 w 232"/>
                <a:gd name="T45" fmla="*/ 2147483647 h 128"/>
                <a:gd name="T46" fmla="*/ 2147483647 w 232"/>
                <a:gd name="T47" fmla="*/ 2147483647 h 128"/>
                <a:gd name="T48" fmla="*/ 2147483647 w 232"/>
                <a:gd name="T49" fmla="*/ 2147483647 h 128"/>
                <a:gd name="T50" fmla="*/ 2147483647 w 232"/>
                <a:gd name="T51" fmla="*/ 2147483647 h 128"/>
                <a:gd name="T52" fmla="*/ 2147483647 w 232"/>
                <a:gd name="T53" fmla="*/ 2147483647 h 128"/>
                <a:gd name="T54" fmla="*/ 2147483647 w 232"/>
                <a:gd name="T55" fmla="*/ 2147483647 h 128"/>
                <a:gd name="T56" fmla="*/ 2147483647 w 232"/>
                <a:gd name="T57" fmla="*/ 2147483647 h 128"/>
                <a:gd name="T58" fmla="*/ 2147483647 w 232"/>
                <a:gd name="T59" fmla="*/ 2147483647 h 128"/>
                <a:gd name="T60" fmla="*/ 2147483647 w 232"/>
                <a:gd name="T61" fmla="*/ 0 h 128"/>
                <a:gd name="T62" fmla="*/ 2147483647 w 232"/>
                <a:gd name="T63" fmla="*/ 0 h 128"/>
                <a:gd name="T64" fmla="*/ 0 w 232"/>
                <a:gd name="T65" fmla="*/ 2147483647 h 12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32"/>
                <a:gd name="T100" fmla="*/ 0 h 128"/>
                <a:gd name="T101" fmla="*/ 232 w 232"/>
                <a:gd name="T102" fmla="*/ 128 h 12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32" h="128">
                  <a:moveTo>
                    <a:pt x="0" y="16"/>
                  </a:moveTo>
                  <a:lnTo>
                    <a:pt x="16" y="24"/>
                  </a:lnTo>
                  <a:lnTo>
                    <a:pt x="24" y="32"/>
                  </a:lnTo>
                  <a:lnTo>
                    <a:pt x="24" y="48"/>
                  </a:lnTo>
                  <a:lnTo>
                    <a:pt x="40" y="48"/>
                  </a:lnTo>
                  <a:lnTo>
                    <a:pt x="48" y="48"/>
                  </a:lnTo>
                  <a:lnTo>
                    <a:pt x="72" y="64"/>
                  </a:lnTo>
                  <a:lnTo>
                    <a:pt x="104" y="80"/>
                  </a:lnTo>
                  <a:lnTo>
                    <a:pt x="104" y="88"/>
                  </a:lnTo>
                  <a:lnTo>
                    <a:pt x="88" y="96"/>
                  </a:lnTo>
                  <a:lnTo>
                    <a:pt x="104" y="96"/>
                  </a:lnTo>
                  <a:lnTo>
                    <a:pt x="120" y="104"/>
                  </a:lnTo>
                  <a:lnTo>
                    <a:pt x="136" y="112"/>
                  </a:lnTo>
                  <a:lnTo>
                    <a:pt x="144" y="112"/>
                  </a:lnTo>
                  <a:lnTo>
                    <a:pt x="160" y="96"/>
                  </a:lnTo>
                  <a:lnTo>
                    <a:pt x="176" y="88"/>
                  </a:lnTo>
                  <a:lnTo>
                    <a:pt x="192" y="96"/>
                  </a:lnTo>
                  <a:lnTo>
                    <a:pt x="216" y="120"/>
                  </a:lnTo>
                  <a:lnTo>
                    <a:pt x="232" y="128"/>
                  </a:lnTo>
                  <a:lnTo>
                    <a:pt x="232" y="104"/>
                  </a:lnTo>
                  <a:lnTo>
                    <a:pt x="208" y="96"/>
                  </a:lnTo>
                  <a:lnTo>
                    <a:pt x="208" y="80"/>
                  </a:lnTo>
                  <a:lnTo>
                    <a:pt x="216" y="72"/>
                  </a:lnTo>
                  <a:lnTo>
                    <a:pt x="192" y="64"/>
                  </a:lnTo>
                  <a:lnTo>
                    <a:pt x="184" y="48"/>
                  </a:lnTo>
                  <a:lnTo>
                    <a:pt x="160" y="32"/>
                  </a:lnTo>
                  <a:lnTo>
                    <a:pt x="96" y="16"/>
                  </a:lnTo>
                  <a:lnTo>
                    <a:pt x="72" y="32"/>
                  </a:lnTo>
                  <a:lnTo>
                    <a:pt x="56" y="32"/>
                  </a:lnTo>
                  <a:lnTo>
                    <a:pt x="40" y="16"/>
                  </a:lnTo>
                  <a:lnTo>
                    <a:pt x="24" y="0"/>
                  </a:lnTo>
                  <a:lnTo>
                    <a:pt x="8" y="0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7" name="Freeform 588"/>
            <p:cNvSpPr/>
            <p:nvPr/>
          </p:nvSpPr>
          <p:spPr bwMode="auto">
            <a:xfrm>
              <a:off x="6501497" y="3261402"/>
              <a:ext cx="96502" cy="128304"/>
            </a:xfrm>
            <a:custGeom>
              <a:avLst/>
              <a:gdLst>
                <a:gd name="T0" fmla="*/ 2147483647 w 72"/>
                <a:gd name="T1" fmla="*/ 2147483647 h 96"/>
                <a:gd name="T2" fmla="*/ 0 w 72"/>
                <a:gd name="T3" fmla="*/ 2147483647 h 96"/>
                <a:gd name="T4" fmla="*/ 2147483647 w 72"/>
                <a:gd name="T5" fmla="*/ 2147483647 h 96"/>
                <a:gd name="T6" fmla="*/ 2147483647 w 72"/>
                <a:gd name="T7" fmla="*/ 2147483647 h 96"/>
                <a:gd name="T8" fmla="*/ 2147483647 w 72"/>
                <a:gd name="T9" fmla="*/ 2147483647 h 96"/>
                <a:gd name="T10" fmla="*/ 2147483647 w 72"/>
                <a:gd name="T11" fmla="*/ 2147483647 h 96"/>
                <a:gd name="T12" fmla="*/ 2147483647 w 72"/>
                <a:gd name="T13" fmla="*/ 2147483647 h 96"/>
                <a:gd name="T14" fmla="*/ 2147483647 w 72"/>
                <a:gd name="T15" fmla="*/ 2147483647 h 96"/>
                <a:gd name="T16" fmla="*/ 2147483647 w 72"/>
                <a:gd name="T17" fmla="*/ 2147483647 h 96"/>
                <a:gd name="T18" fmla="*/ 2147483647 w 72"/>
                <a:gd name="T19" fmla="*/ 2147483647 h 96"/>
                <a:gd name="T20" fmla="*/ 2147483647 w 72"/>
                <a:gd name="T21" fmla="*/ 2147483647 h 96"/>
                <a:gd name="T22" fmla="*/ 2147483647 w 72"/>
                <a:gd name="T23" fmla="*/ 2147483647 h 96"/>
                <a:gd name="T24" fmla="*/ 2147483647 w 72"/>
                <a:gd name="T25" fmla="*/ 2147483647 h 96"/>
                <a:gd name="T26" fmla="*/ 2147483647 w 72"/>
                <a:gd name="T27" fmla="*/ 0 h 96"/>
                <a:gd name="T28" fmla="*/ 2147483647 w 72"/>
                <a:gd name="T29" fmla="*/ 2147483647 h 9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2"/>
                <a:gd name="T46" fmla="*/ 0 h 96"/>
                <a:gd name="T47" fmla="*/ 72 w 72"/>
                <a:gd name="T48" fmla="*/ 96 h 9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2" h="96">
                  <a:moveTo>
                    <a:pt x="8" y="8"/>
                  </a:moveTo>
                  <a:lnTo>
                    <a:pt x="0" y="24"/>
                  </a:lnTo>
                  <a:lnTo>
                    <a:pt x="8" y="48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48" y="72"/>
                  </a:lnTo>
                  <a:lnTo>
                    <a:pt x="56" y="88"/>
                  </a:lnTo>
                  <a:lnTo>
                    <a:pt x="72" y="96"/>
                  </a:lnTo>
                  <a:lnTo>
                    <a:pt x="72" y="80"/>
                  </a:lnTo>
                  <a:lnTo>
                    <a:pt x="56" y="56"/>
                  </a:lnTo>
                  <a:lnTo>
                    <a:pt x="32" y="40"/>
                  </a:lnTo>
                  <a:lnTo>
                    <a:pt x="32" y="32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8" name="Freeform 589"/>
            <p:cNvSpPr/>
            <p:nvPr/>
          </p:nvSpPr>
          <p:spPr bwMode="auto">
            <a:xfrm>
              <a:off x="6544265" y="3411638"/>
              <a:ext cx="75666" cy="63604"/>
            </a:xfrm>
            <a:custGeom>
              <a:avLst/>
              <a:gdLst>
                <a:gd name="T0" fmla="*/ 0 w 56"/>
                <a:gd name="T1" fmla="*/ 2147483647 h 48"/>
                <a:gd name="T2" fmla="*/ 2147483647 w 56"/>
                <a:gd name="T3" fmla="*/ 2147483647 h 48"/>
                <a:gd name="T4" fmla="*/ 2147483647 w 56"/>
                <a:gd name="T5" fmla="*/ 2147483647 h 48"/>
                <a:gd name="T6" fmla="*/ 2147483647 w 56"/>
                <a:gd name="T7" fmla="*/ 0 h 48"/>
                <a:gd name="T8" fmla="*/ 2147483647 w 56"/>
                <a:gd name="T9" fmla="*/ 2147483647 h 48"/>
                <a:gd name="T10" fmla="*/ 2147483647 w 56"/>
                <a:gd name="T11" fmla="*/ 2147483647 h 48"/>
                <a:gd name="T12" fmla="*/ 2147483647 w 56"/>
                <a:gd name="T13" fmla="*/ 2147483647 h 48"/>
                <a:gd name="T14" fmla="*/ 2147483647 w 56"/>
                <a:gd name="T15" fmla="*/ 2147483647 h 48"/>
                <a:gd name="T16" fmla="*/ 2147483647 w 56"/>
                <a:gd name="T17" fmla="*/ 2147483647 h 48"/>
                <a:gd name="T18" fmla="*/ 0 w 56"/>
                <a:gd name="T19" fmla="*/ 2147483647 h 4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6"/>
                <a:gd name="T31" fmla="*/ 0 h 48"/>
                <a:gd name="T32" fmla="*/ 56 w 56"/>
                <a:gd name="T33" fmla="*/ 48 h 4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6" h="48">
                  <a:moveTo>
                    <a:pt x="0" y="40"/>
                  </a:moveTo>
                  <a:lnTo>
                    <a:pt x="8" y="16"/>
                  </a:lnTo>
                  <a:lnTo>
                    <a:pt x="24" y="16"/>
                  </a:lnTo>
                  <a:lnTo>
                    <a:pt x="40" y="0"/>
                  </a:lnTo>
                  <a:lnTo>
                    <a:pt x="56" y="16"/>
                  </a:lnTo>
                  <a:lnTo>
                    <a:pt x="56" y="48"/>
                  </a:lnTo>
                  <a:lnTo>
                    <a:pt x="40" y="40"/>
                  </a:lnTo>
                  <a:lnTo>
                    <a:pt x="24" y="40"/>
                  </a:lnTo>
                  <a:lnTo>
                    <a:pt x="16" y="32"/>
                  </a:lnTo>
                  <a:lnTo>
                    <a:pt x="0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9" name="Freeform 590"/>
            <p:cNvSpPr/>
            <p:nvPr/>
          </p:nvSpPr>
          <p:spPr bwMode="auto">
            <a:xfrm>
              <a:off x="6505883" y="3261402"/>
              <a:ext cx="96502" cy="128304"/>
            </a:xfrm>
            <a:custGeom>
              <a:avLst/>
              <a:gdLst>
                <a:gd name="T0" fmla="*/ 2147483647 w 72"/>
                <a:gd name="T1" fmla="*/ 2147483647 h 96"/>
                <a:gd name="T2" fmla="*/ 0 w 72"/>
                <a:gd name="T3" fmla="*/ 2147483647 h 96"/>
                <a:gd name="T4" fmla="*/ 2147483647 w 72"/>
                <a:gd name="T5" fmla="*/ 2147483647 h 96"/>
                <a:gd name="T6" fmla="*/ 2147483647 w 72"/>
                <a:gd name="T7" fmla="*/ 2147483647 h 96"/>
                <a:gd name="T8" fmla="*/ 2147483647 w 72"/>
                <a:gd name="T9" fmla="*/ 2147483647 h 96"/>
                <a:gd name="T10" fmla="*/ 2147483647 w 72"/>
                <a:gd name="T11" fmla="*/ 2147483647 h 96"/>
                <a:gd name="T12" fmla="*/ 2147483647 w 72"/>
                <a:gd name="T13" fmla="*/ 2147483647 h 96"/>
                <a:gd name="T14" fmla="*/ 2147483647 w 72"/>
                <a:gd name="T15" fmla="*/ 2147483647 h 96"/>
                <a:gd name="T16" fmla="*/ 2147483647 w 72"/>
                <a:gd name="T17" fmla="*/ 2147483647 h 96"/>
                <a:gd name="T18" fmla="*/ 2147483647 w 72"/>
                <a:gd name="T19" fmla="*/ 2147483647 h 96"/>
                <a:gd name="T20" fmla="*/ 2147483647 w 72"/>
                <a:gd name="T21" fmla="*/ 2147483647 h 96"/>
                <a:gd name="T22" fmla="*/ 2147483647 w 72"/>
                <a:gd name="T23" fmla="*/ 2147483647 h 96"/>
                <a:gd name="T24" fmla="*/ 2147483647 w 72"/>
                <a:gd name="T25" fmla="*/ 2147483647 h 96"/>
                <a:gd name="T26" fmla="*/ 2147483647 w 72"/>
                <a:gd name="T27" fmla="*/ 0 h 96"/>
                <a:gd name="T28" fmla="*/ 2147483647 w 72"/>
                <a:gd name="T29" fmla="*/ 2147483647 h 9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2"/>
                <a:gd name="T46" fmla="*/ 0 h 96"/>
                <a:gd name="T47" fmla="*/ 72 w 72"/>
                <a:gd name="T48" fmla="*/ 96 h 9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2" h="96">
                  <a:moveTo>
                    <a:pt x="8" y="8"/>
                  </a:moveTo>
                  <a:lnTo>
                    <a:pt x="0" y="24"/>
                  </a:lnTo>
                  <a:lnTo>
                    <a:pt x="8" y="48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48" y="72"/>
                  </a:lnTo>
                  <a:lnTo>
                    <a:pt x="56" y="88"/>
                  </a:lnTo>
                  <a:lnTo>
                    <a:pt x="72" y="96"/>
                  </a:lnTo>
                  <a:lnTo>
                    <a:pt x="72" y="80"/>
                  </a:lnTo>
                  <a:lnTo>
                    <a:pt x="56" y="56"/>
                  </a:lnTo>
                  <a:lnTo>
                    <a:pt x="32" y="40"/>
                  </a:lnTo>
                  <a:lnTo>
                    <a:pt x="32" y="32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0" name="Freeform 591"/>
            <p:cNvSpPr/>
            <p:nvPr/>
          </p:nvSpPr>
          <p:spPr bwMode="auto">
            <a:xfrm>
              <a:off x="6544265" y="3411638"/>
              <a:ext cx="75666" cy="63604"/>
            </a:xfrm>
            <a:custGeom>
              <a:avLst/>
              <a:gdLst>
                <a:gd name="T0" fmla="*/ 0 w 56"/>
                <a:gd name="T1" fmla="*/ 2147483647 h 48"/>
                <a:gd name="T2" fmla="*/ 2147483647 w 56"/>
                <a:gd name="T3" fmla="*/ 2147483647 h 48"/>
                <a:gd name="T4" fmla="*/ 2147483647 w 56"/>
                <a:gd name="T5" fmla="*/ 2147483647 h 48"/>
                <a:gd name="T6" fmla="*/ 2147483647 w 56"/>
                <a:gd name="T7" fmla="*/ 0 h 48"/>
                <a:gd name="T8" fmla="*/ 2147483647 w 56"/>
                <a:gd name="T9" fmla="*/ 2147483647 h 48"/>
                <a:gd name="T10" fmla="*/ 2147483647 w 56"/>
                <a:gd name="T11" fmla="*/ 2147483647 h 48"/>
                <a:gd name="T12" fmla="*/ 2147483647 w 56"/>
                <a:gd name="T13" fmla="*/ 2147483647 h 48"/>
                <a:gd name="T14" fmla="*/ 2147483647 w 56"/>
                <a:gd name="T15" fmla="*/ 2147483647 h 48"/>
                <a:gd name="T16" fmla="*/ 2147483647 w 56"/>
                <a:gd name="T17" fmla="*/ 2147483647 h 48"/>
                <a:gd name="T18" fmla="*/ 0 w 56"/>
                <a:gd name="T19" fmla="*/ 2147483647 h 4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6"/>
                <a:gd name="T31" fmla="*/ 0 h 48"/>
                <a:gd name="T32" fmla="*/ 56 w 56"/>
                <a:gd name="T33" fmla="*/ 48 h 4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6" h="48">
                  <a:moveTo>
                    <a:pt x="0" y="40"/>
                  </a:moveTo>
                  <a:lnTo>
                    <a:pt x="8" y="16"/>
                  </a:lnTo>
                  <a:lnTo>
                    <a:pt x="24" y="16"/>
                  </a:lnTo>
                  <a:lnTo>
                    <a:pt x="40" y="0"/>
                  </a:lnTo>
                  <a:lnTo>
                    <a:pt x="56" y="16"/>
                  </a:lnTo>
                  <a:lnTo>
                    <a:pt x="56" y="48"/>
                  </a:lnTo>
                  <a:lnTo>
                    <a:pt x="40" y="40"/>
                  </a:lnTo>
                  <a:lnTo>
                    <a:pt x="24" y="40"/>
                  </a:lnTo>
                  <a:lnTo>
                    <a:pt x="16" y="32"/>
                  </a:lnTo>
                  <a:lnTo>
                    <a:pt x="0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" name="Freeform 592"/>
            <p:cNvSpPr/>
            <p:nvPr/>
          </p:nvSpPr>
          <p:spPr bwMode="auto">
            <a:xfrm>
              <a:off x="6490530" y="3550909"/>
              <a:ext cx="97599" cy="118435"/>
            </a:xfrm>
            <a:custGeom>
              <a:avLst/>
              <a:gdLst>
                <a:gd name="T0" fmla="*/ 2147483647 w 72"/>
                <a:gd name="T1" fmla="*/ 2147483647 h 88"/>
                <a:gd name="T2" fmla="*/ 2147483647 w 72"/>
                <a:gd name="T3" fmla="*/ 2147483647 h 88"/>
                <a:gd name="T4" fmla="*/ 0 w 72"/>
                <a:gd name="T5" fmla="*/ 2147483647 h 88"/>
                <a:gd name="T6" fmla="*/ 0 w 72"/>
                <a:gd name="T7" fmla="*/ 2147483647 h 88"/>
                <a:gd name="T8" fmla="*/ 2147483647 w 72"/>
                <a:gd name="T9" fmla="*/ 2147483647 h 88"/>
                <a:gd name="T10" fmla="*/ 2147483647 w 72"/>
                <a:gd name="T11" fmla="*/ 2147483647 h 88"/>
                <a:gd name="T12" fmla="*/ 2147483647 w 72"/>
                <a:gd name="T13" fmla="*/ 2147483647 h 88"/>
                <a:gd name="T14" fmla="*/ 2147483647 w 72"/>
                <a:gd name="T15" fmla="*/ 0 h 88"/>
                <a:gd name="T16" fmla="*/ 2147483647 w 72"/>
                <a:gd name="T17" fmla="*/ 2147483647 h 88"/>
                <a:gd name="T18" fmla="*/ 2147483647 w 72"/>
                <a:gd name="T19" fmla="*/ 2147483647 h 88"/>
                <a:gd name="T20" fmla="*/ 2147483647 w 72"/>
                <a:gd name="T21" fmla="*/ 2147483647 h 88"/>
                <a:gd name="T22" fmla="*/ 2147483647 w 72"/>
                <a:gd name="T23" fmla="*/ 2147483647 h 88"/>
                <a:gd name="T24" fmla="*/ 2147483647 w 72"/>
                <a:gd name="T25" fmla="*/ 2147483647 h 88"/>
                <a:gd name="T26" fmla="*/ 2147483647 w 72"/>
                <a:gd name="T27" fmla="*/ 2147483647 h 88"/>
                <a:gd name="T28" fmla="*/ 2147483647 w 72"/>
                <a:gd name="T29" fmla="*/ 2147483647 h 88"/>
                <a:gd name="T30" fmla="*/ 2147483647 w 72"/>
                <a:gd name="T31" fmla="*/ 2147483647 h 88"/>
                <a:gd name="T32" fmla="*/ 2147483647 w 72"/>
                <a:gd name="T33" fmla="*/ 2147483647 h 88"/>
                <a:gd name="T34" fmla="*/ 2147483647 w 72"/>
                <a:gd name="T35" fmla="*/ 2147483647 h 88"/>
                <a:gd name="T36" fmla="*/ 2147483647 w 72"/>
                <a:gd name="T37" fmla="*/ 2147483647 h 88"/>
                <a:gd name="T38" fmla="*/ 2147483647 w 72"/>
                <a:gd name="T39" fmla="*/ 2147483647 h 88"/>
                <a:gd name="T40" fmla="*/ 2147483647 w 72"/>
                <a:gd name="T41" fmla="*/ 2147483647 h 88"/>
                <a:gd name="T42" fmla="*/ 2147483647 w 72"/>
                <a:gd name="T43" fmla="*/ 2147483647 h 88"/>
                <a:gd name="T44" fmla="*/ 2147483647 w 72"/>
                <a:gd name="T45" fmla="*/ 2147483647 h 88"/>
                <a:gd name="T46" fmla="*/ 2147483647 w 72"/>
                <a:gd name="T47" fmla="*/ 2147483647 h 8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72"/>
                <a:gd name="T73" fmla="*/ 0 h 88"/>
                <a:gd name="T74" fmla="*/ 72 w 72"/>
                <a:gd name="T75" fmla="*/ 88 h 88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72" h="88">
                  <a:moveTo>
                    <a:pt x="8" y="88"/>
                  </a:moveTo>
                  <a:lnTo>
                    <a:pt x="8" y="72"/>
                  </a:lnTo>
                  <a:lnTo>
                    <a:pt x="0" y="56"/>
                  </a:lnTo>
                  <a:lnTo>
                    <a:pt x="0" y="48"/>
                  </a:lnTo>
                  <a:lnTo>
                    <a:pt x="16" y="16"/>
                  </a:lnTo>
                  <a:lnTo>
                    <a:pt x="24" y="8"/>
                  </a:lnTo>
                  <a:lnTo>
                    <a:pt x="40" y="8"/>
                  </a:lnTo>
                  <a:lnTo>
                    <a:pt x="72" y="0"/>
                  </a:lnTo>
                  <a:lnTo>
                    <a:pt x="72" y="8"/>
                  </a:lnTo>
                  <a:lnTo>
                    <a:pt x="56" y="8"/>
                  </a:lnTo>
                  <a:lnTo>
                    <a:pt x="32" y="16"/>
                  </a:lnTo>
                  <a:lnTo>
                    <a:pt x="24" y="32"/>
                  </a:lnTo>
                  <a:lnTo>
                    <a:pt x="56" y="32"/>
                  </a:lnTo>
                  <a:lnTo>
                    <a:pt x="56" y="40"/>
                  </a:lnTo>
                  <a:lnTo>
                    <a:pt x="48" y="48"/>
                  </a:lnTo>
                  <a:lnTo>
                    <a:pt x="40" y="56"/>
                  </a:lnTo>
                  <a:lnTo>
                    <a:pt x="56" y="72"/>
                  </a:lnTo>
                  <a:lnTo>
                    <a:pt x="64" y="88"/>
                  </a:lnTo>
                  <a:lnTo>
                    <a:pt x="48" y="88"/>
                  </a:lnTo>
                  <a:lnTo>
                    <a:pt x="32" y="72"/>
                  </a:lnTo>
                  <a:lnTo>
                    <a:pt x="24" y="56"/>
                  </a:lnTo>
                  <a:lnTo>
                    <a:pt x="24" y="80"/>
                  </a:lnTo>
                  <a:lnTo>
                    <a:pt x="24" y="88"/>
                  </a:lnTo>
                  <a:lnTo>
                    <a:pt x="8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2" name="Freeform 593"/>
            <p:cNvSpPr/>
            <p:nvPr/>
          </p:nvSpPr>
          <p:spPr bwMode="auto">
            <a:xfrm>
              <a:off x="6265724" y="3690179"/>
              <a:ext cx="182038" cy="42768"/>
            </a:xfrm>
            <a:custGeom>
              <a:avLst/>
              <a:gdLst>
                <a:gd name="T0" fmla="*/ 0 w 136"/>
                <a:gd name="T1" fmla="*/ 0 h 32"/>
                <a:gd name="T2" fmla="*/ 2147483647 w 136"/>
                <a:gd name="T3" fmla="*/ 0 h 32"/>
                <a:gd name="T4" fmla="*/ 2147483647 w 136"/>
                <a:gd name="T5" fmla="*/ 0 h 32"/>
                <a:gd name="T6" fmla="*/ 2147483647 w 136"/>
                <a:gd name="T7" fmla="*/ 0 h 32"/>
                <a:gd name="T8" fmla="*/ 2147483647 w 136"/>
                <a:gd name="T9" fmla="*/ 2147483647 h 32"/>
                <a:gd name="T10" fmla="*/ 2147483647 w 136"/>
                <a:gd name="T11" fmla="*/ 2147483647 h 32"/>
                <a:gd name="T12" fmla="*/ 2147483647 w 136"/>
                <a:gd name="T13" fmla="*/ 2147483647 h 32"/>
                <a:gd name="T14" fmla="*/ 2147483647 w 136"/>
                <a:gd name="T15" fmla="*/ 2147483647 h 32"/>
                <a:gd name="T16" fmla="*/ 2147483647 w 136"/>
                <a:gd name="T17" fmla="*/ 2147483647 h 32"/>
                <a:gd name="T18" fmla="*/ 2147483647 w 136"/>
                <a:gd name="T19" fmla="*/ 2147483647 h 32"/>
                <a:gd name="T20" fmla="*/ 0 w 136"/>
                <a:gd name="T21" fmla="*/ 0 h 3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36"/>
                <a:gd name="T34" fmla="*/ 0 h 32"/>
                <a:gd name="T35" fmla="*/ 136 w 136"/>
                <a:gd name="T36" fmla="*/ 32 h 3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36" h="32">
                  <a:moveTo>
                    <a:pt x="0" y="0"/>
                  </a:moveTo>
                  <a:lnTo>
                    <a:pt x="40" y="0"/>
                  </a:lnTo>
                  <a:lnTo>
                    <a:pt x="64" y="0"/>
                  </a:lnTo>
                  <a:lnTo>
                    <a:pt x="80" y="0"/>
                  </a:lnTo>
                  <a:lnTo>
                    <a:pt x="96" y="8"/>
                  </a:lnTo>
                  <a:lnTo>
                    <a:pt x="128" y="16"/>
                  </a:lnTo>
                  <a:lnTo>
                    <a:pt x="136" y="32"/>
                  </a:lnTo>
                  <a:lnTo>
                    <a:pt x="104" y="24"/>
                  </a:lnTo>
                  <a:lnTo>
                    <a:pt x="80" y="24"/>
                  </a:lnTo>
                  <a:lnTo>
                    <a:pt x="32" y="1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3" name="Freeform 594"/>
            <p:cNvSpPr/>
            <p:nvPr/>
          </p:nvSpPr>
          <p:spPr bwMode="auto">
            <a:xfrm>
              <a:off x="3462773" y="2551891"/>
              <a:ext cx="107468" cy="129401"/>
            </a:xfrm>
            <a:custGeom>
              <a:avLst/>
              <a:gdLst>
                <a:gd name="T0" fmla="*/ 0 w 80"/>
                <a:gd name="T1" fmla="*/ 2147483647 h 96"/>
                <a:gd name="T2" fmla="*/ 0 w 80"/>
                <a:gd name="T3" fmla="*/ 2147483647 h 96"/>
                <a:gd name="T4" fmla="*/ 0 w 80"/>
                <a:gd name="T5" fmla="*/ 2147483647 h 96"/>
                <a:gd name="T6" fmla="*/ 2147483647 w 80"/>
                <a:gd name="T7" fmla="*/ 2147483647 h 96"/>
                <a:gd name="T8" fmla="*/ 2147483647 w 80"/>
                <a:gd name="T9" fmla="*/ 0 h 96"/>
                <a:gd name="T10" fmla="*/ 2147483647 w 80"/>
                <a:gd name="T11" fmla="*/ 2147483647 h 96"/>
                <a:gd name="T12" fmla="*/ 2147483647 w 80"/>
                <a:gd name="T13" fmla="*/ 2147483647 h 96"/>
                <a:gd name="T14" fmla="*/ 2147483647 w 80"/>
                <a:gd name="T15" fmla="*/ 2147483647 h 96"/>
                <a:gd name="T16" fmla="*/ 2147483647 w 80"/>
                <a:gd name="T17" fmla="*/ 2147483647 h 96"/>
                <a:gd name="T18" fmla="*/ 2147483647 w 80"/>
                <a:gd name="T19" fmla="*/ 2147483647 h 96"/>
                <a:gd name="T20" fmla="*/ 2147483647 w 80"/>
                <a:gd name="T21" fmla="*/ 2147483647 h 96"/>
                <a:gd name="T22" fmla="*/ 2147483647 w 80"/>
                <a:gd name="T23" fmla="*/ 2147483647 h 96"/>
                <a:gd name="T24" fmla="*/ 2147483647 w 80"/>
                <a:gd name="T25" fmla="*/ 2147483647 h 96"/>
                <a:gd name="T26" fmla="*/ 2147483647 w 80"/>
                <a:gd name="T27" fmla="*/ 2147483647 h 96"/>
                <a:gd name="T28" fmla="*/ 2147483647 w 80"/>
                <a:gd name="T29" fmla="*/ 2147483647 h 96"/>
                <a:gd name="T30" fmla="*/ 2147483647 w 80"/>
                <a:gd name="T31" fmla="*/ 2147483647 h 96"/>
                <a:gd name="T32" fmla="*/ 0 w 80"/>
                <a:gd name="T33" fmla="*/ 2147483647 h 9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0"/>
                <a:gd name="T52" fmla="*/ 0 h 96"/>
                <a:gd name="T53" fmla="*/ 80 w 80"/>
                <a:gd name="T54" fmla="*/ 96 h 9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0" h="96">
                  <a:moveTo>
                    <a:pt x="0" y="80"/>
                  </a:moveTo>
                  <a:lnTo>
                    <a:pt x="0" y="64"/>
                  </a:lnTo>
                  <a:lnTo>
                    <a:pt x="0" y="48"/>
                  </a:lnTo>
                  <a:lnTo>
                    <a:pt x="24" y="16"/>
                  </a:lnTo>
                  <a:lnTo>
                    <a:pt x="40" y="0"/>
                  </a:lnTo>
                  <a:lnTo>
                    <a:pt x="40" y="16"/>
                  </a:lnTo>
                  <a:lnTo>
                    <a:pt x="32" y="32"/>
                  </a:lnTo>
                  <a:lnTo>
                    <a:pt x="40" y="40"/>
                  </a:lnTo>
                  <a:lnTo>
                    <a:pt x="72" y="56"/>
                  </a:lnTo>
                  <a:lnTo>
                    <a:pt x="80" y="72"/>
                  </a:lnTo>
                  <a:lnTo>
                    <a:pt x="80" y="88"/>
                  </a:lnTo>
                  <a:lnTo>
                    <a:pt x="64" y="96"/>
                  </a:lnTo>
                  <a:lnTo>
                    <a:pt x="56" y="80"/>
                  </a:lnTo>
                  <a:lnTo>
                    <a:pt x="40" y="88"/>
                  </a:lnTo>
                  <a:lnTo>
                    <a:pt x="32" y="80"/>
                  </a:lnTo>
                  <a:lnTo>
                    <a:pt x="8" y="72"/>
                  </a:lnTo>
                  <a:lnTo>
                    <a:pt x="0" y="8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4" name="Freeform 595"/>
            <p:cNvSpPr/>
            <p:nvPr/>
          </p:nvSpPr>
          <p:spPr bwMode="auto">
            <a:xfrm>
              <a:off x="3012063" y="3174769"/>
              <a:ext cx="193004" cy="53735"/>
            </a:xfrm>
            <a:custGeom>
              <a:avLst/>
              <a:gdLst>
                <a:gd name="T0" fmla="*/ 2147483647 w 144"/>
                <a:gd name="T1" fmla="*/ 2147483647 h 40"/>
                <a:gd name="T2" fmla="*/ 2147483647 w 144"/>
                <a:gd name="T3" fmla="*/ 0 h 40"/>
                <a:gd name="T4" fmla="*/ 2147483647 w 144"/>
                <a:gd name="T5" fmla="*/ 0 h 40"/>
                <a:gd name="T6" fmla="*/ 2147483647 w 144"/>
                <a:gd name="T7" fmla="*/ 2147483647 h 40"/>
                <a:gd name="T8" fmla="*/ 2147483647 w 144"/>
                <a:gd name="T9" fmla="*/ 2147483647 h 40"/>
                <a:gd name="T10" fmla="*/ 2147483647 w 144"/>
                <a:gd name="T11" fmla="*/ 2147483647 h 40"/>
                <a:gd name="T12" fmla="*/ 2147483647 w 144"/>
                <a:gd name="T13" fmla="*/ 2147483647 h 40"/>
                <a:gd name="T14" fmla="*/ 2147483647 w 144"/>
                <a:gd name="T15" fmla="*/ 2147483647 h 40"/>
                <a:gd name="T16" fmla="*/ 2147483647 w 144"/>
                <a:gd name="T17" fmla="*/ 2147483647 h 40"/>
                <a:gd name="T18" fmla="*/ 2147483647 w 144"/>
                <a:gd name="T19" fmla="*/ 2147483647 h 40"/>
                <a:gd name="T20" fmla="*/ 2147483647 w 144"/>
                <a:gd name="T21" fmla="*/ 2147483647 h 40"/>
                <a:gd name="T22" fmla="*/ 2147483647 w 144"/>
                <a:gd name="T23" fmla="*/ 2147483647 h 40"/>
                <a:gd name="T24" fmla="*/ 2147483647 w 144"/>
                <a:gd name="T25" fmla="*/ 2147483647 h 40"/>
                <a:gd name="T26" fmla="*/ 2147483647 w 144"/>
                <a:gd name="T27" fmla="*/ 2147483647 h 40"/>
                <a:gd name="T28" fmla="*/ 0 w 144"/>
                <a:gd name="T29" fmla="*/ 2147483647 h 40"/>
                <a:gd name="T30" fmla="*/ 2147483647 w 144"/>
                <a:gd name="T31" fmla="*/ 2147483647 h 4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44"/>
                <a:gd name="T49" fmla="*/ 0 h 40"/>
                <a:gd name="T50" fmla="*/ 144 w 144"/>
                <a:gd name="T51" fmla="*/ 40 h 4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44" h="40">
                  <a:moveTo>
                    <a:pt x="8" y="8"/>
                  </a:moveTo>
                  <a:lnTo>
                    <a:pt x="32" y="0"/>
                  </a:lnTo>
                  <a:lnTo>
                    <a:pt x="80" y="0"/>
                  </a:lnTo>
                  <a:lnTo>
                    <a:pt x="104" y="16"/>
                  </a:lnTo>
                  <a:lnTo>
                    <a:pt x="112" y="24"/>
                  </a:lnTo>
                  <a:lnTo>
                    <a:pt x="136" y="32"/>
                  </a:lnTo>
                  <a:lnTo>
                    <a:pt x="144" y="40"/>
                  </a:lnTo>
                  <a:lnTo>
                    <a:pt x="136" y="40"/>
                  </a:lnTo>
                  <a:lnTo>
                    <a:pt x="104" y="40"/>
                  </a:lnTo>
                  <a:lnTo>
                    <a:pt x="96" y="32"/>
                  </a:lnTo>
                  <a:lnTo>
                    <a:pt x="88" y="24"/>
                  </a:lnTo>
                  <a:lnTo>
                    <a:pt x="64" y="16"/>
                  </a:lnTo>
                  <a:lnTo>
                    <a:pt x="40" y="16"/>
                  </a:lnTo>
                  <a:lnTo>
                    <a:pt x="24" y="16"/>
                  </a:lnTo>
                  <a:lnTo>
                    <a:pt x="0" y="16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5" name="Freeform 596"/>
            <p:cNvSpPr/>
            <p:nvPr/>
          </p:nvSpPr>
          <p:spPr bwMode="auto">
            <a:xfrm>
              <a:off x="3205068" y="3239470"/>
              <a:ext cx="117338" cy="31802"/>
            </a:xfrm>
            <a:custGeom>
              <a:avLst/>
              <a:gdLst>
                <a:gd name="T0" fmla="*/ 2147483647 w 88"/>
                <a:gd name="T1" fmla="*/ 0 h 24"/>
                <a:gd name="T2" fmla="*/ 2147483647 w 88"/>
                <a:gd name="T3" fmla="*/ 2147483647 h 24"/>
                <a:gd name="T4" fmla="*/ 0 w 88"/>
                <a:gd name="T5" fmla="*/ 2147483647 h 24"/>
                <a:gd name="T6" fmla="*/ 2147483647 w 88"/>
                <a:gd name="T7" fmla="*/ 2147483647 h 24"/>
                <a:gd name="T8" fmla="*/ 2147483647 w 88"/>
                <a:gd name="T9" fmla="*/ 2147483647 h 24"/>
                <a:gd name="T10" fmla="*/ 2147483647 w 88"/>
                <a:gd name="T11" fmla="*/ 2147483647 h 24"/>
                <a:gd name="T12" fmla="*/ 2147483647 w 88"/>
                <a:gd name="T13" fmla="*/ 2147483647 h 24"/>
                <a:gd name="T14" fmla="*/ 2147483647 w 88"/>
                <a:gd name="T15" fmla="*/ 2147483647 h 24"/>
                <a:gd name="T16" fmla="*/ 2147483647 w 88"/>
                <a:gd name="T17" fmla="*/ 2147483647 h 24"/>
                <a:gd name="T18" fmla="*/ 2147483647 w 88"/>
                <a:gd name="T19" fmla="*/ 0 h 24"/>
                <a:gd name="T20" fmla="*/ 2147483647 w 88"/>
                <a:gd name="T21" fmla="*/ 0 h 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88"/>
                <a:gd name="T34" fmla="*/ 0 h 24"/>
                <a:gd name="T35" fmla="*/ 88 w 88"/>
                <a:gd name="T36" fmla="*/ 24 h 2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88" h="24">
                  <a:moveTo>
                    <a:pt x="16" y="0"/>
                  </a:moveTo>
                  <a:lnTo>
                    <a:pt x="16" y="8"/>
                  </a:lnTo>
                  <a:lnTo>
                    <a:pt x="0" y="8"/>
                  </a:lnTo>
                  <a:lnTo>
                    <a:pt x="16" y="16"/>
                  </a:lnTo>
                  <a:lnTo>
                    <a:pt x="24" y="24"/>
                  </a:lnTo>
                  <a:lnTo>
                    <a:pt x="40" y="24"/>
                  </a:lnTo>
                  <a:lnTo>
                    <a:pt x="56" y="16"/>
                  </a:lnTo>
                  <a:lnTo>
                    <a:pt x="88" y="16"/>
                  </a:lnTo>
                  <a:lnTo>
                    <a:pt x="72" y="8"/>
                  </a:lnTo>
                  <a:lnTo>
                    <a:pt x="48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6" name="Freeform 597"/>
            <p:cNvSpPr/>
            <p:nvPr/>
          </p:nvSpPr>
          <p:spPr bwMode="auto">
            <a:xfrm>
              <a:off x="3462773" y="2551891"/>
              <a:ext cx="107468" cy="129401"/>
            </a:xfrm>
            <a:custGeom>
              <a:avLst/>
              <a:gdLst>
                <a:gd name="T0" fmla="*/ 0 w 80"/>
                <a:gd name="T1" fmla="*/ 2147483647 h 96"/>
                <a:gd name="T2" fmla="*/ 0 w 80"/>
                <a:gd name="T3" fmla="*/ 2147483647 h 96"/>
                <a:gd name="T4" fmla="*/ 0 w 80"/>
                <a:gd name="T5" fmla="*/ 2147483647 h 96"/>
                <a:gd name="T6" fmla="*/ 2147483647 w 80"/>
                <a:gd name="T7" fmla="*/ 2147483647 h 96"/>
                <a:gd name="T8" fmla="*/ 2147483647 w 80"/>
                <a:gd name="T9" fmla="*/ 0 h 96"/>
                <a:gd name="T10" fmla="*/ 2147483647 w 80"/>
                <a:gd name="T11" fmla="*/ 2147483647 h 96"/>
                <a:gd name="T12" fmla="*/ 2147483647 w 80"/>
                <a:gd name="T13" fmla="*/ 2147483647 h 96"/>
                <a:gd name="T14" fmla="*/ 2147483647 w 80"/>
                <a:gd name="T15" fmla="*/ 2147483647 h 96"/>
                <a:gd name="T16" fmla="*/ 2147483647 w 80"/>
                <a:gd name="T17" fmla="*/ 2147483647 h 96"/>
                <a:gd name="T18" fmla="*/ 2147483647 w 80"/>
                <a:gd name="T19" fmla="*/ 2147483647 h 96"/>
                <a:gd name="T20" fmla="*/ 2147483647 w 80"/>
                <a:gd name="T21" fmla="*/ 2147483647 h 96"/>
                <a:gd name="T22" fmla="*/ 2147483647 w 80"/>
                <a:gd name="T23" fmla="*/ 2147483647 h 96"/>
                <a:gd name="T24" fmla="*/ 2147483647 w 80"/>
                <a:gd name="T25" fmla="*/ 2147483647 h 96"/>
                <a:gd name="T26" fmla="*/ 2147483647 w 80"/>
                <a:gd name="T27" fmla="*/ 2147483647 h 96"/>
                <a:gd name="T28" fmla="*/ 2147483647 w 80"/>
                <a:gd name="T29" fmla="*/ 2147483647 h 96"/>
                <a:gd name="T30" fmla="*/ 2147483647 w 80"/>
                <a:gd name="T31" fmla="*/ 2147483647 h 96"/>
                <a:gd name="T32" fmla="*/ 0 w 80"/>
                <a:gd name="T33" fmla="*/ 2147483647 h 9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0"/>
                <a:gd name="T52" fmla="*/ 0 h 96"/>
                <a:gd name="T53" fmla="*/ 80 w 80"/>
                <a:gd name="T54" fmla="*/ 96 h 9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0" h="96">
                  <a:moveTo>
                    <a:pt x="0" y="80"/>
                  </a:moveTo>
                  <a:lnTo>
                    <a:pt x="0" y="64"/>
                  </a:lnTo>
                  <a:lnTo>
                    <a:pt x="0" y="48"/>
                  </a:lnTo>
                  <a:lnTo>
                    <a:pt x="24" y="16"/>
                  </a:lnTo>
                  <a:lnTo>
                    <a:pt x="40" y="0"/>
                  </a:lnTo>
                  <a:lnTo>
                    <a:pt x="40" y="16"/>
                  </a:lnTo>
                  <a:lnTo>
                    <a:pt x="32" y="32"/>
                  </a:lnTo>
                  <a:lnTo>
                    <a:pt x="40" y="40"/>
                  </a:lnTo>
                  <a:lnTo>
                    <a:pt x="72" y="56"/>
                  </a:lnTo>
                  <a:lnTo>
                    <a:pt x="80" y="72"/>
                  </a:lnTo>
                  <a:lnTo>
                    <a:pt x="80" y="88"/>
                  </a:lnTo>
                  <a:lnTo>
                    <a:pt x="64" y="96"/>
                  </a:lnTo>
                  <a:lnTo>
                    <a:pt x="56" y="80"/>
                  </a:lnTo>
                  <a:lnTo>
                    <a:pt x="40" y="88"/>
                  </a:lnTo>
                  <a:lnTo>
                    <a:pt x="32" y="80"/>
                  </a:lnTo>
                  <a:lnTo>
                    <a:pt x="8" y="72"/>
                  </a:lnTo>
                  <a:lnTo>
                    <a:pt x="0" y="8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7" name="Freeform 598"/>
            <p:cNvSpPr/>
            <p:nvPr/>
          </p:nvSpPr>
          <p:spPr bwMode="auto">
            <a:xfrm>
              <a:off x="3205068" y="3239470"/>
              <a:ext cx="117338" cy="31802"/>
            </a:xfrm>
            <a:custGeom>
              <a:avLst/>
              <a:gdLst>
                <a:gd name="T0" fmla="*/ 2147483647 w 88"/>
                <a:gd name="T1" fmla="*/ 0 h 24"/>
                <a:gd name="T2" fmla="*/ 2147483647 w 88"/>
                <a:gd name="T3" fmla="*/ 2147483647 h 24"/>
                <a:gd name="T4" fmla="*/ 0 w 88"/>
                <a:gd name="T5" fmla="*/ 2147483647 h 24"/>
                <a:gd name="T6" fmla="*/ 2147483647 w 88"/>
                <a:gd name="T7" fmla="*/ 2147483647 h 24"/>
                <a:gd name="T8" fmla="*/ 2147483647 w 88"/>
                <a:gd name="T9" fmla="*/ 2147483647 h 24"/>
                <a:gd name="T10" fmla="*/ 2147483647 w 88"/>
                <a:gd name="T11" fmla="*/ 2147483647 h 24"/>
                <a:gd name="T12" fmla="*/ 2147483647 w 88"/>
                <a:gd name="T13" fmla="*/ 2147483647 h 24"/>
                <a:gd name="T14" fmla="*/ 2147483647 w 88"/>
                <a:gd name="T15" fmla="*/ 2147483647 h 24"/>
                <a:gd name="T16" fmla="*/ 2147483647 w 88"/>
                <a:gd name="T17" fmla="*/ 2147483647 h 24"/>
                <a:gd name="T18" fmla="*/ 2147483647 w 88"/>
                <a:gd name="T19" fmla="*/ 0 h 24"/>
                <a:gd name="T20" fmla="*/ 2147483647 w 88"/>
                <a:gd name="T21" fmla="*/ 0 h 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88"/>
                <a:gd name="T34" fmla="*/ 0 h 24"/>
                <a:gd name="T35" fmla="*/ 88 w 88"/>
                <a:gd name="T36" fmla="*/ 24 h 2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88" h="24">
                  <a:moveTo>
                    <a:pt x="16" y="0"/>
                  </a:moveTo>
                  <a:lnTo>
                    <a:pt x="16" y="8"/>
                  </a:lnTo>
                  <a:lnTo>
                    <a:pt x="0" y="8"/>
                  </a:lnTo>
                  <a:lnTo>
                    <a:pt x="16" y="16"/>
                  </a:lnTo>
                  <a:lnTo>
                    <a:pt x="24" y="24"/>
                  </a:lnTo>
                  <a:lnTo>
                    <a:pt x="40" y="24"/>
                  </a:lnTo>
                  <a:lnTo>
                    <a:pt x="56" y="16"/>
                  </a:lnTo>
                  <a:lnTo>
                    <a:pt x="88" y="16"/>
                  </a:lnTo>
                  <a:lnTo>
                    <a:pt x="72" y="8"/>
                  </a:lnTo>
                  <a:lnTo>
                    <a:pt x="48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8" name="Freeform 599"/>
            <p:cNvSpPr/>
            <p:nvPr/>
          </p:nvSpPr>
          <p:spPr bwMode="auto">
            <a:xfrm>
              <a:off x="4665761" y="2874296"/>
              <a:ext cx="53735" cy="32898"/>
            </a:xfrm>
            <a:custGeom>
              <a:avLst/>
              <a:gdLst>
                <a:gd name="T0" fmla="*/ 0 w 40"/>
                <a:gd name="T1" fmla="*/ 2147483647 h 24"/>
                <a:gd name="T2" fmla="*/ 2147483647 w 40"/>
                <a:gd name="T3" fmla="*/ 0 h 24"/>
                <a:gd name="T4" fmla="*/ 2147483647 w 40"/>
                <a:gd name="T5" fmla="*/ 0 h 24"/>
                <a:gd name="T6" fmla="*/ 2147483647 w 40"/>
                <a:gd name="T7" fmla="*/ 2147483647 h 24"/>
                <a:gd name="T8" fmla="*/ 2147483647 w 40"/>
                <a:gd name="T9" fmla="*/ 2147483647 h 24"/>
                <a:gd name="T10" fmla="*/ 2147483647 w 40"/>
                <a:gd name="T11" fmla="*/ 2147483647 h 24"/>
                <a:gd name="T12" fmla="*/ 0 w 40"/>
                <a:gd name="T13" fmla="*/ 2147483647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0"/>
                <a:gd name="T22" fmla="*/ 0 h 24"/>
                <a:gd name="T23" fmla="*/ 40 w 40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0" h="24">
                  <a:moveTo>
                    <a:pt x="0" y="8"/>
                  </a:moveTo>
                  <a:lnTo>
                    <a:pt x="24" y="0"/>
                  </a:lnTo>
                  <a:lnTo>
                    <a:pt x="40" y="0"/>
                  </a:lnTo>
                  <a:lnTo>
                    <a:pt x="40" y="8"/>
                  </a:lnTo>
                  <a:lnTo>
                    <a:pt x="40" y="24"/>
                  </a:lnTo>
                  <a:lnTo>
                    <a:pt x="24" y="16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9" name="Freeform 600"/>
            <p:cNvSpPr/>
            <p:nvPr/>
          </p:nvSpPr>
          <p:spPr bwMode="auto">
            <a:xfrm>
              <a:off x="4612027" y="2809596"/>
              <a:ext cx="21932" cy="43865"/>
            </a:xfrm>
            <a:custGeom>
              <a:avLst/>
              <a:gdLst>
                <a:gd name="T0" fmla="*/ 0 w 16"/>
                <a:gd name="T1" fmla="*/ 2147483647 h 32"/>
                <a:gd name="T2" fmla="*/ 0 w 16"/>
                <a:gd name="T3" fmla="*/ 2147483647 h 32"/>
                <a:gd name="T4" fmla="*/ 2147483647 w 16"/>
                <a:gd name="T5" fmla="*/ 0 h 32"/>
                <a:gd name="T6" fmla="*/ 2147483647 w 16"/>
                <a:gd name="T7" fmla="*/ 2147483647 h 32"/>
                <a:gd name="T8" fmla="*/ 2147483647 w 16"/>
                <a:gd name="T9" fmla="*/ 2147483647 h 32"/>
                <a:gd name="T10" fmla="*/ 0 w 16"/>
                <a:gd name="T11" fmla="*/ 2147483647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"/>
                <a:gd name="T19" fmla="*/ 0 h 32"/>
                <a:gd name="T20" fmla="*/ 16 w 16"/>
                <a:gd name="T21" fmla="*/ 32 h 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" h="32">
                  <a:moveTo>
                    <a:pt x="0" y="32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16" y="16"/>
                  </a:lnTo>
                  <a:lnTo>
                    <a:pt x="16" y="32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0" name="Freeform 601"/>
            <p:cNvSpPr/>
            <p:nvPr/>
          </p:nvSpPr>
          <p:spPr bwMode="auto">
            <a:xfrm>
              <a:off x="4665761" y="2874296"/>
              <a:ext cx="53735" cy="32898"/>
            </a:xfrm>
            <a:custGeom>
              <a:avLst/>
              <a:gdLst>
                <a:gd name="T0" fmla="*/ 0 w 40"/>
                <a:gd name="T1" fmla="*/ 2147483647 h 24"/>
                <a:gd name="T2" fmla="*/ 2147483647 w 40"/>
                <a:gd name="T3" fmla="*/ 0 h 24"/>
                <a:gd name="T4" fmla="*/ 2147483647 w 40"/>
                <a:gd name="T5" fmla="*/ 0 h 24"/>
                <a:gd name="T6" fmla="*/ 2147483647 w 40"/>
                <a:gd name="T7" fmla="*/ 2147483647 h 24"/>
                <a:gd name="T8" fmla="*/ 2147483647 w 40"/>
                <a:gd name="T9" fmla="*/ 2147483647 h 24"/>
                <a:gd name="T10" fmla="*/ 2147483647 w 40"/>
                <a:gd name="T11" fmla="*/ 2147483647 h 24"/>
                <a:gd name="T12" fmla="*/ 0 w 40"/>
                <a:gd name="T13" fmla="*/ 2147483647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0"/>
                <a:gd name="T22" fmla="*/ 0 h 24"/>
                <a:gd name="T23" fmla="*/ 40 w 40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0" h="24">
                  <a:moveTo>
                    <a:pt x="0" y="8"/>
                  </a:moveTo>
                  <a:lnTo>
                    <a:pt x="24" y="0"/>
                  </a:lnTo>
                  <a:lnTo>
                    <a:pt x="40" y="0"/>
                  </a:lnTo>
                  <a:lnTo>
                    <a:pt x="40" y="8"/>
                  </a:lnTo>
                  <a:lnTo>
                    <a:pt x="40" y="24"/>
                  </a:lnTo>
                  <a:lnTo>
                    <a:pt x="24" y="16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1" name="Freeform 602"/>
            <p:cNvSpPr/>
            <p:nvPr/>
          </p:nvSpPr>
          <p:spPr bwMode="auto">
            <a:xfrm>
              <a:off x="4612027" y="2809596"/>
              <a:ext cx="21932" cy="43865"/>
            </a:xfrm>
            <a:custGeom>
              <a:avLst/>
              <a:gdLst>
                <a:gd name="T0" fmla="*/ 0 w 16"/>
                <a:gd name="T1" fmla="*/ 2147483647 h 32"/>
                <a:gd name="T2" fmla="*/ 0 w 16"/>
                <a:gd name="T3" fmla="*/ 2147483647 h 32"/>
                <a:gd name="T4" fmla="*/ 2147483647 w 16"/>
                <a:gd name="T5" fmla="*/ 0 h 32"/>
                <a:gd name="T6" fmla="*/ 2147483647 w 16"/>
                <a:gd name="T7" fmla="*/ 2147483647 h 32"/>
                <a:gd name="T8" fmla="*/ 2147483647 w 16"/>
                <a:gd name="T9" fmla="*/ 2147483647 h 32"/>
                <a:gd name="T10" fmla="*/ 0 w 16"/>
                <a:gd name="T11" fmla="*/ 2147483647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"/>
                <a:gd name="T19" fmla="*/ 0 h 32"/>
                <a:gd name="T20" fmla="*/ 16 w 16"/>
                <a:gd name="T21" fmla="*/ 32 h 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" h="32">
                  <a:moveTo>
                    <a:pt x="0" y="32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16" y="16"/>
                  </a:lnTo>
                  <a:lnTo>
                    <a:pt x="16" y="32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2" name="Freeform 603"/>
            <p:cNvSpPr/>
            <p:nvPr/>
          </p:nvSpPr>
          <p:spPr bwMode="auto">
            <a:xfrm>
              <a:off x="4602157" y="2766828"/>
              <a:ext cx="31802" cy="32898"/>
            </a:xfrm>
            <a:custGeom>
              <a:avLst/>
              <a:gdLst>
                <a:gd name="T0" fmla="*/ 0 w 24"/>
                <a:gd name="T1" fmla="*/ 2147483647 h 24"/>
                <a:gd name="T2" fmla="*/ 2147483647 w 24"/>
                <a:gd name="T3" fmla="*/ 0 h 24"/>
                <a:gd name="T4" fmla="*/ 2147483647 w 24"/>
                <a:gd name="T5" fmla="*/ 2147483647 h 24"/>
                <a:gd name="T6" fmla="*/ 2147483647 w 24"/>
                <a:gd name="T7" fmla="*/ 2147483647 h 24"/>
                <a:gd name="T8" fmla="*/ 0 w 24"/>
                <a:gd name="T9" fmla="*/ 2147483647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24"/>
                <a:gd name="T17" fmla="*/ 24 w 2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24">
                  <a:moveTo>
                    <a:pt x="0" y="8"/>
                  </a:moveTo>
                  <a:lnTo>
                    <a:pt x="16" y="0"/>
                  </a:lnTo>
                  <a:lnTo>
                    <a:pt x="24" y="16"/>
                  </a:lnTo>
                  <a:lnTo>
                    <a:pt x="16" y="24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3" name="Freeform 604"/>
            <p:cNvSpPr/>
            <p:nvPr/>
          </p:nvSpPr>
          <p:spPr bwMode="auto">
            <a:xfrm>
              <a:off x="5160335" y="2896229"/>
              <a:ext cx="31802" cy="10966"/>
            </a:xfrm>
            <a:custGeom>
              <a:avLst/>
              <a:gdLst>
                <a:gd name="T0" fmla="*/ 2147483647 w 24"/>
                <a:gd name="T1" fmla="*/ 0 h 8"/>
                <a:gd name="T2" fmla="*/ 2147483647 w 24"/>
                <a:gd name="T3" fmla="*/ 0 h 8"/>
                <a:gd name="T4" fmla="*/ 0 w 24"/>
                <a:gd name="T5" fmla="*/ 2147483647 h 8"/>
                <a:gd name="T6" fmla="*/ 2147483647 w 24"/>
                <a:gd name="T7" fmla="*/ 0 h 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"/>
                <a:gd name="T13" fmla="*/ 0 h 8"/>
                <a:gd name="T14" fmla="*/ 24 w 24"/>
                <a:gd name="T15" fmla="*/ 8 h 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" h="8">
                  <a:moveTo>
                    <a:pt x="16" y="0"/>
                  </a:moveTo>
                  <a:lnTo>
                    <a:pt x="24" y="0"/>
                  </a:lnTo>
                  <a:lnTo>
                    <a:pt x="0" y="8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4" name="Freeform 605"/>
            <p:cNvSpPr/>
            <p:nvPr/>
          </p:nvSpPr>
          <p:spPr bwMode="auto">
            <a:xfrm>
              <a:off x="4602157" y="2766828"/>
              <a:ext cx="31802" cy="32898"/>
            </a:xfrm>
            <a:custGeom>
              <a:avLst/>
              <a:gdLst>
                <a:gd name="T0" fmla="*/ 0 w 24"/>
                <a:gd name="T1" fmla="*/ 2147483647 h 24"/>
                <a:gd name="T2" fmla="*/ 2147483647 w 24"/>
                <a:gd name="T3" fmla="*/ 0 h 24"/>
                <a:gd name="T4" fmla="*/ 2147483647 w 24"/>
                <a:gd name="T5" fmla="*/ 2147483647 h 24"/>
                <a:gd name="T6" fmla="*/ 2147483647 w 24"/>
                <a:gd name="T7" fmla="*/ 2147483647 h 24"/>
                <a:gd name="T8" fmla="*/ 0 w 24"/>
                <a:gd name="T9" fmla="*/ 2147483647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24"/>
                <a:gd name="T17" fmla="*/ 24 w 2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24">
                  <a:moveTo>
                    <a:pt x="0" y="8"/>
                  </a:moveTo>
                  <a:lnTo>
                    <a:pt x="16" y="0"/>
                  </a:lnTo>
                  <a:lnTo>
                    <a:pt x="24" y="16"/>
                  </a:lnTo>
                  <a:lnTo>
                    <a:pt x="16" y="24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5" name="Freeform 606"/>
            <p:cNvSpPr/>
            <p:nvPr/>
          </p:nvSpPr>
          <p:spPr bwMode="auto">
            <a:xfrm>
              <a:off x="5160335" y="2896229"/>
              <a:ext cx="31802" cy="10966"/>
            </a:xfrm>
            <a:custGeom>
              <a:avLst/>
              <a:gdLst>
                <a:gd name="T0" fmla="*/ 2147483647 w 24"/>
                <a:gd name="T1" fmla="*/ 0 h 8"/>
                <a:gd name="T2" fmla="*/ 2147483647 w 24"/>
                <a:gd name="T3" fmla="*/ 0 h 8"/>
                <a:gd name="T4" fmla="*/ 0 w 24"/>
                <a:gd name="T5" fmla="*/ 2147483647 h 8"/>
                <a:gd name="T6" fmla="*/ 2147483647 w 24"/>
                <a:gd name="T7" fmla="*/ 0 h 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"/>
                <a:gd name="T13" fmla="*/ 0 h 8"/>
                <a:gd name="T14" fmla="*/ 24 w 24"/>
                <a:gd name="T15" fmla="*/ 8 h 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" h="8">
                  <a:moveTo>
                    <a:pt x="16" y="0"/>
                  </a:moveTo>
                  <a:lnTo>
                    <a:pt x="24" y="0"/>
                  </a:lnTo>
                  <a:lnTo>
                    <a:pt x="0" y="8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6" name="Rectangle 607"/>
            <p:cNvSpPr>
              <a:spLocks noChangeArrowheads="1"/>
            </p:cNvSpPr>
            <p:nvPr/>
          </p:nvSpPr>
          <p:spPr bwMode="auto">
            <a:xfrm>
              <a:off x="5062736" y="3057432"/>
              <a:ext cx="0" cy="0"/>
            </a:xfrm>
            <a:prstGeom prst="rect">
              <a:avLst/>
            </a:prstGeom>
            <a:grpFill/>
            <a:ln w="6350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</a:pPr>
              <a:endParaRPr lang="en-US">
                <a:solidFill>
                  <a:srgbClr val="4D4D4D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67" name="Freeform 608"/>
            <p:cNvSpPr/>
            <p:nvPr/>
          </p:nvSpPr>
          <p:spPr bwMode="auto">
            <a:xfrm>
              <a:off x="4912500" y="2799726"/>
              <a:ext cx="311439" cy="117338"/>
            </a:xfrm>
            <a:custGeom>
              <a:avLst/>
              <a:gdLst>
                <a:gd name="T0" fmla="*/ 2147483647 w 232"/>
                <a:gd name="T1" fmla="*/ 2147483647 h 88"/>
                <a:gd name="T2" fmla="*/ 2147483647 w 232"/>
                <a:gd name="T3" fmla="*/ 2147483647 h 88"/>
                <a:gd name="T4" fmla="*/ 2147483647 w 232"/>
                <a:gd name="T5" fmla="*/ 2147483647 h 88"/>
                <a:gd name="T6" fmla="*/ 2147483647 w 232"/>
                <a:gd name="T7" fmla="*/ 2147483647 h 88"/>
                <a:gd name="T8" fmla="*/ 2147483647 w 232"/>
                <a:gd name="T9" fmla="*/ 2147483647 h 88"/>
                <a:gd name="T10" fmla="*/ 2147483647 w 232"/>
                <a:gd name="T11" fmla="*/ 2147483647 h 88"/>
                <a:gd name="T12" fmla="*/ 2147483647 w 232"/>
                <a:gd name="T13" fmla="*/ 2147483647 h 88"/>
                <a:gd name="T14" fmla="*/ 2147483647 w 232"/>
                <a:gd name="T15" fmla="*/ 2147483647 h 88"/>
                <a:gd name="T16" fmla="*/ 2147483647 w 232"/>
                <a:gd name="T17" fmla="*/ 2147483647 h 88"/>
                <a:gd name="T18" fmla="*/ 2147483647 w 232"/>
                <a:gd name="T19" fmla="*/ 0 h 88"/>
                <a:gd name="T20" fmla="*/ 2147483647 w 232"/>
                <a:gd name="T21" fmla="*/ 0 h 88"/>
                <a:gd name="T22" fmla="*/ 2147483647 w 232"/>
                <a:gd name="T23" fmla="*/ 0 h 88"/>
                <a:gd name="T24" fmla="*/ 2147483647 w 232"/>
                <a:gd name="T25" fmla="*/ 2147483647 h 88"/>
                <a:gd name="T26" fmla="*/ 2147483647 w 232"/>
                <a:gd name="T27" fmla="*/ 2147483647 h 88"/>
                <a:gd name="T28" fmla="*/ 2147483647 w 232"/>
                <a:gd name="T29" fmla="*/ 2147483647 h 88"/>
                <a:gd name="T30" fmla="*/ 2147483647 w 232"/>
                <a:gd name="T31" fmla="*/ 0 h 88"/>
                <a:gd name="T32" fmla="*/ 2147483647 w 232"/>
                <a:gd name="T33" fmla="*/ 0 h 88"/>
                <a:gd name="T34" fmla="*/ 2147483647 w 232"/>
                <a:gd name="T35" fmla="*/ 0 h 88"/>
                <a:gd name="T36" fmla="*/ 2147483647 w 232"/>
                <a:gd name="T37" fmla="*/ 0 h 88"/>
                <a:gd name="T38" fmla="*/ 2147483647 w 232"/>
                <a:gd name="T39" fmla="*/ 0 h 88"/>
                <a:gd name="T40" fmla="*/ 2147483647 w 232"/>
                <a:gd name="T41" fmla="*/ 2147483647 h 88"/>
                <a:gd name="T42" fmla="*/ 2147483647 w 232"/>
                <a:gd name="T43" fmla="*/ 2147483647 h 88"/>
                <a:gd name="T44" fmla="*/ 2147483647 w 232"/>
                <a:gd name="T45" fmla="*/ 2147483647 h 88"/>
                <a:gd name="T46" fmla="*/ 2147483647 w 232"/>
                <a:gd name="T47" fmla="*/ 2147483647 h 88"/>
                <a:gd name="T48" fmla="*/ 2147483647 w 232"/>
                <a:gd name="T49" fmla="*/ 2147483647 h 88"/>
                <a:gd name="T50" fmla="*/ 0 w 232"/>
                <a:gd name="T51" fmla="*/ 2147483647 h 88"/>
                <a:gd name="T52" fmla="*/ 2147483647 w 232"/>
                <a:gd name="T53" fmla="*/ 2147483647 h 88"/>
                <a:gd name="T54" fmla="*/ 2147483647 w 232"/>
                <a:gd name="T55" fmla="*/ 2147483647 h 88"/>
                <a:gd name="T56" fmla="*/ 2147483647 w 232"/>
                <a:gd name="T57" fmla="*/ 2147483647 h 88"/>
                <a:gd name="T58" fmla="*/ 2147483647 w 232"/>
                <a:gd name="T59" fmla="*/ 2147483647 h 88"/>
                <a:gd name="T60" fmla="*/ 2147483647 w 232"/>
                <a:gd name="T61" fmla="*/ 2147483647 h 88"/>
                <a:gd name="T62" fmla="*/ 2147483647 w 232"/>
                <a:gd name="T63" fmla="*/ 2147483647 h 88"/>
                <a:gd name="T64" fmla="*/ 2147483647 w 232"/>
                <a:gd name="T65" fmla="*/ 2147483647 h 88"/>
                <a:gd name="T66" fmla="*/ 2147483647 w 232"/>
                <a:gd name="T67" fmla="*/ 2147483647 h 88"/>
                <a:gd name="T68" fmla="*/ 2147483647 w 232"/>
                <a:gd name="T69" fmla="*/ 2147483647 h 8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32"/>
                <a:gd name="T106" fmla="*/ 0 h 88"/>
                <a:gd name="T107" fmla="*/ 232 w 232"/>
                <a:gd name="T108" fmla="*/ 88 h 8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32" h="88">
                  <a:moveTo>
                    <a:pt x="136" y="80"/>
                  </a:moveTo>
                  <a:lnTo>
                    <a:pt x="144" y="80"/>
                  </a:lnTo>
                  <a:lnTo>
                    <a:pt x="184" y="80"/>
                  </a:lnTo>
                  <a:lnTo>
                    <a:pt x="208" y="72"/>
                  </a:lnTo>
                  <a:lnTo>
                    <a:pt x="224" y="72"/>
                  </a:lnTo>
                  <a:lnTo>
                    <a:pt x="232" y="72"/>
                  </a:lnTo>
                  <a:lnTo>
                    <a:pt x="232" y="64"/>
                  </a:lnTo>
                  <a:lnTo>
                    <a:pt x="232" y="32"/>
                  </a:lnTo>
                  <a:lnTo>
                    <a:pt x="216" y="8"/>
                  </a:lnTo>
                  <a:lnTo>
                    <a:pt x="208" y="0"/>
                  </a:lnTo>
                  <a:lnTo>
                    <a:pt x="200" y="0"/>
                  </a:lnTo>
                  <a:lnTo>
                    <a:pt x="192" y="0"/>
                  </a:lnTo>
                  <a:lnTo>
                    <a:pt x="176" y="8"/>
                  </a:lnTo>
                  <a:lnTo>
                    <a:pt x="160" y="8"/>
                  </a:lnTo>
                  <a:lnTo>
                    <a:pt x="152" y="8"/>
                  </a:lnTo>
                  <a:lnTo>
                    <a:pt x="136" y="0"/>
                  </a:lnTo>
                  <a:lnTo>
                    <a:pt x="128" y="0"/>
                  </a:lnTo>
                  <a:lnTo>
                    <a:pt x="96" y="0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64" y="8"/>
                  </a:lnTo>
                  <a:lnTo>
                    <a:pt x="48" y="16"/>
                  </a:lnTo>
                  <a:lnTo>
                    <a:pt x="40" y="8"/>
                  </a:lnTo>
                  <a:lnTo>
                    <a:pt x="32" y="24"/>
                  </a:lnTo>
                  <a:lnTo>
                    <a:pt x="16" y="24"/>
                  </a:lnTo>
                  <a:lnTo>
                    <a:pt x="0" y="32"/>
                  </a:lnTo>
                  <a:lnTo>
                    <a:pt x="8" y="48"/>
                  </a:lnTo>
                  <a:lnTo>
                    <a:pt x="16" y="64"/>
                  </a:lnTo>
                  <a:lnTo>
                    <a:pt x="24" y="80"/>
                  </a:lnTo>
                  <a:lnTo>
                    <a:pt x="56" y="80"/>
                  </a:lnTo>
                  <a:lnTo>
                    <a:pt x="64" y="80"/>
                  </a:lnTo>
                  <a:lnTo>
                    <a:pt x="88" y="88"/>
                  </a:lnTo>
                  <a:lnTo>
                    <a:pt x="104" y="80"/>
                  </a:lnTo>
                  <a:lnTo>
                    <a:pt x="120" y="88"/>
                  </a:lnTo>
                  <a:lnTo>
                    <a:pt x="136" y="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8" name="Freeform 609"/>
            <p:cNvSpPr/>
            <p:nvPr/>
          </p:nvSpPr>
          <p:spPr bwMode="auto">
            <a:xfrm>
              <a:off x="5062736" y="2896229"/>
              <a:ext cx="118435" cy="107468"/>
            </a:xfrm>
            <a:custGeom>
              <a:avLst/>
              <a:gdLst>
                <a:gd name="T0" fmla="*/ 2147483647 w 88"/>
                <a:gd name="T1" fmla="*/ 2147483647 h 80"/>
                <a:gd name="T2" fmla="*/ 2147483647 w 88"/>
                <a:gd name="T3" fmla="*/ 2147483647 h 80"/>
                <a:gd name="T4" fmla="*/ 2147483647 w 88"/>
                <a:gd name="T5" fmla="*/ 2147483647 h 80"/>
                <a:gd name="T6" fmla="*/ 2147483647 w 88"/>
                <a:gd name="T7" fmla="*/ 2147483647 h 80"/>
                <a:gd name="T8" fmla="*/ 2147483647 w 88"/>
                <a:gd name="T9" fmla="*/ 2147483647 h 80"/>
                <a:gd name="T10" fmla="*/ 2147483647 w 88"/>
                <a:gd name="T11" fmla="*/ 2147483647 h 80"/>
                <a:gd name="T12" fmla="*/ 2147483647 w 88"/>
                <a:gd name="T13" fmla="*/ 0 h 80"/>
                <a:gd name="T14" fmla="*/ 2147483647 w 88"/>
                <a:gd name="T15" fmla="*/ 2147483647 h 80"/>
                <a:gd name="T16" fmla="*/ 2147483647 w 88"/>
                <a:gd name="T17" fmla="*/ 2147483647 h 80"/>
                <a:gd name="T18" fmla="*/ 2147483647 w 88"/>
                <a:gd name="T19" fmla="*/ 2147483647 h 80"/>
                <a:gd name="T20" fmla="*/ 2147483647 w 88"/>
                <a:gd name="T21" fmla="*/ 2147483647 h 80"/>
                <a:gd name="T22" fmla="*/ 2147483647 w 88"/>
                <a:gd name="T23" fmla="*/ 2147483647 h 80"/>
                <a:gd name="T24" fmla="*/ 0 w 88"/>
                <a:gd name="T25" fmla="*/ 2147483647 h 80"/>
                <a:gd name="T26" fmla="*/ 2147483647 w 88"/>
                <a:gd name="T27" fmla="*/ 2147483647 h 80"/>
                <a:gd name="T28" fmla="*/ 2147483647 w 88"/>
                <a:gd name="T29" fmla="*/ 2147483647 h 8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8"/>
                <a:gd name="T46" fmla="*/ 0 h 80"/>
                <a:gd name="T47" fmla="*/ 88 w 88"/>
                <a:gd name="T48" fmla="*/ 80 h 8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8" h="80">
                  <a:moveTo>
                    <a:pt x="16" y="80"/>
                  </a:moveTo>
                  <a:lnTo>
                    <a:pt x="40" y="64"/>
                  </a:lnTo>
                  <a:lnTo>
                    <a:pt x="48" y="64"/>
                  </a:lnTo>
                  <a:lnTo>
                    <a:pt x="72" y="48"/>
                  </a:lnTo>
                  <a:lnTo>
                    <a:pt x="80" y="16"/>
                  </a:lnTo>
                  <a:lnTo>
                    <a:pt x="88" y="8"/>
                  </a:lnTo>
                  <a:lnTo>
                    <a:pt x="88" y="0"/>
                  </a:lnTo>
                  <a:lnTo>
                    <a:pt x="72" y="8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8" y="16"/>
                  </a:lnTo>
                  <a:lnTo>
                    <a:pt x="16" y="32"/>
                  </a:lnTo>
                  <a:lnTo>
                    <a:pt x="0" y="72"/>
                  </a:lnTo>
                  <a:lnTo>
                    <a:pt x="8" y="72"/>
                  </a:lnTo>
                  <a:lnTo>
                    <a:pt x="16" y="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9" name="Freeform 610"/>
            <p:cNvSpPr/>
            <p:nvPr/>
          </p:nvSpPr>
          <p:spPr bwMode="auto">
            <a:xfrm>
              <a:off x="5041900" y="2981765"/>
              <a:ext cx="85536" cy="75667"/>
            </a:xfrm>
            <a:custGeom>
              <a:avLst/>
              <a:gdLst>
                <a:gd name="T0" fmla="*/ 2147483647 w 64"/>
                <a:gd name="T1" fmla="*/ 2147483647 h 56"/>
                <a:gd name="T2" fmla="*/ 2147483647 w 64"/>
                <a:gd name="T3" fmla="*/ 0 h 56"/>
                <a:gd name="T4" fmla="*/ 2147483647 w 64"/>
                <a:gd name="T5" fmla="*/ 0 h 56"/>
                <a:gd name="T6" fmla="*/ 2147483647 w 64"/>
                <a:gd name="T7" fmla="*/ 2147483647 h 56"/>
                <a:gd name="T8" fmla="*/ 2147483647 w 64"/>
                <a:gd name="T9" fmla="*/ 2147483647 h 56"/>
                <a:gd name="T10" fmla="*/ 2147483647 w 64"/>
                <a:gd name="T11" fmla="*/ 2147483647 h 56"/>
                <a:gd name="T12" fmla="*/ 2147483647 w 64"/>
                <a:gd name="T13" fmla="*/ 2147483647 h 56"/>
                <a:gd name="T14" fmla="*/ 0 w 64"/>
                <a:gd name="T15" fmla="*/ 2147483647 h 56"/>
                <a:gd name="T16" fmla="*/ 2147483647 w 64"/>
                <a:gd name="T17" fmla="*/ 2147483647 h 56"/>
                <a:gd name="T18" fmla="*/ 2147483647 w 64"/>
                <a:gd name="T19" fmla="*/ 2147483647 h 56"/>
                <a:gd name="T20" fmla="*/ 2147483647 w 64"/>
                <a:gd name="T21" fmla="*/ 2147483647 h 56"/>
                <a:gd name="T22" fmla="*/ 2147483647 w 64"/>
                <a:gd name="T23" fmla="*/ 2147483647 h 56"/>
                <a:gd name="T24" fmla="*/ 2147483647 w 64"/>
                <a:gd name="T25" fmla="*/ 2147483647 h 56"/>
                <a:gd name="T26" fmla="*/ 2147483647 w 64"/>
                <a:gd name="T27" fmla="*/ 2147483647 h 56"/>
                <a:gd name="T28" fmla="*/ 2147483647 w 64"/>
                <a:gd name="T29" fmla="*/ 2147483647 h 56"/>
                <a:gd name="T30" fmla="*/ 2147483647 w 64"/>
                <a:gd name="T31" fmla="*/ 2147483647 h 5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4"/>
                <a:gd name="T49" fmla="*/ 0 h 56"/>
                <a:gd name="T50" fmla="*/ 64 w 64"/>
                <a:gd name="T51" fmla="*/ 56 h 5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4" h="56">
                  <a:moveTo>
                    <a:pt x="64" y="16"/>
                  </a:moveTo>
                  <a:lnTo>
                    <a:pt x="64" y="0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24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48" y="40"/>
                  </a:lnTo>
                  <a:lnTo>
                    <a:pt x="40" y="24"/>
                  </a:lnTo>
                  <a:lnTo>
                    <a:pt x="56" y="16"/>
                  </a:lnTo>
                  <a:lnTo>
                    <a:pt x="64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0" name="Freeform 611"/>
            <p:cNvSpPr/>
            <p:nvPr/>
          </p:nvSpPr>
          <p:spPr bwMode="auto">
            <a:xfrm>
              <a:off x="5062736" y="2896229"/>
              <a:ext cx="118435" cy="107468"/>
            </a:xfrm>
            <a:custGeom>
              <a:avLst/>
              <a:gdLst>
                <a:gd name="T0" fmla="*/ 2147483647 w 88"/>
                <a:gd name="T1" fmla="*/ 2147483647 h 80"/>
                <a:gd name="T2" fmla="*/ 2147483647 w 88"/>
                <a:gd name="T3" fmla="*/ 2147483647 h 80"/>
                <a:gd name="T4" fmla="*/ 2147483647 w 88"/>
                <a:gd name="T5" fmla="*/ 2147483647 h 80"/>
                <a:gd name="T6" fmla="*/ 2147483647 w 88"/>
                <a:gd name="T7" fmla="*/ 2147483647 h 80"/>
                <a:gd name="T8" fmla="*/ 2147483647 w 88"/>
                <a:gd name="T9" fmla="*/ 2147483647 h 80"/>
                <a:gd name="T10" fmla="*/ 2147483647 w 88"/>
                <a:gd name="T11" fmla="*/ 2147483647 h 80"/>
                <a:gd name="T12" fmla="*/ 2147483647 w 88"/>
                <a:gd name="T13" fmla="*/ 0 h 80"/>
                <a:gd name="T14" fmla="*/ 2147483647 w 88"/>
                <a:gd name="T15" fmla="*/ 2147483647 h 80"/>
                <a:gd name="T16" fmla="*/ 2147483647 w 88"/>
                <a:gd name="T17" fmla="*/ 2147483647 h 80"/>
                <a:gd name="T18" fmla="*/ 2147483647 w 88"/>
                <a:gd name="T19" fmla="*/ 2147483647 h 80"/>
                <a:gd name="T20" fmla="*/ 2147483647 w 88"/>
                <a:gd name="T21" fmla="*/ 2147483647 h 80"/>
                <a:gd name="T22" fmla="*/ 2147483647 w 88"/>
                <a:gd name="T23" fmla="*/ 2147483647 h 80"/>
                <a:gd name="T24" fmla="*/ 2147483647 w 88"/>
                <a:gd name="T25" fmla="*/ 2147483647 h 80"/>
                <a:gd name="T26" fmla="*/ 0 w 88"/>
                <a:gd name="T27" fmla="*/ 2147483647 h 80"/>
                <a:gd name="T28" fmla="*/ 2147483647 w 88"/>
                <a:gd name="T29" fmla="*/ 2147483647 h 80"/>
                <a:gd name="T30" fmla="*/ 2147483647 w 88"/>
                <a:gd name="T31" fmla="*/ 2147483647 h 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88"/>
                <a:gd name="T49" fmla="*/ 0 h 80"/>
                <a:gd name="T50" fmla="*/ 88 w 88"/>
                <a:gd name="T51" fmla="*/ 80 h 8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88" h="80">
                  <a:moveTo>
                    <a:pt x="16" y="80"/>
                  </a:moveTo>
                  <a:lnTo>
                    <a:pt x="40" y="64"/>
                  </a:lnTo>
                  <a:lnTo>
                    <a:pt x="48" y="64"/>
                  </a:lnTo>
                  <a:lnTo>
                    <a:pt x="72" y="48"/>
                  </a:lnTo>
                  <a:lnTo>
                    <a:pt x="80" y="16"/>
                  </a:lnTo>
                  <a:lnTo>
                    <a:pt x="88" y="8"/>
                  </a:lnTo>
                  <a:lnTo>
                    <a:pt x="88" y="0"/>
                  </a:lnTo>
                  <a:lnTo>
                    <a:pt x="72" y="8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8" y="16"/>
                  </a:lnTo>
                  <a:lnTo>
                    <a:pt x="16" y="32"/>
                  </a:lnTo>
                  <a:lnTo>
                    <a:pt x="0" y="72"/>
                  </a:lnTo>
                  <a:lnTo>
                    <a:pt x="8" y="72"/>
                  </a:lnTo>
                  <a:lnTo>
                    <a:pt x="16" y="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1" name="Freeform 612"/>
            <p:cNvSpPr/>
            <p:nvPr/>
          </p:nvSpPr>
          <p:spPr bwMode="auto">
            <a:xfrm>
              <a:off x="5041900" y="2981765"/>
              <a:ext cx="85536" cy="75667"/>
            </a:xfrm>
            <a:custGeom>
              <a:avLst/>
              <a:gdLst>
                <a:gd name="T0" fmla="*/ 2147483647 w 64"/>
                <a:gd name="T1" fmla="*/ 2147483647 h 56"/>
                <a:gd name="T2" fmla="*/ 2147483647 w 64"/>
                <a:gd name="T3" fmla="*/ 0 h 56"/>
                <a:gd name="T4" fmla="*/ 2147483647 w 64"/>
                <a:gd name="T5" fmla="*/ 0 h 56"/>
                <a:gd name="T6" fmla="*/ 2147483647 w 64"/>
                <a:gd name="T7" fmla="*/ 2147483647 h 56"/>
                <a:gd name="T8" fmla="*/ 2147483647 w 64"/>
                <a:gd name="T9" fmla="*/ 2147483647 h 56"/>
                <a:gd name="T10" fmla="*/ 2147483647 w 64"/>
                <a:gd name="T11" fmla="*/ 2147483647 h 56"/>
                <a:gd name="T12" fmla="*/ 2147483647 w 64"/>
                <a:gd name="T13" fmla="*/ 2147483647 h 56"/>
                <a:gd name="T14" fmla="*/ 0 w 64"/>
                <a:gd name="T15" fmla="*/ 2147483647 h 56"/>
                <a:gd name="T16" fmla="*/ 2147483647 w 64"/>
                <a:gd name="T17" fmla="*/ 2147483647 h 56"/>
                <a:gd name="T18" fmla="*/ 2147483647 w 64"/>
                <a:gd name="T19" fmla="*/ 2147483647 h 56"/>
                <a:gd name="T20" fmla="*/ 2147483647 w 64"/>
                <a:gd name="T21" fmla="*/ 2147483647 h 56"/>
                <a:gd name="T22" fmla="*/ 2147483647 w 64"/>
                <a:gd name="T23" fmla="*/ 2147483647 h 56"/>
                <a:gd name="T24" fmla="*/ 2147483647 w 64"/>
                <a:gd name="T25" fmla="*/ 2147483647 h 56"/>
                <a:gd name="T26" fmla="*/ 2147483647 w 64"/>
                <a:gd name="T27" fmla="*/ 2147483647 h 56"/>
                <a:gd name="T28" fmla="*/ 2147483647 w 64"/>
                <a:gd name="T29" fmla="*/ 2147483647 h 56"/>
                <a:gd name="T30" fmla="*/ 2147483647 w 64"/>
                <a:gd name="T31" fmla="*/ 2147483647 h 56"/>
                <a:gd name="T32" fmla="*/ 2147483647 w 64"/>
                <a:gd name="T33" fmla="*/ 2147483647 h 56"/>
                <a:gd name="T34" fmla="*/ 2147483647 w 64"/>
                <a:gd name="T35" fmla="*/ 2147483647 h 56"/>
                <a:gd name="T36" fmla="*/ 2147483647 w 64"/>
                <a:gd name="T37" fmla="*/ 2147483647 h 56"/>
                <a:gd name="T38" fmla="*/ 2147483647 w 64"/>
                <a:gd name="T39" fmla="*/ 2147483647 h 56"/>
                <a:gd name="T40" fmla="*/ 2147483647 w 64"/>
                <a:gd name="T41" fmla="*/ 0 h 56"/>
                <a:gd name="T42" fmla="*/ 2147483647 w 64"/>
                <a:gd name="T43" fmla="*/ 0 h 56"/>
                <a:gd name="T44" fmla="*/ 2147483647 w 64"/>
                <a:gd name="T45" fmla="*/ 2147483647 h 56"/>
                <a:gd name="T46" fmla="*/ 2147483647 w 64"/>
                <a:gd name="T47" fmla="*/ 2147483647 h 56"/>
                <a:gd name="T48" fmla="*/ 2147483647 w 64"/>
                <a:gd name="T49" fmla="*/ 2147483647 h 56"/>
                <a:gd name="T50" fmla="*/ 2147483647 w 64"/>
                <a:gd name="T51" fmla="*/ 2147483647 h 56"/>
                <a:gd name="T52" fmla="*/ 0 w 64"/>
                <a:gd name="T53" fmla="*/ 2147483647 h 56"/>
                <a:gd name="T54" fmla="*/ 2147483647 w 64"/>
                <a:gd name="T55" fmla="*/ 2147483647 h 56"/>
                <a:gd name="T56" fmla="*/ 2147483647 w 64"/>
                <a:gd name="T57" fmla="*/ 2147483647 h 56"/>
                <a:gd name="T58" fmla="*/ 2147483647 w 64"/>
                <a:gd name="T59" fmla="*/ 2147483647 h 56"/>
                <a:gd name="T60" fmla="*/ 2147483647 w 64"/>
                <a:gd name="T61" fmla="*/ 2147483647 h 56"/>
                <a:gd name="T62" fmla="*/ 2147483647 w 64"/>
                <a:gd name="T63" fmla="*/ 2147483647 h 56"/>
                <a:gd name="T64" fmla="*/ 2147483647 w 64"/>
                <a:gd name="T65" fmla="*/ 2147483647 h 56"/>
                <a:gd name="T66" fmla="*/ 2147483647 w 64"/>
                <a:gd name="T67" fmla="*/ 2147483647 h 56"/>
                <a:gd name="T68" fmla="*/ 2147483647 w 64"/>
                <a:gd name="T69" fmla="*/ 2147483647 h 56"/>
                <a:gd name="T70" fmla="*/ 2147483647 w 64"/>
                <a:gd name="T71" fmla="*/ 2147483647 h 56"/>
                <a:gd name="T72" fmla="*/ 2147483647 w 64"/>
                <a:gd name="T73" fmla="*/ 2147483647 h 56"/>
                <a:gd name="T74" fmla="*/ 2147483647 w 64"/>
                <a:gd name="T75" fmla="*/ 2147483647 h 56"/>
                <a:gd name="T76" fmla="*/ 2147483647 w 64"/>
                <a:gd name="T77" fmla="*/ 2147483647 h 5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64"/>
                <a:gd name="T118" fmla="*/ 0 h 56"/>
                <a:gd name="T119" fmla="*/ 64 w 64"/>
                <a:gd name="T120" fmla="*/ 56 h 5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64" h="56">
                  <a:moveTo>
                    <a:pt x="64" y="16"/>
                  </a:moveTo>
                  <a:lnTo>
                    <a:pt x="64" y="0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24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48" y="40"/>
                  </a:lnTo>
                  <a:lnTo>
                    <a:pt x="40" y="24"/>
                  </a:lnTo>
                  <a:lnTo>
                    <a:pt x="56" y="16"/>
                  </a:lnTo>
                  <a:lnTo>
                    <a:pt x="64" y="16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24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48" y="40"/>
                  </a:lnTo>
                  <a:lnTo>
                    <a:pt x="40" y="24"/>
                  </a:lnTo>
                  <a:lnTo>
                    <a:pt x="56" y="16"/>
                  </a:lnTo>
                  <a:lnTo>
                    <a:pt x="64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2" name="Freeform 613"/>
            <p:cNvSpPr/>
            <p:nvPr/>
          </p:nvSpPr>
          <p:spPr bwMode="auto">
            <a:xfrm>
              <a:off x="5342373" y="3132002"/>
              <a:ext cx="85536" cy="53734"/>
            </a:xfrm>
            <a:custGeom>
              <a:avLst/>
              <a:gdLst>
                <a:gd name="T0" fmla="*/ 2147483647 w 64"/>
                <a:gd name="T1" fmla="*/ 2147483647 h 40"/>
                <a:gd name="T2" fmla="*/ 2147483647 w 64"/>
                <a:gd name="T3" fmla="*/ 2147483647 h 40"/>
                <a:gd name="T4" fmla="*/ 2147483647 w 64"/>
                <a:gd name="T5" fmla="*/ 2147483647 h 40"/>
                <a:gd name="T6" fmla="*/ 2147483647 w 64"/>
                <a:gd name="T7" fmla="*/ 2147483647 h 40"/>
                <a:gd name="T8" fmla="*/ 2147483647 w 64"/>
                <a:gd name="T9" fmla="*/ 0 h 40"/>
                <a:gd name="T10" fmla="*/ 2147483647 w 64"/>
                <a:gd name="T11" fmla="*/ 2147483647 h 40"/>
                <a:gd name="T12" fmla="*/ 2147483647 w 64"/>
                <a:gd name="T13" fmla="*/ 0 h 40"/>
                <a:gd name="T14" fmla="*/ 0 w 64"/>
                <a:gd name="T15" fmla="*/ 2147483647 h 40"/>
                <a:gd name="T16" fmla="*/ 2147483647 w 64"/>
                <a:gd name="T17" fmla="*/ 2147483647 h 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4"/>
                <a:gd name="T28" fmla="*/ 0 h 40"/>
                <a:gd name="T29" fmla="*/ 64 w 64"/>
                <a:gd name="T30" fmla="*/ 40 h 4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" h="40">
                  <a:moveTo>
                    <a:pt x="16" y="32"/>
                  </a:moveTo>
                  <a:lnTo>
                    <a:pt x="48" y="40"/>
                  </a:lnTo>
                  <a:lnTo>
                    <a:pt x="56" y="16"/>
                  </a:lnTo>
                  <a:lnTo>
                    <a:pt x="64" y="16"/>
                  </a:lnTo>
                  <a:lnTo>
                    <a:pt x="56" y="0"/>
                  </a:lnTo>
                  <a:lnTo>
                    <a:pt x="24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16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3" name="Freeform 614"/>
            <p:cNvSpPr/>
            <p:nvPr/>
          </p:nvSpPr>
          <p:spPr bwMode="auto">
            <a:xfrm>
              <a:off x="5353340" y="3153934"/>
              <a:ext cx="128304" cy="150236"/>
            </a:xfrm>
            <a:custGeom>
              <a:avLst/>
              <a:gdLst>
                <a:gd name="T0" fmla="*/ 2147483647 w 96"/>
                <a:gd name="T1" fmla="*/ 2147483647 h 112"/>
                <a:gd name="T2" fmla="*/ 2147483647 w 96"/>
                <a:gd name="T3" fmla="*/ 2147483647 h 112"/>
                <a:gd name="T4" fmla="*/ 2147483647 w 96"/>
                <a:gd name="T5" fmla="*/ 2147483647 h 112"/>
                <a:gd name="T6" fmla="*/ 0 w 96"/>
                <a:gd name="T7" fmla="*/ 2147483647 h 112"/>
                <a:gd name="T8" fmla="*/ 2147483647 w 96"/>
                <a:gd name="T9" fmla="*/ 2147483647 h 112"/>
                <a:gd name="T10" fmla="*/ 2147483647 w 96"/>
                <a:gd name="T11" fmla="*/ 2147483647 h 112"/>
                <a:gd name="T12" fmla="*/ 2147483647 w 96"/>
                <a:gd name="T13" fmla="*/ 2147483647 h 112"/>
                <a:gd name="T14" fmla="*/ 2147483647 w 96"/>
                <a:gd name="T15" fmla="*/ 2147483647 h 112"/>
                <a:gd name="T16" fmla="*/ 2147483647 w 96"/>
                <a:gd name="T17" fmla="*/ 2147483647 h 112"/>
                <a:gd name="T18" fmla="*/ 2147483647 w 96"/>
                <a:gd name="T19" fmla="*/ 2147483647 h 112"/>
                <a:gd name="T20" fmla="*/ 2147483647 w 96"/>
                <a:gd name="T21" fmla="*/ 0 h 112"/>
                <a:gd name="T22" fmla="*/ 2147483647 w 96"/>
                <a:gd name="T23" fmla="*/ 0 h 112"/>
                <a:gd name="T24" fmla="*/ 2147483647 w 96"/>
                <a:gd name="T25" fmla="*/ 0 h 112"/>
                <a:gd name="T26" fmla="*/ 2147483647 w 96"/>
                <a:gd name="T27" fmla="*/ 2147483647 h 1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96"/>
                <a:gd name="T43" fmla="*/ 0 h 112"/>
                <a:gd name="T44" fmla="*/ 96 w 96"/>
                <a:gd name="T45" fmla="*/ 112 h 11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96" h="112">
                  <a:moveTo>
                    <a:pt x="40" y="24"/>
                  </a:moveTo>
                  <a:lnTo>
                    <a:pt x="40" y="48"/>
                  </a:lnTo>
                  <a:lnTo>
                    <a:pt x="16" y="64"/>
                  </a:lnTo>
                  <a:lnTo>
                    <a:pt x="0" y="72"/>
                  </a:lnTo>
                  <a:lnTo>
                    <a:pt x="8" y="80"/>
                  </a:lnTo>
                  <a:lnTo>
                    <a:pt x="16" y="112"/>
                  </a:lnTo>
                  <a:lnTo>
                    <a:pt x="48" y="88"/>
                  </a:lnTo>
                  <a:lnTo>
                    <a:pt x="72" y="56"/>
                  </a:lnTo>
                  <a:lnTo>
                    <a:pt x="80" y="40"/>
                  </a:lnTo>
                  <a:lnTo>
                    <a:pt x="96" y="24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40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4" name="Freeform 615"/>
            <p:cNvSpPr/>
            <p:nvPr/>
          </p:nvSpPr>
          <p:spPr bwMode="auto">
            <a:xfrm>
              <a:off x="5192137" y="3250436"/>
              <a:ext cx="182038" cy="107468"/>
            </a:xfrm>
            <a:custGeom>
              <a:avLst/>
              <a:gdLst>
                <a:gd name="T0" fmla="*/ 2147483647 w 136"/>
                <a:gd name="T1" fmla="*/ 0 h 80"/>
                <a:gd name="T2" fmla="*/ 2147483647 w 136"/>
                <a:gd name="T3" fmla="*/ 2147483647 h 80"/>
                <a:gd name="T4" fmla="*/ 2147483647 w 136"/>
                <a:gd name="T5" fmla="*/ 2147483647 h 80"/>
                <a:gd name="T6" fmla="*/ 2147483647 w 136"/>
                <a:gd name="T7" fmla="*/ 2147483647 h 80"/>
                <a:gd name="T8" fmla="*/ 0 w 136"/>
                <a:gd name="T9" fmla="*/ 2147483647 h 80"/>
                <a:gd name="T10" fmla="*/ 2147483647 w 136"/>
                <a:gd name="T11" fmla="*/ 2147483647 h 80"/>
                <a:gd name="T12" fmla="*/ 2147483647 w 136"/>
                <a:gd name="T13" fmla="*/ 2147483647 h 80"/>
                <a:gd name="T14" fmla="*/ 2147483647 w 136"/>
                <a:gd name="T15" fmla="*/ 2147483647 h 80"/>
                <a:gd name="T16" fmla="*/ 2147483647 w 136"/>
                <a:gd name="T17" fmla="*/ 2147483647 h 80"/>
                <a:gd name="T18" fmla="*/ 2147483647 w 136"/>
                <a:gd name="T19" fmla="*/ 2147483647 h 80"/>
                <a:gd name="T20" fmla="*/ 2147483647 w 136"/>
                <a:gd name="T21" fmla="*/ 2147483647 h 80"/>
                <a:gd name="T22" fmla="*/ 2147483647 w 136"/>
                <a:gd name="T23" fmla="*/ 2147483647 h 80"/>
                <a:gd name="T24" fmla="*/ 2147483647 w 136"/>
                <a:gd name="T25" fmla="*/ 2147483647 h 80"/>
                <a:gd name="T26" fmla="*/ 2147483647 w 136"/>
                <a:gd name="T27" fmla="*/ 0 h 8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36"/>
                <a:gd name="T43" fmla="*/ 0 h 80"/>
                <a:gd name="T44" fmla="*/ 136 w 136"/>
                <a:gd name="T45" fmla="*/ 80 h 8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36" h="80">
                  <a:moveTo>
                    <a:pt x="120" y="0"/>
                  </a:moveTo>
                  <a:lnTo>
                    <a:pt x="72" y="16"/>
                  </a:lnTo>
                  <a:lnTo>
                    <a:pt x="56" y="24"/>
                  </a:lnTo>
                  <a:lnTo>
                    <a:pt x="16" y="24"/>
                  </a:lnTo>
                  <a:lnTo>
                    <a:pt x="0" y="32"/>
                  </a:lnTo>
                  <a:lnTo>
                    <a:pt x="8" y="48"/>
                  </a:lnTo>
                  <a:lnTo>
                    <a:pt x="24" y="80"/>
                  </a:lnTo>
                  <a:lnTo>
                    <a:pt x="48" y="72"/>
                  </a:lnTo>
                  <a:lnTo>
                    <a:pt x="64" y="72"/>
                  </a:lnTo>
                  <a:lnTo>
                    <a:pt x="80" y="56"/>
                  </a:lnTo>
                  <a:lnTo>
                    <a:pt x="104" y="48"/>
                  </a:lnTo>
                  <a:lnTo>
                    <a:pt x="136" y="40"/>
                  </a:lnTo>
                  <a:lnTo>
                    <a:pt x="128" y="8"/>
                  </a:lnTo>
                  <a:lnTo>
                    <a:pt x="12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5" name="Freeform 616"/>
            <p:cNvSpPr/>
            <p:nvPr/>
          </p:nvSpPr>
          <p:spPr bwMode="auto">
            <a:xfrm>
              <a:off x="5062736" y="3003697"/>
              <a:ext cx="344338" cy="289507"/>
            </a:xfrm>
            <a:custGeom>
              <a:avLst/>
              <a:gdLst>
                <a:gd name="T0" fmla="*/ 2147483647 w 256"/>
                <a:gd name="T1" fmla="*/ 2147483647 h 216"/>
                <a:gd name="T2" fmla="*/ 2147483647 w 256"/>
                <a:gd name="T3" fmla="*/ 2147483647 h 216"/>
                <a:gd name="T4" fmla="*/ 2147483647 w 256"/>
                <a:gd name="T5" fmla="*/ 2147483647 h 216"/>
                <a:gd name="T6" fmla="*/ 2147483647 w 256"/>
                <a:gd name="T7" fmla="*/ 2147483647 h 216"/>
                <a:gd name="T8" fmla="*/ 2147483647 w 256"/>
                <a:gd name="T9" fmla="*/ 2147483647 h 216"/>
                <a:gd name="T10" fmla="*/ 2147483647 w 256"/>
                <a:gd name="T11" fmla="*/ 2147483647 h 216"/>
                <a:gd name="T12" fmla="*/ 2147483647 w 256"/>
                <a:gd name="T13" fmla="*/ 2147483647 h 216"/>
                <a:gd name="T14" fmla="*/ 2147483647 w 256"/>
                <a:gd name="T15" fmla="*/ 2147483647 h 216"/>
                <a:gd name="T16" fmla="*/ 2147483647 w 256"/>
                <a:gd name="T17" fmla="*/ 2147483647 h 216"/>
                <a:gd name="T18" fmla="*/ 2147483647 w 256"/>
                <a:gd name="T19" fmla="*/ 2147483647 h 216"/>
                <a:gd name="T20" fmla="*/ 2147483647 w 256"/>
                <a:gd name="T21" fmla="*/ 2147483647 h 216"/>
                <a:gd name="T22" fmla="*/ 2147483647 w 256"/>
                <a:gd name="T23" fmla="*/ 2147483647 h 216"/>
                <a:gd name="T24" fmla="*/ 2147483647 w 256"/>
                <a:gd name="T25" fmla="*/ 0 h 216"/>
                <a:gd name="T26" fmla="*/ 2147483647 w 256"/>
                <a:gd name="T27" fmla="*/ 0 h 216"/>
                <a:gd name="T28" fmla="*/ 2147483647 w 256"/>
                <a:gd name="T29" fmla="*/ 0 h 216"/>
                <a:gd name="T30" fmla="*/ 2147483647 w 256"/>
                <a:gd name="T31" fmla="*/ 2147483647 h 216"/>
                <a:gd name="T32" fmla="*/ 2147483647 w 256"/>
                <a:gd name="T33" fmla="*/ 2147483647 h 216"/>
                <a:gd name="T34" fmla="*/ 2147483647 w 256"/>
                <a:gd name="T35" fmla="*/ 2147483647 h 216"/>
                <a:gd name="T36" fmla="*/ 2147483647 w 256"/>
                <a:gd name="T37" fmla="*/ 2147483647 h 216"/>
                <a:gd name="T38" fmla="*/ 2147483647 w 256"/>
                <a:gd name="T39" fmla="*/ 2147483647 h 216"/>
                <a:gd name="T40" fmla="*/ 0 w 256"/>
                <a:gd name="T41" fmla="*/ 2147483647 h 216"/>
                <a:gd name="T42" fmla="*/ 2147483647 w 256"/>
                <a:gd name="T43" fmla="*/ 2147483647 h 216"/>
                <a:gd name="T44" fmla="*/ 2147483647 w 256"/>
                <a:gd name="T45" fmla="*/ 2147483647 h 216"/>
                <a:gd name="T46" fmla="*/ 2147483647 w 256"/>
                <a:gd name="T47" fmla="*/ 2147483647 h 216"/>
                <a:gd name="T48" fmla="*/ 2147483647 w 256"/>
                <a:gd name="T49" fmla="*/ 2147483647 h 216"/>
                <a:gd name="T50" fmla="*/ 2147483647 w 256"/>
                <a:gd name="T51" fmla="*/ 2147483647 h 216"/>
                <a:gd name="T52" fmla="*/ 2147483647 w 256"/>
                <a:gd name="T53" fmla="*/ 2147483647 h 216"/>
                <a:gd name="T54" fmla="*/ 2147483647 w 256"/>
                <a:gd name="T55" fmla="*/ 2147483647 h 216"/>
                <a:gd name="T56" fmla="*/ 2147483647 w 256"/>
                <a:gd name="T57" fmla="*/ 2147483647 h 216"/>
                <a:gd name="T58" fmla="*/ 2147483647 w 256"/>
                <a:gd name="T59" fmla="*/ 2147483647 h 216"/>
                <a:gd name="T60" fmla="*/ 2147483647 w 256"/>
                <a:gd name="T61" fmla="*/ 2147483647 h 216"/>
                <a:gd name="T62" fmla="*/ 2147483647 w 256"/>
                <a:gd name="T63" fmla="*/ 2147483647 h 216"/>
                <a:gd name="T64" fmla="*/ 2147483647 w 256"/>
                <a:gd name="T65" fmla="*/ 2147483647 h 21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56"/>
                <a:gd name="T100" fmla="*/ 0 h 216"/>
                <a:gd name="T101" fmla="*/ 256 w 256"/>
                <a:gd name="T102" fmla="*/ 216 h 21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56" h="216">
                  <a:moveTo>
                    <a:pt x="256" y="136"/>
                  </a:moveTo>
                  <a:lnTo>
                    <a:pt x="224" y="128"/>
                  </a:lnTo>
                  <a:lnTo>
                    <a:pt x="208" y="112"/>
                  </a:lnTo>
                  <a:lnTo>
                    <a:pt x="216" y="96"/>
                  </a:lnTo>
                  <a:lnTo>
                    <a:pt x="208" y="96"/>
                  </a:lnTo>
                  <a:lnTo>
                    <a:pt x="192" y="88"/>
                  </a:lnTo>
                  <a:lnTo>
                    <a:pt x="184" y="64"/>
                  </a:lnTo>
                  <a:lnTo>
                    <a:pt x="168" y="48"/>
                  </a:lnTo>
                  <a:lnTo>
                    <a:pt x="160" y="48"/>
                  </a:lnTo>
                  <a:lnTo>
                    <a:pt x="144" y="40"/>
                  </a:lnTo>
                  <a:lnTo>
                    <a:pt x="112" y="32"/>
                  </a:lnTo>
                  <a:lnTo>
                    <a:pt x="104" y="24"/>
                  </a:lnTo>
                  <a:lnTo>
                    <a:pt x="64" y="0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24" y="8"/>
                  </a:lnTo>
                  <a:lnTo>
                    <a:pt x="32" y="24"/>
                  </a:lnTo>
                  <a:lnTo>
                    <a:pt x="32" y="32"/>
                  </a:lnTo>
                  <a:lnTo>
                    <a:pt x="16" y="32"/>
                  </a:lnTo>
                  <a:lnTo>
                    <a:pt x="8" y="40"/>
                  </a:lnTo>
                  <a:lnTo>
                    <a:pt x="0" y="40"/>
                  </a:lnTo>
                  <a:lnTo>
                    <a:pt x="8" y="56"/>
                  </a:lnTo>
                  <a:lnTo>
                    <a:pt x="40" y="112"/>
                  </a:lnTo>
                  <a:lnTo>
                    <a:pt x="56" y="128"/>
                  </a:lnTo>
                  <a:lnTo>
                    <a:pt x="64" y="152"/>
                  </a:lnTo>
                  <a:lnTo>
                    <a:pt x="72" y="184"/>
                  </a:lnTo>
                  <a:lnTo>
                    <a:pt x="96" y="208"/>
                  </a:lnTo>
                  <a:lnTo>
                    <a:pt x="96" y="216"/>
                  </a:lnTo>
                  <a:lnTo>
                    <a:pt x="112" y="208"/>
                  </a:lnTo>
                  <a:lnTo>
                    <a:pt x="152" y="208"/>
                  </a:lnTo>
                  <a:lnTo>
                    <a:pt x="168" y="200"/>
                  </a:lnTo>
                  <a:lnTo>
                    <a:pt x="216" y="184"/>
                  </a:lnTo>
                  <a:lnTo>
                    <a:pt x="256" y="13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6" name="Freeform 617"/>
            <p:cNvSpPr/>
            <p:nvPr/>
          </p:nvSpPr>
          <p:spPr bwMode="auto">
            <a:xfrm>
              <a:off x="5353340" y="3185735"/>
              <a:ext cx="53734" cy="64701"/>
            </a:xfrm>
            <a:custGeom>
              <a:avLst/>
              <a:gdLst>
                <a:gd name="T0" fmla="*/ 0 w 40"/>
                <a:gd name="T1" fmla="*/ 2147483647 h 48"/>
                <a:gd name="T2" fmla="*/ 2147483647 w 40"/>
                <a:gd name="T3" fmla="*/ 2147483647 h 48"/>
                <a:gd name="T4" fmla="*/ 2147483647 w 40"/>
                <a:gd name="T5" fmla="*/ 2147483647 h 48"/>
                <a:gd name="T6" fmla="*/ 2147483647 w 40"/>
                <a:gd name="T7" fmla="*/ 0 h 48"/>
                <a:gd name="T8" fmla="*/ 0 w 40"/>
                <a:gd name="T9" fmla="*/ 2147483647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48"/>
                <a:gd name="T17" fmla="*/ 40 w 40"/>
                <a:gd name="T18" fmla="*/ 48 h 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48">
                  <a:moveTo>
                    <a:pt x="0" y="48"/>
                  </a:moveTo>
                  <a:lnTo>
                    <a:pt x="16" y="40"/>
                  </a:lnTo>
                  <a:lnTo>
                    <a:pt x="40" y="24"/>
                  </a:lnTo>
                  <a:lnTo>
                    <a:pt x="40" y="0"/>
                  </a:lnTo>
                  <a:lnTo>
                    <a:pt x="0" y="4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7" name="Freeform 618"/>
            <p:cNvSpPr/>
            <p:nvPr/>
          </p:nvSpPr>
          <p:spPr bwMode="auto">
            <a:xfrm>
              <a:off x="5127437" y="2896229"/>
              <a:ext cx="172168" cy="171072"/>
            </a:xfrm>
            <a:custGeom>
              <a:avLst/>
              <a:gdLst>
                <a:gd name="T0" fmla="*/ 2147483647 w 128"/>
                <a:gd name="T1" fmla="*/ 2147483647 h 128"/>
                <a:gd name="T2" fmla="*/ 2147483647 w 128"/>
                <a:gd name="T3" fmla="*/ 2147483647 h 128"/>
                <a:gd name="T4" fmla="*/ 2147483647 w 128"/>
                <a:gd name="T5" fmla="*/ 2147483647 h 128"/>
                <a:gd name="T6" fmla="*/ 2147483647 w 128"/>
                <a:gd name="T7" fmla="*/ 2147483647 h 128"/>
                <a:gd name="T8" fmla="*/ 2147483647 w 128"/>
                <a:gd name="T9" fmla="*/ 0 h 128"/>
                <a:gd name="T10" fmla="*/ 2147483647 w 128"/>
                <a:gd name="T11" fmla="*/ 0 h 128"/>
                <a:gd name="T12" fmla="*/ 2147483647 w 128"/>
                <a:gd name="T13" fmla="*/ 0 h 128"/>
                <a:gd name="T14" fmla="*/ 2147483647 w 128"/>
                <a:gd name="T15" fmla="*/ 0 h 128"/>
                <a:gd name="T16" fmla="*/ 2147483647 w 128"/>
                <a:gd name="T17" fmla="*/ 2147483647 h 128"/>
                <a:gd name="T18" fmla="*/ 2147483647 w 128"/>
                <a:gd name="T19" fmla="*/ 2147483647 h 128"/>
                <a:gd name="T20" fmla="*/ 2147483647 w 128"/>
                <a:gd name="T21" fmla="*/ 2147483647 h 128"/>
                <a:gd name="T22" fmla="*/ 0 w 128"/>
                <a:gd name="T23" fmla="*/ 2147483647 h 128"/>
                <a:gd name="T24" fmla="*/ 0 w 128"/>
                <a:gd name="T25" fmla="*/ 2147483647 h 128"/>
                <a:gd name="T26" fmla="*/ 2147483647 w 128"/>
                <a:gd name="T27" fmla="*/ 2147483647 h 128"/>
                <a:gd name="T28" fmla="*/ 2147483647 w 128"/>
                <a:gd name="T29" fmla="*/ 2147483647 h 128"/>
                <a:gd name="T30" fmla="*/ 2147483647 w 128"/>
                <a:gd name="T31" fmla="*/ 2147483647 h 128"/>
                <a:gd name="T32" fmla="*/ 2147483647 w 128"/>
                <a:gd name="T33" fmla="*/ 2147483647 h 128"/>
                <a:gd name="T34" fmla="*/ 2147483647 w 128"/>
                <a:gd name="T35" fmla="*/ 2147483647 h 128"/>
                <a:gd name="T36" fmla="*/ 2147483647 w 128"/>
                <a:gd name="T37" fmla="*/ 2147483647 h 128"/>
                <a:gd name="T38" fmla="*/ 2147483647 w 128"/>
                <a:gd name="T39" fmla="*/ 2147483647 h 128"/>
                <a:gd name="T40" fmla="*/ 2147483647 w 128"/>
                <a:gd name="T41" fmla="*/ 2147483647 h 128"/>
                <a:gd name="T42" fmla="*/ 2147483647 w 128"/>
                <a:gd name="T43" fmla="*/ 2147483647 h 128"/>
                <a:gd name="T44" fmla="*/ 2147483647 w 128"/>
                <a:gd name="T45" fmla="*/ 2147483647 h 12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28"/>
                <a:gd name="T70" fmla="*/ 0 h 128"/>
                <a:gd name="T71" fmla="*/ 128 w 128"/>
                <a:gd name="T72" fmla="*/ 128 h 128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28" h="128">
                  <a:moveTo>
                    <a:pt x="112" y="80"/>
                  </a:moveTo>
                  <a:lnTo>
                    <a:pt x="88" y="56"/>
                  </a:lnTo>
                  <a:lnTo>
                    <a:pt x="88" y="40"/>
                  </a:lnTo>
                  <a:lnTo>
                    <a:pt x="88" y="24"/>
                  </a:lnTo>
                  <a:lnTo>
                    <a:pt x="72" y="0"/>
                  </a:lnTo>
                  <a:lnTo>
                    <a:pt x="64" y="0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40" y="8"/>
                  </a:lnTo>
                  <a:lnTo>
                    <a:pt x="32" y="16"/>
                  </a:lnTo>
                  <a:lnTo>
                    <a:pt x="24" y="48"/>
                  </a:lnTo>
                  <a:lnTo>
                    <a:pt x="0" y="64"/>
                  </a:lnTo>
                  <a:lnTo>
                    <a:pt x="0" y="80"/>
                  </a:lnTo>
                  <a:lnTo>
                    <a:pt x="16" y="80"/>
                  </a:lnTo>
                  <a:lnTo>
                    <a:pt x="56" y="104"/>
                  </a:lnTo>
                  <a:lnTo>
                    <a:pt x="64" y="112"/>
                  </a:lnTo>
                  <a:lnTo>
                    <a:pt x="96" y="120"/>
                  </a:lnTo>
                  <a:lnTo>
                    <a:pt x="112" y="128"/>
                  </a:lnTo>
                  <a:lnTo>
                    <a:pt x="120" y="128"/>
                  </a:lnTo>
                  <a:lnTo>
                    <a:pt x="120" y="120"/>
                  </a:lnTo>
                  <a:lnTo>
                    <a:pt x="128" y="112"/>
                  </a:lnTo>
                  <a:lnTo>
                    <a:pt x="120" y="96"/>
                  </a:lnTo>
                  <a:lnTo>
                    <a:pt x="112" y="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8" name="Freeform 619"/>
            <p:cNvSpPr/>
            <p:nvPr/>
          </p:nvSpPr>
          <p:spPr bwMode="auto">
            <a:xfrm>
              <a:off x="5342373" y="3132002"/>
              <a:ext cx="85536" cy="53734"/>
            </a:xfrm>
            <a:custGeom>
              <a:avLst/>
              <a:gdLst>
                <a:gd name="T0" fmla="*/ 2147483647 w 64"/>
                <a:gd name="T1" fmla="*/ 2147483647 h 40"/>
                <a:gd name="T2" fmla="*/ 2147483647 w 64"/>
                <a:gd name="T3" fmla="*/ 2147483647 h 40"/>
                <a:gd name="T4" fmla="*/ 2147483647 w 64"/>
                <a:gd name="T5" fmla="*/ 2147483647 h 40"/>
                <a:gd name="T6" fmla="*/ 2147483647 w 64"/>
                <a:gd name="T7" fmla="*/ 2147483647 h 40"/>
                <a:gd name="T8" fmla="*/ 2147483647 w 64"/>
                <a:gd name="T9" fmla="*/ 0 h 40"/>
                <a:gd name="T10" fmla="*/ 2147483647 w 64"/>
                <a:gd name="T11" fmla="*/ 2147483647 h 40"/>
                <a:gd name="T12" fmla="*/ 2147483647 w 64"/>
                <a:gd name="T13" fmla="*/ 0 h 40"/>
                <a:gd name="T14" fmla="*/ 0 w 64"/>
                <a:gd name="T15" fmla="*/ 2147483647 h 40"/>
                <a:gd name="T16" fmla="*/ 2147483647 w 64"/>
                <a:gd name="T17" fmla="*/ 2147483647 h 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4"/>
                <a:gd name="T28" fmla="*/ 0 h 40"/>
                <a:gd name="T29" fmla="*/ 64 w 64"/>
                <a:gd name="T30" fmla="*/ 40 h 4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" h="40">
                  <a:moveTo>
                    <a:pt x="16" y="32"/>
                  </a:moveTo>
                  <a:lnTo>
                    <a:pt x="48" y="40"/>
                  </a:lnTo>
                  <a:lnTo>
                    <a:pt x="56" y="16"/>
                  </a:lnTo>
                  <a:lnTo>
                    <a:pt x="64" y="16"/>
                  </a:lnTo>
                  <a:lnTo>
                    <a:pt x="56" y="0"/>
                  </a:lnTo>
                  <a:lnTo>
                    <a:pt x="24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16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9" name="Freeform 620"/>
            <p:cNvSpPr/>
            <p:nvPr/>
          </p:nvSpPr>
          <p:spPr bwMode="auto">
            <a:xfrm>
              <a:off x="5127437" y="2896229"/>
              <a:ext cx="172168" cy="171072"/>
            </a:xfrm>
            <a:custGeom>
              <a:avLst/>
              <a:gdLst>
                <a:gd name="T0" fmla="*/ 2147483647 w 128"/>
                <a:gd name="T1" fmla="*/ 2147483647 h 128"/>
                <a:gd name="T2" fmla="*/ 2147483647 w 128"/>
                <a:gd name="T3" fmla="*/ 2147483647 h 128"/>
                <a:gd name="T4" fmla="*/ 2147483647 w 128"/>
                <a:gd name="T5" fmla="*/ 2147483647 h 128"/>
                <a:gd name="T6" fmla="*/ 2147483647 w 128"/>
                <a:gd name="T7" fmla="*/ 2147483647 h 128"/>
                <a:gd name="T8" fmla="*/ 2147483647 w 128"/>
                <a:gd name="T9" fmla="*/ 0 h 128"/>
                <a:gd name="T10" fmla="*/ 2147483647 w 128"/>
                <a:gd name="T11" fmla="*/ 0 h 128"/>
                <a:gd name="T12" fmla="*/ 2147483647 w 128"/>
                <a:gd name="T13" fmla="*/ 0 h 128"/>
                <a:gd name="T14" fmla="*/ 2147483647 w 128"/>
                <a:gd name="T15" fmla="*/ 0 h 128"/>
                <a:gd name="T16" fmla="*/ 2147483647 w 128"/>
                <a:gd name="T17" fmla="*/ 2147483647 h 128"/>
                <a:gd name="T18" fmla="*/ 2147483647 w 128"/>
                <a:gd name="T19" fmla="*/ 2147483647 h 128"/>
                <a:gd name="T20" fmla="*/ 2147483647 w 128"/>
                <a:gd name="T21" fmla="*/ 2147483647 h 128"/>
                <a:gd name="T22" fmla="*/ 0 w 128"/>
                <a:gd name="T23" fmla="*/ 2147483647 h 128"/>
                <a:gd name="T24" fmla="*/ 0 w 128"/>
                <a:gd name="T25" fmla="*/ 2147483647 h 128"/>
                <a:gd name="T26" fmla="*/ 2147483647 w 128"/>
                <a:gd name="T27" fmla="*/ 2147483647 h 128"/>
                <a:gd name="T28" fmla="*/ 2147483647 w 128"/>
                <a:gd name="T29" fmla="*/ 2147483647 h 128"/>
                <a:gd name="T30" fmla="*/ 2147483647 w 128"/>
                <a:gd name="T31" fmla="*/ 2147483647 h 128"/>
                <a:gd name="T32" fmla="*/ 2147483647 w 128"/>
                <a:gd name="T33" fmla="*/ 2147483647 h 128"/>
                <a:gd name="T34" fmla="*/ 2147483647 w 128"/>
                <a:gd name="T35" fmla="*/ 2147483647 h 128"/>
                <a:gd name="T36" fmla="*/ 2147483647 w 128"/>
                <a:gd name="T37" fmla="*/ 2147483647 h 128"/>
                <a:gd name="T38" fmla="*/ 2147483647 w 128"/>
                <a:gd name="T39" fmla="*/ 2147483647 h 128"/>
                <a:gd name="T40" fmla="*/ 2147483647 w 128"/>
                <a:gd name="T41" fmla="*/ 2147483647 h 128"/>
                <a:gd name="T42" fmla="*/ 2147483647 w 128"/>
                <a:gd name="T43" fmla="*/ 2147483647 h 128"/>
                <a:gd name="T44" fmla="*/ 2147483647 w 128"/>
                <a:gd name="T45" fmla="*/ 2147483647 h 12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28"/>
                <a:gd name="T70" fmla="*/ 0 h 128"/>
                <a:gd name="T71" fmla="*/ 128 w 128"/>
                <a:gd name="T72" fmla="*/ 128 h 128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28" h="128">
                  <a:moveTo>
                    <a:pt x="112" y="80"/>
                  </a:moveTo>
                  <a:lnTo>
                    <a:pt x="88" y="56"/>
                  </a:lnTo>
                  <a:lnTo>
                    <a:pt x="88" y="40"/>
                  </a:lnTo>
                  <a:lnTo>
                    <a:pt x="88" y="24"/>
                  </a:lnTo>
                  <a:lnTo>
                    <a:pt x="72" y="0"/>
                  </a:lnTo>
                  <a:lnTo>
                    <a:pt x="64" y="0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40" y="8"/>
                  </a:lnTo>
                  <a:lnTo>
                    <a:pt x="32" y="16"/>
                  </a:lnTo>
                  <a:lnTo>
                    <a:pt x="24" y="48"/>
                  </a:lnTo>
                  <a:lnTo>
                    <a:pt x="0" y="64"/>
                  </a:lnTo>
                  <a:lnTo>
                    <a:pt x="0" y="80"/>
                  </a:lnTo>
                  <a:lnTo>
                    <a:pt x="16" y="80"/>
                  </a:lnTo>
                  <a:lnTo>
                    <a:pt x="56" y="104"/>
                  </a:lnTo>
                  <a:lnTo>
                    <a:pt x="64" y="112"/>
                  </a:lnTo>
                  <a:lnTo>
                    <a:pt x="96" y="120"/>
                  </a:lnTo>
                  <a:lnTo>
                    <a:pt x="112" y="128"/>
                  </a:lnTo>
                  <a:lnTo>
                    <a:pt x="120" y="128"/>
                  </a:lnTo>
                  <a:lnTo>
                    <a:pt x="120" y="120"/>
                  </a:lnTo>
                  <a:lnTo>
                    <a:pt x="128" y="112"/>
                  </a:lnTo>
                  <a:lnTo>
                    <a:pt x="120" y="96"/>
                  </a:lnTo>
                  <a:lnTo>
                    <a:pt x="112" y="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0" name="Freeform 621"/>
            <p:cNvSpPr/>
            <p:nvPr/>
          </p:nvSpPr>
          <p:spPr bwMode="auto">
            <a:xfrm>
              <a:off x="5223939" y="2842495"/>
              <a:ext cx="322405" cy="300473"/>
            </a:xfrm>
            <a:custGeom>
              <a:avLst/>
              <a:gdLst>
                <a:gd name="T0" fmla="*/ 2147483647 w 240"/>
                <a:gd name="T1" fmla="*/ 2147483647 h 224"/>
                <a:gd name="T2" fmla="*/ 2147483647 w 240"/>
                <a:gd name="T3" fmla="*/ 2147483647 h 224"/>
                <a:gd name="T4" fmla="*/ 2147483647 w 240"/>
                <a:gd name="T5" fmla="*/ 2147483647 h 224"/>
                <a:gd name="T6" fmla="*/ 2147483647 w 240"/>
                <a:gd name="T7" fmla="*/ 2147483647 h 224"/>
                <a:gd name="T8" fmla="*/ 2147483647 w 240"/>
                <a:gd name="T9" fmla="*/ 2147483647 h 224"/>
                <a:gd name="T10" fmla="*/ 2147483647 w 240"/>
                <a:gd name="T11" fmla="*/ 2147483647 h 224"/>
                <a:gd name="T12" fmla="*/ 2147483647 w 240"/>
                <a:gd name="T13" fmla="*/ 2147483647 h 224"/>
                <a:gd name="T14" fmla="*/ 2147483647 w 240"/>
                <a:gd name="T15" fmla="*/ 2147483647 h 224"/>
                <a:gd name="T16" fmla="*/ 2147483647 w 240"/>
                <a:gd name="T17" fmla="*/ 2147483647 h 224"/>
                <a:gd name="T18" fmla="*/ 2147483647 w 240"/>
                <a:gd name="T19" fmla="*/ 2147483647 h 224"/>
                <a:gd name="T20" fmla="*/ 2147483647 w 240"/>
                <a:gd name="T21" fmla="*/ 2147483647 h 224"/>
                <a:gd name="T22" fmla="*/ 2147483647 w 240"/>
                <a:gd name="T23" fmla="*/ 2147483647 h 224"/>
                <a:gd name="T24" fmla="*/ 2147483647 w 240"/>
                <a:gd name="T25" fmla="*/ 2147483647 h 224"/>
                <a:gd name="T26" fmla="*/ 2147483647 w 240"/>
                <a:gd name="T27" fmla="*/ 2147483647 h 224"/>
                <a:gd name="T28" fmla="*/ 2147483647 w 240"/>
                <a:gd name="T29" fmla="*/ 2147483647 h 224"/>
                <a:gd name="T30" fmla="*/ 2147483647 w 240"/>
                <a:gd name="T31" fmla="*/ 2147483647 h 224"/>
                <a:gd name="T32" fmla="*/ 2147483647 w 240"/>
                <a:gd name="T33" fmla="*/ 2147483647 h 224"/>
                <a:gd name="T34" fmla="*/ 2147483647 w 240"/>
                <a:gd name="T35" fmla="*/ 2147483647 h 224"/>
                <a:gd name="T36" fmla="*/ 2147483647 w 240"/>
                <a:gd name="T37" fmla="*/ 2147483647 h 224"/>
                <a:gd name="T38" fmla="*/ 2147483647 w 240"/>
                <a:gd name="T39" fmla="*/ 0 h 224"/>
                <a:gd name="T40" fmla="*/ 2147483647 w 240"/>
                <a:gd name="T41" fmla="*/ 2147483647 h 224"/>
                <a:gd name="T42" fmla="*/ 2147483647 w 240"/>
                <a:gd name="T43" fmla="*/ 2147483647 h 224"/>
                <a:gd name="T44" fmla="*/ 0 w 240"/>
                <a:gd name="T45" fmla="*/ 0 h 224"/>
                <a:gd name="T46" fmla="*/ 0 w 240"/>
                <a:gd name="T47" fmla="*/ 2147483647 h 224"/>
                <a:gd name="T48" fmla="*/ 0 w 240"/>
                <a:gd name="T49" fmla="*/ 2147483647 h 224"/>
                <a:gd name="T50" fmla="*/ 2147483647 w 240"/>
                <a:gd name="T51" fmla="*/ 2147483647 h 224"/>
                <a:gd name="T52" fmla="*/ 2147483647 w 240"/>
                <a:gd name="T53" fmla="*/ 2147483647 h 224"/>
                <a:gd name="T54" fmla="*/ 2147483647 w 240"/>
                <a:gd name="T55" fmla="*/ 2147483647 h 224"/>
                <a:gd name="T56" fmla="*/ 2147483647 w 240"/>
                <a:gd name="T57" fmla="*/ 2147483647 h 224"/>
                <a:gd name="T58" fmla="*/ 2147483647 w 240"/>
                <a:gd name="T59" fmla="*/ 2147483647 h 224"/>
                <a:gd name="T60" fmla="*/ 2147483647 w 240"/>
                <a:gd name="T61" fmla="*/ 2147483647 h 224"/>
                <a:gd name="T62" fmla="*/ 2147483647 w 240"/>
                <a:gd name="T63" fmla="*/ 2147483647 h 224"/>
                <a:gd name="T64" fmla="*/ 2147483647 w 240"/>
                <a:gd name="T65" fmla="*/ 2147483647 h 224"/>
                <a:gd name="T66" fmla="*/ 2147483647 w 240"/>
                <a:gd name="T67" fmla="*/ 2147483647 h 224"/>
                <a:gd name="T68" fmla="*/ 2147483647 w 240"/>
                <a:gd name="T69" fmla="*/ 2147483647 h 224"/>
                <a:gd name="T70" fmla="*/ 2147483647 w 240"/>
                <a:gd name="T71" fmla="*/ 2147483647 h 224"/>
                <a:gd name="T72" fmla="*/ 2147483647 w 240"/>
                <a:gd name="T73" fmla="*/ 2147483647 h 224"/>
                <a:gd name="T74" fmla="*/ 2147483647 w 240"/>
                <a:gd name="T75" fmla="*/ 2147483647 h 224"/>
                <a:gd name="T76" fmla="*/ 2147483647 w 240"/>
                <a:gd name="T77" fmla="*/ 2147483647 h 224"/>
                <a:gd name="T78" fmla="*/ 2147483647 w 240"/>
                <a:gd name="T79" fmla="*/ 2147483647 h 224"/>
                <a:gd name="T80" fmla="*/ 2147483647 w 240"/>
                <a:gd name="T81" fmla="*/ 2147483647 h 224"/>
                <a:gd name="T82" fmla="*/ 2147483647 w 240"/>
                <a:gd name="T83" fmla="*/ 2147483647 h 224"/>
                <a:gd name="T84" fmla="*/ 2147483647 w 240"/>
                <a:gd name="T85" fmla="*/ 2147483647 h 224"/>
                <a:gd name="T86" fmla="*/ 2147483647 w 240"/>
                <a:gd name="T87" fmla="*/ 2147483647 h 224"/>
                <a:gd name="T88" fmla="*/ 2147483647 w 240"/>
                <a:gd name="T89" fmla="*/ 2147483647 h 224"/>
                <a:gd name="T90" fmla="*/ 2147483647 w 240"/>
                <a:gd name="T91" fmla="*/ 2147483647 h 224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240"/>
                <a:gd name="T139" fmla="*/ 0 h 224"/>
                <a:gd name="T140" fmla="*/ 240 w 240"/>
                <a:gd name="T141" fmla="*/ 224 h 224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240" h="224">
                  <a:moveTo>
                    <a:pt x="208" y="152"/>
                  </a:moveTo>
                  <a:lnTo>
                    <a:pt x="216" y="128"/>
                  </a:lnTo>
                  <a:lnTo>
                    <a:pt x="200" y="120"/>
                  </a:lnTo>
                  <a:lnTo>
                    <a:pt x="200" y="104"/>
                  </a:lnTo>
                  <a:lnTo>
                    <a:pt x="208" y="88"/>
                  </a:lnTo>
                  <a:lnTo>
                    <a:pt x="208" y="48"/>
                  </a:lnTo>
                  <a:lnTo>
                    <a:pt x="192" y="48"/>
                  </a:lnTo>
                  <a:lnTo>
                    <a:pt x="176" y="32"/>
                  </a:lnTo>
                  <a:lnTo>
                    <a:pt x="160" y="24"/>
                  </a:lnTo>
                  <a:lnTo>
                    <a:pt x="144" y="24"/>
                  </a:lnTo>
                  <a:lnTo>
                    <a:pt x="120" y="32"/>
                  </a:lnTo>
                  <a:lnTo>
                    <a:pt x="120" y="40"/>
                  </a:lnTo>
                  <a:lnTo>
                    <a:pt x="104" y="48"/>
                  </a:lnTo>
                  <a:lnTo>
                    <a:pt x="88" y="48"/>
                  </a:lnTo>
                  <a:lnTo>
                    <a:pt x="72" y="40"/>
                  </a:lnTo>
                  <a:lnTo>
                    <a:pt x="56" y="40"/>
                  </a:lnTo>
                  <a:lnTo>
                    <a:pt x="56" y="24"/>
                  </a:lnTo>
                  <a:lnTo>
                    <a:pt x="48" y="16"/>
                  </a:lnTo>
                  <a:lnTo>
                    <a:pt x="48" y="8"/>
                  </a:lnTo>
                  <a:lnTo>
                    <a:pt x="40" y="0"/>
                  </a:lnTo>
                  <a:lnTo>
                    <a:pt x="24" y="16"/>
                  </a:lnTo>
                  <a:lnTo>
                    <a:pt x="8" y="8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16" y="64"/>
                  </a:lnTo>
                  <a:lnTo>
                    <a:pt x="16" y="80"/>
                  </a:lnTo>
                  <a:lnTo>
                    <a:pt x="16" y="96"/>
                  </a:lnTo>
                  <a:lnTo>
                    <a:pt x="40" y="120"/>
                  </a:lnTo>
                  <a:lnTo>
                    <a:pt x="48" y="136"/>
                  </a:lnTo>
                  <a:lnTo>
                    <a:pt x="56" y="152"/>
                  </a:lnTo>
                  <a:lnTo>
                    <a:pt x="56" y="144"/>
                  </a:lnTo>
                  <a:lnTo>
                    <a:pt x="72" y="160"/>
                  </a:lnTo>
                  <a:lnTo>
                    <a:pt x="88" y="176"/>
                  </a:lnTo>
                  <a:lnTo>
                    <a:pt x="112" y="192"/>
                  </a:lnTo>
                  <a:lnTo>
                    <a:pt x="136" y="200"/>
                  </a:lnTo>
                  <a:lnTo>
                    <a:pt x="152" y="192"/>
                  </a:lnTo>
                  <a:lnTo>
                    <a:pt x="168" y="208"/>
                  </a:lnTo>
                  <a:lnTo>
                    <a:pt x="208" y="224"/>
                  </a:lnTo>
                  <a:lnTo>
                    <a:pt x="216" y="224"/>
                  </a:lnTo>
                  <a:lnTo>
                    <a:pt x="216" y="208"/>
                  </a:lnTo>
                  <a:lnTo>
                    <a:pt x="240" y="200"/>
                  </a:lnTo>
                  <a:lnTo>
                    <a:pt x="232" y="184"/>
                  </a:lnTo>
                  <a:lnTo>
                    <a:pt x="232" y="176"/>
                  </a:lnTo>
                  <a:lnTo>
                    <a:pt x="216" y="160"/>
                  </a:lnTo>
                  <a:lnTo>
                    <a:pt x="208" y="15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1" name="Freeform 622"/>
            <p:cNvSpPr/>
            <p:nvPr/>
          </p:nvSpPr>
          <p:spPr bwMode="auto">
            <a:xfrm>
              <a:off x="5503576" y="2907195"/>
              <a:ext cx="278541" cy="256608"/>
            </a:xfrm>
            <a:custGeom>
              <a:avLst/>
              <a:gdLst>
                <a:gd name="T0" fmla="*/ 2147483647 w 208"/>
                <a:gd name="T1" fmla="*/ 2147483647 h 192"/>
                <a:gd name="T2" fmla="*/ 2147483647 w 208"/>
                <a:gd name="T3" fmla="*/ 2147483647 h 192"/>
                <a:gd name="T4" fmla="*/ 2147483647 w 208"/>
                <a:gd name="T5" fmla="*/ 2147483647 h 192"/>
                <a:gd name="T6" fmla="*/ 2147483647 w 208"/>
                <a:gd name="T7" fmla="*/ 2147483647 h 192"/>
                <a:gd name="T8" fmla="*/ 2147483647 w 208"/>
                <a:gd name="T9" fmla="*/ 2147483647 h 192"/>
                <a:gd name="T10" fmla="*/ 2147483647 w 208"/>
                <a:gd name="T11" fmla="*/ 2147483647 h 192"/>
                <a:gd name="T12" fmla="*/ 2147483647 w 208"/>
                <a:gd name="T13" fmla="*/ 2147483647 h 192"/>
                <a:gd name="T14" fmla="*/ 2147483647 w 208"/>
                <a:gd name="T15" fmla="*/ 2147483647 h 192"/>
                <a:gd name="T16" fmla="*/ 2147483647 w 208"/>
                <a:gd name="T17" fmla="*/ 2147483647 h 192"/>
                <a:gd name="T18" fmla="*/ 2147483647 w 208"/>
                <a:gd name="T19" fmla="*/ 2147483647 h 192"/>
                <a:gd name="T20" fmla="*/ 2147483647 w 208"/>
                <a:gd name="T21" fmla="*/ 2147483647 h 192"/>
                <a:gd name="T22" fmla="*/ 2147483647 w 208"/>
                <a:gd name="T23" fmla="*/ 2147483647 h 192"/>
                <a:gd name="T24" fmla="*/ 2147483647 w 208"/>
                <a:gd name="T25" fmla="*/ 0 h 192"/>
                <a:gd name="T26" fmla="*/ 2147483647 w 208"/>
                <a:gd name="T27" fmla="*/ 0 h 192"/>
                <a:gd name="T28" fmla="*/ 2147483647 w 208"/>
                <a:gd name="T29" fmla="*/ 0 h 192"/>
                <a:gd name="T30" fmla="*/ 2147483647 w 208"/>
                <a:gd name="T31" fmla="*/ 2147483647 h 192"/>
                <a:gd name="T32" fmla="*/ 2147483647 w 208"/>
                <a:gd name="T33" fmla="*/ 2147483647 h 192"/>
                <a:gd name="T34" fmla="*/ 2147483647 w 208"/>
                <a:gd name="T35" fmla="*/ 2147483647 h 192"/>
                <a:gd name="T36" fmla="*/ 2147483647 w 208"/>
                <a:gd name="T37" fmla="*/ 2147483647 h 192"/>
                <a:gd name="T38" fmla="*/ 2147483647 w 208"/>
                <a:gd name="T39" fmla="*/ 2147483647 h 192"/>
                <a:gd name="T40" fmla="*/ 2147483647 w 208"/>
                <a:gd name="T41" fmla="*/ 2147483647 h 192"/>
                <a:gd name="T42" fmla="*/ 2147483647 w 208"/>
                <a:gd name="T43" fmla="*/ 2147483647 h 192"/>
                <a:gd name="T44" fmla="*/ 2147483647 w 208"/>
                <a:gd name="T45" fmla="*/ 2147483647 h 192"/>
                <a:gd name="T46" fmla="*/ 2147483647 w 208"/>
                <a:gd name="T47" fmla="*/ 2147483647 h 192"/>
                <a:gd name="T48" fmla="*/ 2147483647 w 208"/>
                <a:gd name="T49" fmla="*/ 2147483647 h 192"/>
                <a:gd name="T50" fmla="*/ 2147483647 w 208"/>
                <a:gd name="T51" fmla="*/ 2147483647 h 192"/>
                <a:gd name="T52" fmla="*/ 0 w 208"/>
                <a:gd name="T53" fmla="*/ 2147483647 h 192"/>
                <a:gd name="T54" fmla="*/ 2147483647 w 208"/>
                <a:gd name="T55" fmla="*/ 2147483647 h 192"/>
                <a:gd name="T56" fmla="*/ 2147483647 w 208"/>
                <a:gd name="T57" fmla="*/ 2147483647 h 192"/>
                <a:gd name="T58" fmla="*/ 2147483647 w 208"/>
                <a:gd name="T59" fmla="*/ 2147483647 h 192"/>
                <a:gd name="T60" fmla="*/ 2147483647 w 208"/>
                <a:gd name="T61" fmla="*/ 2147483647 h 192"/>
                <a:gd name="T62" fmla="*/ 2147483647 w 208"/>
                <a:gd name="T63" fmla="*/ 2147483647 h 192"/>
                <a:gd name="T64" fmla="*/ 2147483647 w 208"/>
                <a:gd name="T65" fmla="*/ 2147483647 h 192"/>
                <a:gd name="T66" fmla="*/ 2147483647 w 208"/>
                <a:gd name="T67" fmla="*/ 2147483647 h 192"/>
                <a:gd name="T68" fmla="*/ 2147483647 w 208"/>
                <a:gd name="T69" fmla="*/ 2147483647 h 192"/>
                <a:gd name="T70" fmla="*/ 2147483647 w 208"/>
                <a:gd name="T71" fmla="*/ 2147483647 h 192"/>
                <a:gd name="T72" fmla="*/ 2147483647 w 208"/>
                <a:gd name="T73" fmla="*/ 2147483647 h 192"/>
                <a:gd name="T74" fmla="*/ 2147483647 w 208"/>
                <a:gd name="T75" fmla="*/ 2147483647 h 19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08"/>
                <a:gd name="T115" fmla="*/ 0 h 192"/>
                <a:gd name="T116" fmla="*/ 208 w 208"/>
                <a:gd name="T117" fmla="*/ 192 h 19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08" h="192">
                  <a:moveTo>
                    <a:pt x="112" y="184"/>
                  </a:moveTo>
                  <a:lnTo>
                    <a:pt x="128" y="176"/>
                  </a:lnTo>
                  <a:lnTo>
                    <a:pt x="120" y="160"/>
                  </a:lnTo>
                  <a:lnTo>
                    <a:pt x="112" y="144"/>
                  </a:lnTo>
                  <a:lnTo>
                    <a:pt x="120" y="136"/>
                  </a:lnTo>
                  <a:lnTo>
                    <a:pt x="136" y="136"/>
                  </a:lnTo>
                  <a:lnTo>
                    <a:pt x="160" y="96"/>
                  </a:lnTo>
                  <a:lnTo>
                    <a:pt x="168" y="80"/>
                  </a:lnTo>
                  <a:lnTo>
                    <a:pt x="176" y="64"/>
                  </a:lnTo>
                  <a:lnTo>
                    <a:pt x="168" y="56"/>
                  </a:lnTo>
                  <a:lnTo>
                    <a:pt x="168" y="32"/>
                  </a:lnTo>
                  <a:lnTo>
                    <a:pt x="208" y="24"/>
                  </a:lnTo>
                  <a:lnTo>
                    <a:pt x="192" y="0"/>
                  </a:lnTo>
                  <a:lnTo>
                    <a:pt x="176" y="0"/>
                  </a:lnTo>
                  <a:lnTo>
                    <a:pt x="152" y="0"/>
                  </a:lnTo>
                  <a:lnTo>
                    <a:pt x="128" y="8"/>
                  </a:lnTo>
                  <a:lnTo>
                    <a:pt x="128" y="24"/>
                  </a:lnTo>
                  <a:lnTo>
                    <a:pt x="120" y="40"/>
                  </a:lnTo>
                  <a:lnTo>
                    <a:pt x="112" y="48"/>
                  </a:lnTo>
                  <a:lnTo>
                    <a:pt x="112" y="56"/>
                  </a:lnTo>
                  <a:lnTo>
                    <a:pt x="104" y="72"/>
                  </a:lnTo>
                  <a:lnTo>
                    <a:pt x="80" y="80"/>
                  </a:lnTo>
                  <a:lnTo>
                    <a:pt x="72" y="88"/>
                  </a:lnTo>
                  <a:lnTo>
                    <a:pt x="56" y="112"/>
                  </a:lnTo>
                  <a:lnTo>
                    <a:pt x="32" y="112"/>
                  </a:lnTo>
                  <a:lnTo>
                    <a:pt x="16" y="104"/>
                  </a:lnTo>
                  <a:lnTo>
                    <a:pt x="0" y="104"/>
                  </a:lnTo>
                  <a:lnTo>
                    <a:pt x="8" y="112"/>
                  </a:lnTo>
                  <a:lnTo>
                    <a:pt x="24" y="128"/>
                  </a:lnTo>
                  <a:lnTo>
                    <a:pt x="24" y="136"/>
                  </a:lnTo>
                  <a:lnTo>
                    <a:pt x="32" y="152"/>
                  </a:lnTo>
                  <a:lnTo>
                    <a:pt x="8" y="160"/>
                  </a:lnTo>
                  <a:lnTo>
                    <a:pt x="8" y="176"/>
                  </a:lnTo>
                  <a:lnTo>
                    <a:pt x="32" y="168"/>
                  </a:lnTo>
                  <a:lnTo>
                    <a:pt x="72" y="168"/>
                  </a:lnTo>
                  <a:lnTo>
                    <a:pt x="88" y="192"/>
                  </a:lnTo>
                  <a:lnTo>
                    <a:pt x="96" y="192"/>
                  </a:lnTo>
                  <a:lnTo>
                    <a:pt x="112" y="18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2" name="Freeform 623"/>
            <p:cNvSpPr/>
            <p:nvPr/>
          </p:nvSpPr>
          <p:spPr bwMode="auto">
            <a:xfrm>
              <a:off x="5622010" y="2928031"/>
              <a:ext cx="493477" cy="515410"/>
            </a:xfrm>
            <a:custGeom>
              <a:avLst/>
              <a:gdLst>
                <a:gd name="T0" fmla="*/ 2147483647 w 368"/>
                <a:gd name="T1" fmla="*/ 2147483647 h 384"/>
                <a:gd name="T2" fmla="*/ 2147483647 w 368"/>
                <a:gd name="T3" fmla="*/ 2147483647 h 384"/>
                <a:gd name="T4" fmla="*/ 2147483647 w 368"/>
                <a:gd name="T5" fmla="*/ 2147483647 h 384"/>
                <a:gd name="T6" fmla="*/ 2147483647 w 368"/>
                <a:gd name="T7" fmla="*/ 2147483647 h 384"/>
                <a:gd name="T8" fmla="*/ 2147483647 w 368"/>
                <a:gd name="T9" fmla="*/ 2147483647 h 384"/>
                <a:gd name="T10" fmla="*/ 2147483647 w 368"/>
                <a:gd name="T11" fmla="*/ 2147483647 h 384"/>
                <a:gd name="T12" fmla="*/ 2147483647 w 368"/>
                <a:gd name="T13" fmla="*/ 2147483647 h 384"/>
                <a:gd name="T14" fmla="*/ 2147483647 w 368"/>
                <a:gd name="T15" fmla="*/ 2147483647 h 384"/>
                <a:gd name="T16" fmla="*/ 2147483647 w 368"/>
                <a:gd name="T17" fmla="*/ 2147483647 h 384"/>
                <a:gd name="T18" fmla="*/ 2147483647 w 368"/>
                <a:gd name="T19" fmla="*/ 2147483647 h 384"/>
                <a:gd name="T20" fmla="*/ 2147483647 w 368"/>
                <a:gd name="T21" fmla="*/ 2147483647 h 384"/>
                <a:gd name="T22" fmla="*/ 2147483647 w 368"/>
                <a:gd name="T23" fmla="*/ 2147483647 h 384"/>
                <a:gd name="T24" fmla="*/ 2147483647 w 368"/>
                <a:gd name="T25" fmla="*/ 0 h 384"/>
                <a:gd name="T26" fmla="*/ 2147483647 w 368"/>
                <a:gd name="T27" fmla="*/ 2147483647 h 384"/>
                <a:gd name="T28" fmla="*/ 2147483647 w 368"/>
                <a:gd name="T29" fmla="*/ 2147483647 h 384"/>
                <a:gd name="T30" fmla="*/ 2147483647 w 368"/>
                <a:gd name="T31" fmla="*/ 2147483647 h 384"/>
                <a:gd name="T32" fmla="*/ 2147483647 w 368"/>
                <a:gd name="T33" fmla="*/ 2147483647 h 384"/>
                <a:gd name="T34" fmla="*/ 2147483647 w 368"/>
                <a:gd name="T35" fmla="*/ 2147483647 h 384"/>
                <a:gd name="T36" fmla="*/ 2147483647 w 368"/>
                <a:gd name="T37" fmla="*/ 2147483647 h 384"/>
                <a:gd name="T38" fmla="*/ 2147483647 w 368"/>
                <a:gd name="T39" fmla="*/ 2147483647 h 384"/>
                <a:gd name="T40" fmla="*/ 2147483647 w 368"/>
                <a:gd name="T41" fmla="*/ 2147483647 h 384"/>
                <a:gd name="T42" fmla="*/ 2147483647 w 368"/>
                <a:gd name="T43" fmla="*/ 2147483647 h 384"/>
                <a:gd name="T44" fmla="*/ 2147483647 w 368"/>
                <a:gd name="T45" fmla="*/ 2147483647 h 384"/>
                <a:gd name="T46" fmla="*/ 2147483647 w 368"/>
                <a:gd name="T47" fmla="*/ 2147483647 h 384"/>
                <a:gd name="T48" fmla="*/ 2147483647 w 368"/>
                <a:gd name="T49" fmla="*/ 2147483647 h 384"/>
                <a:gd name="T50" fmla="*/ 2147483647 w 368"/>
                <a:gd name="T51" fmla="*/ 2147483647 h 384"/>
                <a:gd name="T52" fmla="*/ 2147483647 w 368"/>
                <a:gd name="T53" fmla="*/ 2147483647 h 384"/>
                <a:gd name="T54" fmla="*/ 2147483647 w 368"/>
                <a:gd name="T55" fmla="*/ 2147483647 h 384"/>
                <a:gd name="T56" fmla="*/ 2147483647 w 368"/>
                <a:gd name="T57" fmla="*/ 2147483647 h 384"/>
                <a:gd name="T58" fmla="*/ 2147483647 w 368"/>
                <a:gd name="T59" fmla="*/ 2147483647 h 384"/>
                <a:gd name="T60" fmla="*/ 2147483647 w 368"/>
                <a:gd name="T61" fmla="*/ 2147483647 h 384"/>
                <a:gd name="T62" fmla="*/ 2147483647 w 368"/>
                <a:gd name="T63" fmla="*/ 2147483647 h 384"/>
                <a:gd name="T64" fmla="*/ 2147483647 w 368"/>
                <a:gd name="T65" fmla="*/ 2147483647 h 384"/>
                <a:gd name="T66" fmla="*/ 2147483647 w 368"/>
                <a:gd name="T67" fmla="*/ 2147483647 h 384"/>
                <a:gd name="T68" fmla="*/ 2147483647 w 368"/>
                <a:gd name="T69" fmla="*/ 2147483647 h 384"/>
                <a:gd name="T70" fmla="*/ 2147483647 w 368"/>
                <a:gd name="T71" fmla="*/ 2147483647 h 38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68"/>
                <a:gd name="T109" fmla="*/ 0 h 384"/>
                <a:gd name="T110" fmla="*/ 368 w 368"/>
                <a:gd name="T111" fmla="*/ 384 h 38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68" h="384">
                  <a:moveTo>
                    <a:pt x="328" y="168"/>
                  </a:moveTo>
                  <a:lnTo>
                    <a:pt x="344" y="160"/>
                  </a:lnTo>
                  <a:lnTo>
                    <a:pt x="352" y="136"/>
                  </a:lnTo>
                  <a:lnTo>
                    <a:pt x="368" y="120"/>
                  </a:lnTo>
                  <a:lnTo>
                    <a:pt x="368" y="112"/>
                  </a:lnTo>
                  <a:lnTo>
                    <a:pt x="352" y="104"/>
                  </a:lnTo>
                  <a:lnTo>
                    <a:pt x="336" y="104"/>
                  </a:lnTo>
                  <a:lnTo>
                    <a:pt x="320" y="112"/>
                  </a:lnTo>
                  <a:lnTo>
                    <a:pt x="304" y="128"/>
                  </a:lnTo>
                  <a:lnTo>
                    <a:pt x="288" y="128"/>
                  </a:lnTo>
                  <a:lnTo>
                    <a:pt x="272" y="128"/>
                  </a:lnTo>
                  <a:lnTo>
                    <a:pt x="264" y="120"/>
                  </a:lnTo>
                  <a:lnTo>
                    <a:pt x="256" y="120"/>
                  </a:lnTo>
                  <a:lnTo>
                    <a:pt x="248" y="136"/>
                  </a:lnTo>
                  <a:lnTo>
                    <a:pt x="240" y="136"/>
                  </a:lnTo>
                  <a:lnTo>
                    <a:pt x="224" y="128"/>
                  </a:lnTo>
                  <a:lnTo>
                    <a:pt x="192" y="128"/>
                  </a:lnTo>
                  <a:lnTo>
                    <a:pt x="152" y="104"/>
                  </a:lnTo>
                  <a:lnTo>
                    <a:pt x="168" y="80"/>
                  </a:lnTo>
                  <a:lnTo>
                    <a:pt x="144" y="72"/>
                  </a:lnTo>
                  <a:lnTo>
                    <a:pt x="136" y="56"/>
                  </a:lnTo>
                  <a:lnTo>
                    <a:pt x="144" y="48"/>
                  </a:lnTo>
                  <a:lnTo>
                    <a:pt x="144" y="32"/>
                  </a:lnTo>
                  <a:lnTo>
                    <a:pt x="160" y="8"/>
                  </a:lnTo>
                  <a:lnTo>
                    <a:pt x="152" y="0"/>
                  </a:lnTo>
                  <a:lnTo>
                    <a:pt x="128" y="0"/>
                  </a:lnTo>
                  <a:lnTo>
                    <a:pt x="112" y="0"/>
                  </a:lnTo>
                  <a:lnTo>
                    <a:pt x="120" y="8"/>
                  </a:lnTo>
                  <a:lnTo>
                    <a:pt x="80" y="16"/>
                  </a:lnTo>
                  <a:lnTo>
                    <a:pt x="80" y="40"/>
                  </a:lnTo>
                  <a:lnTo>
                    <a:pt x="88" y="48"/>
                  </a:lnTo>
                  <a:lnTo>
                    <a:pt x="80" y="64"/>
                  </a:lnTo>
                  <a:lnTo>
                    <a:pt x="72" y="80"/>
                  </a:lnTo>
                  <a:lnTo>
                    <a:pt x="48" y="120"/>
                  </a:lnTo>
                  <a:lnTo>
                    <a:pt x="32" y="120"/>
                  </a:lnTo>
                  <a:lnTo>
                    <a:pt x="24" y="128"/>
                  </a:lnTo>
                  <a:lnTo>
                    <a:pt x="32" y="144"/>
                  </a:lnTo>
                  <a:lnTo>
                    <a:pt x="40" y="160"/>
                  </a:lnTo>
                  <a:lnTo>
                    <a:pt x="24" y="168"/>
                  </a:lnTo>
                  <a:lnTo>
                    <a:pt x="8" y="176"/>
                  </a:lnTo>
                  <a:lnTo>
                    <a:pt x="0" y="176"/>
                  </a:lnTo>
                  <a:lnTo>
                    <a:pt x="16" y="200"/>
                  </a:lnTo>
                  <a:lnTo>
                    <a:pt x="32" y="216"/>
                  </a:lnTo>
                  <a:lnTo>
                    <a:pt x="56" y="200"/>
                  </a:lnTo>
                  <a:lnTo>
                    <a:pt x="64" y="272"/>
                  </a:lnTo>
                  <a:lnTo>
                    <a:pt x="72" y="304"/>
                  </a:lnTo>
                  <a:lnTo>
                    <a:pt x="96" y="344"/>
                  </a:lnTo>
                  <a:lnTo>
                    <a:pt x="104" y="360"/>
                  </a:lnTo>
                  <a:lnTo>
                    <a:pt x="120" y="384"/>
                  </a:lnTo>
                  <a:lnTo>
                    <a:pt x="128" y="368"/>
                  </a:lnTo>
                  <a:lnTo>
                    <a:pt x="144" y="352"/>
                  </a:lnTo>
                  <a:lnTo>
                    <a:pt x="152" y="336"/>
                  </a:lnTo>
                  <a:lnTo>
                    <a:pt x="152" y="304"/>
                  </a:lnTo>
                  <a:lnTo>
                    <a:pt x="160" y="280"/>
                  </a:lnTo>
                  <a:lnTo>
                    <a:pt x="184" y="256"/>
                  </a:lnTo>
                  <a:lnTo>
                    <a:pt x="216" y="240"/>
                  </a:lnTo>
                  <a:lnTo>
                    <a:pt x="232" y="224"/>
                  </a:lnTo>
                  <a:lnTo>
                    <a:pt x="240" y="200"/>
                  </a:lnTo>
                  <a:lnTo>
                    <a:pt x="264" y="200"/>
                  </a:lnTo>
                  <a:lnTo>
                    <a:pt x="256" y="168"/>
                  </a:lnTo>
                  <a:lnTo>
                    <a:pt x="248" y="160"/>
                  </a:lnTo>
                  <a:lnTo>
                    <a:pt x="256" y="152"/>
                  </a:lnTo>
                  <a:lnTo>
                    <a:pt x="256" y="144"/>
                  </a:lnTo>
                  <a:lnTo>
                    <a:pt x="272" y="144"/>
                  </a:lnTo>
                  <a:lnTo>
                    <a:pt x="280" y="152"/>
                  </a:lnTo>
                  <a:lnTo>
                    <a:pt x="304" y="160"/>
                  </a:lnTo>
                  <a:lnTo>
                    <a:pt x="304" y="168"/>
                  </a:lnTo>
                  <a:lnTo>
                    <a:pt x="296" y="176"/>
                  </a:lnTo>
                  <a:lnTo>
                    <a:pt x="312" y="176"/>
                  </a:lnTo>
                  <a:lnTo>
                    <a:pt x="304" y="192"/>
                  </a:lnTo>
                  <a:lnTo>
                    <a:pt x="312" y="208"/>
                  </a:lnTo>
                  <a:lnTo>
                    <a:pt x="320" y="192"/>
                  </a:lnTo>
                  <a:lnTo>
                    <a:pt x="328" y="16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3" name="Freeform 624"/>
            <p:cNvSpPr/>
            <p:nvPr/>
          </p:nvSpPr>
          <p:spPr bwMode="auto">
            <a:xfrm>
              <a:off x="5492609" y="2874296"/>
              <a:ext cx="246739" cy="183135"/>
            </a:xfrm>
            <a:custGeom>
              <a:avLst/>
              <a:gdLst>
                <a:gd name="T0" fmla="*/ 2147483647 w 184"/>
                <a:gd name="T1" fmla="*/ 2147483647 h 136"/>
                <a:gd name="T2" fmla="*/ 2147483647 w 184"/>
                <a:gd name="T3" fmla="*/ 2147483647 h 136"/>
                <a:gd name="T4" fmla="*/ 2147483647 w 184"/>
                <a:gd name="T5" fmla="*/ 2147483647 h 136"/>
                <a:gd name="T6" fmla="*/ 2147483647 w 184"/>
                <a:gd name="T7" fmla="*/ 0 h 136"/>
                <a:gd name="T8" fmla="*/ 2147483647 w 184"/>
                <a:gd name="T9" fmla="*/ 2147483647 h 136"/>
                <a:gd name="T10" fmla="*/ 2147483647 w 184"/>
                <a:gd name="T11" fmla="*/ 2147483647 h 136"/>
                <a:gd name="T12" fmla="*/ 2147483647 w 184"/>
                <a:gd name="T13" fmla="*/ 2147483647 h 136"/>
                <a:gd name="T14" fmla="*/ 2147483647 w 184"/>
                <a:gd name="T15" fmla="*/ 2147483647 h 136"/>
                <a:gd name="T16" fmla="*/ 2147483647 w 184"/>
                <a:gd name="T17" fmla="*/ 2147483647 h 136"/>
                <a:gd name="T18" fmla="*/ 2147483647 w 184"/>
                <a:gd name="T19" fmla="*/ 2147483647 h 136"/>
                <a:gd name="T20" fmla="*/ 2147483647 w 184"/>
                <a:gd name="T21" fmla="*/ 2147483647 h 136"/>
                <a:gd name="T22" fmla="*/ 2147483647 w 184"/>
                <a:gd name="T23" fmla="*/ 2147483647 h 136"/>
                <a:gd name="T24" fmla="*/ 2147483647 w 184"/>
                <a:gd name="T25" fmla="*/ 2147483647 h 136"/>
                <a:gd name="T26" fmla="*/ 2147483647 w 184"/>
                <a:gd name="T27" fmla="*/ 2147483647 h 136"/>
                <a:gd name="T28" fmla="*/ 2147483647 w 184"/>
                <a:gd name="T29" fmla="*/ 2147483647 h 136"/>
                <a:gd name="T30" fmla="*/ 2147483647 w 184"/>
                <a:gd name="T31" fmla="*/ 2147483647 h 136"/>
                <a:gd name="T32" fmla="*/ 0 w 184"/>
                <a:gd name="T33" fmla="*/ 2147483647 h 136"/>
                <a:gd name="T34" fmla="*/ 0 w 184"/>
                <a:gd name="T35" fmla="*/ 2147483647 h 136"/>
                <a:gd name="T36" fmla="*/ 2147483647 w 184"/>
                <a:gd name="T37" fmla="*/ 2147483647 h 136"/>
                <a:gd name="T38" fmla="*/ 2147483647 w 184"/>
                <a:gd name="T39" fmla="*/ 2147483647 h 136"/>
                <a:gd name="T40" fmla="*/ 2147483647 w 184"/>
                <a:gd name="T41" fmla="*/ 2147483647 h 136"/>
                <a:gd name="T42" fmla="*/ 2147483647 w 184"/>
                <a:gd name="T43" fmla="*/ 2147483647 h 136"/>
                <a:gd name="T44" fmla="*/ 2147483647 w 184"/>
                <a:gd name="T45" fmla="*/ 2147483647 h 136"/>
                <a:gd name="T46" fmla="*/ 2147483647 w 184"/>
                <a:gd name="T47" fmla="*/ 2147483647 h 136"/>
                <a:gd name="T48" fmla="*/ 2147483647 w 184"/>
                <a:gd name="T49" fmla="*/ 2147483647 h 136"/>
                <a:gd name="T50" fmla="*/ 2147483647 w 184"/>
                <a:gd name="T51" fmla="*/ 2147483647 h 136"/>
                <a:gd name="T52" fmla="*/ 2147483647 w 184"/>
                <a:gd name="T53" fmla="*/ 2147483647 h 136"/>
                <a:gd name="T54" fmla="*/ 2147483647 w 184"/>
                <a:gd name="T55" fmla="*/ 2147483647 h 136"/>
                <a:gd name="T56" fmla="*/ 2147483647 w 184"/>
                <a:gd name="T57" fmla="*/ 2147483647 h 136"/>
                <a:gd name="T58" fmla="*/ 2147483647 w 184"/>
                <a:gd name="T59" fmla="*/ 2147483647 h 136"/>
                <a:gd name="T60" fmla="*/ 2147483647 w 184"/>
                <a:gd name="T61" fmla="*/ 2147483647 h 136"/>
                <a:gd name="T62" fmla="*/ 2147483647 w 184"/>
                <a:gd name="T63" fmla="*/ 2147483647 h 136"/>
                <a:gd name="T64" fmla="*/ 2147483647 w 184"/>
                <a:gd name="T65" fmla="*/ 2147483647 h 136"/>
                <a:gd name="T66" fmla="*/ 2147483647 w 184"/>
                <a:gd name="T67" fmla="*/ 2147483647 h 136"/>
                <a:gd name="T68" fmla="*/ 2147483647 w 184"/>
                <a:gd name="T69" fmla="*/ 2147483647 h 1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84"/>
                <a:gd name="T106" fmla="*/ 0 h 136"/>
                <a:gd name="T107" fmla="*/ 184 w 184"/>
                <a:gd name="T108" fmla="*/ 136 h 1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84" h="136">
                  <a:moveTo>
                    <a:pt x="168" y="8"/>
                  </a:moveTo>
                  <a:lnTo>
                    <a:pt x="152" y="16"/>
                  </a:lnTo>
                  <a:lnTo>
                    <a:pt x="144" y="16"/>
                  </a:lnTo>
                  <a:lnTo>
                    <a:pt x="136" y="0"/>
                  </a:lnTo>
                  <a:lnTo>
                    <a:pt x="120" y="8"/>
                  </a:lnTo>
                  <a:lnTo>
                    <a:pt x="112" y="16"/>
                  </a:lnTo>
                  <a:lnTo>
                    <a:pt x="96" y="24"/>
                  </a:lnTo>
                  <a:lnTo>
                    <a:pt x="88" y="16"/>
                  </a:lnTo>
                  <a:lnTo>
                    <a:pt x="80" y="16"/>
                  </a:lnTo>
                  <a:lnTo>
                    <a:pt x="64" y="8"/>
                  </a:lnTo>
                  <a:lnTo>
                    <a:pt x="56" y="32"/>
                  </a:lnTo>
                  <a:lnTo>
                    <a:pt x="40" y="40"/>
                  </a:lnTo>
                  <a:lnTo>
                    <a:pt x="32" y="48"/>
                  </a:lnTo>
                  <a:lnTo>
                    <a:pt x="16" y="40"/>
                  </a:lnTo>
                  <a:lnTo>
                    <a:pt x="8" y="40"/>
                  </a:lnTo>
                  <a:lnTo>
                    <a:pt x="8" y="64"/>
                  </a:lnTo>
                  <a:lnTo>
                    <a:pt x="0" y="80"/>
                  </a:lnTo>
                  <a:lnTo>
                    <a:pt x="0" y="96"/>
                  </a:lnTo>
                  <a:lnTo>
                    <a:pt x="16" y="104"/>
                  </a:lnTo>
                  <a:lnTo>
                    <a:pt x="8" y="128"/>
                  </a:lnTo>
                  <a:lnTo>
                    <a:pt x="24" y="128"/>
                  </a:lnTo>
                  <a:lnTo>
                    <a:pt x="40" y="136"/>
                  </a:lnTo>
                  <a:lnTo>
                    <a:pt x="64" y="136"/>
                  </a:lnTo>
                  <a:lnTo>
                    <a:pt x="80" y="112"/>
                  </a:lnTo>
                  <a:lnTo>
                    <a:pt x="88" y="104"/>
                  </a:lnTo>
                  <a:lnTo>
                    <a:pt x="112" y="96"/>
                  </a:lnTo>
                  <a:lnTo>
                    <a:pt x="120" y="80"/>
                  </a:lnTo>
                  <a:lnTo>
                    <a:pt x="120" y="72"/>
                  </a:lnTo>
                  <a:lnTo>
                    <a:pt x="128" y="64"/>
                  </a:lnTo>
                  <a:lnTo>
                    <a:pt x="136" y="48"/>
                  </a:lnTo>
                  <a:lnTo>
                    <a:pt x="136" y="32"/>
                  </a:lnTo>
                  <a:lnTo>
                    <a:pt x="160" y="24"/>
                  </a:lnTo>
                  <a:lnTo>
                    <a:pt x="184" y="24"/>
                  </a:lnTo>
                  <a:lnTo>
                    <a:pt x="176" y="8"/>
                  </a:lnTo>
                  <a:lnTo>
                    <a:pt x="16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4" name="Freeform 625"/>
            <p:cNvSpPr/>
            <p:nvPr/>
          </p:nvSpPr>
          <p:spPr bwMode="auto">
            <a:xfrm>
              <a:off x="6039821" y="3078267"/>
              <a:ext cx="203971" cy="472642"/>
            </a:xfrm>
            <a:custGeom>
              <a:avLst/>
              <a:gdLst>
                <a:gd name="T0" fmla="*/ 2147483647 w 152"/>
                <a:gd name="T1" fmla="*/ 2147483647 h 352"/>
                <a:gd name="T2" fmla="*/ 2147483647 w 152"/>
                <a:gd name="T3" fmla="*/ 2147483647 h 352"/>
                <a:gd name="T4" fmla="*/ 2147483647 w 152"/>
                <a:gd name="T5" fmla="*/ 2147483647 h 352"/>
                <a:gd name="T6" fmla="*/ 2147483647 w 152"/>
                <a:gd name="T7" fmla="*/ 2147483647 h 352"/>
                <a:gd name="T8" fmla="*/ 2147483647 w 152"/>
                <a:gd name="T9" fmla="*/ 2147483647 h 352"/>
                <a:gd name="T10" fmla="*/ 2147483647 w 152"/>
                <a:gd name="T11" fmla="*/ 2147483647 h 352"/>
                <a:gd name="T12" fmla="*/ 2147483647 w 152"/>
                <a:gd name="T13" fmla="*/ 2147483647 h 352"/>
                <a:gd name="T14" fmla="*/ 2147483647 w 152"/>
                <a:gd name="T15" fmla="*/ 2147483647 h 352"/>
                <a:gd name="T16" fmla="*/ 2147483647 w 152"/>
                <a:gd name="T17" fmla="*/ 2147483647 h 352"/>
                <a:gd name="T18" fmla="*/ 2147483647 w 152"/>
                <a:gd name="T19" fmla="*/ 0 h 352"/>
                <a:gd name="T20" fmla="*/ 2147483647 w 152"/>
                <a:gd name="T21" fmla="*/ 0 h 352"/>
                <a:gd name="T22" fmla="*/ 2147483647 w 152"/>
                <a:gd name="T23" fmla="*/ 2147483647 h 352"/>
                <a:gd name="T24" fmla="*/ 2147483647 w 152"/>
                <a:gd name="T25" fmla="*/ 2147483647 h 352"/>
                <a:gd name="T26" fmla="*/ 2147483647 w 152"/>
                <a:gd name="T27" fmla="*/ 2147483647 h 352"/>
                <a:gd name="T28" fmla="*/ 2147483647 w 152"/>
                <a:gd name="T29" fmla="*/ 2147483647 h 352"/>
                <a:gd name="T30" fmla="*/ 2147483647 w 152"/>
                <a:gd name="T31" fmla="*/ 2147483647 h 352"/>
                <a:gd name="T32" fmla="*/ 0 w 152"/>
                <a:gd name="T33" fmla="*/ 2147483647 h 352"/>
                <a:gd name="T34" fmla="*/ 2147483647 w 152"/>
                <a:gd name="T35" fmla="*/ 2147483647 h 352"/>
                <a:gd name="T36" fmla="*/ 2147483647 w 152"/>
                <a:gd name="T37" fmla="*/ 2147483647 h 352"/>
                <a:gd name="T38" fmla="*/ 2147483647 w 152"/>
                <a:gd name="T39" fmla="*/ 2147483647 h 352"/>
                <a:gd name="T40" fmla="*/ 2147483647 w 152"/>
                <a:gd name="T41" fmla="*/ 2147483647 h 352"/>
                <a:gd name="T42" fmla="*/ 2147483647 w 152"/>
                <a:gd name="T43" fmla="*/ 2147483647 h 352"/>
                <a:gd name="T44" fmla="*/ 2147483647 w 152"/>
                <a:gd name="T45" fmla="*/ 2147483647 h 352"/>
                <a:gd name="T46" fmla="*/ 2147483647 w 152"/>
                <a:gd name="T47" fmla="*/ 2147483647 h 352"/>
                <a:gd name="T48" fmla="*/ 2147483647 w 152"/>
                <a:gd name="T49" fmla="*/ 2147483647 h 352"/>
                <a:gd name="T50" fmla="*/ 2147483647 w 152"/>
                <a:gd name="T51" fmla="*/ 2147483647 h 352"/>
                <a:gd name="T52" fmla="*/ 2147483647 w 152"/>
                <a:gd name="T53" fmla="*/ 2147483647 h 352"/>
                <a:gd name="T54" fmla="*/ 2147483647 w 152"/>
                <a:gd name="T55" fmla="*/ 2147483647 h 352"/>
                <a:gd name="T56" fmla="*/ 2147483647 w 152"/>
                <a:gd name="T57" fmla="*/ 2147483647 h 352"/>
                <a:gd name="T58" fmla="*/ 2147483647 w 152"/>
                <a:gd name="T59" fmla="*/ 2147483647 h 352"/>
                <a:gd name="T60" fmla="*/ 2147483647 w 152"/>
                <a:gd name="T61" fmla="*/ 2147483647 h 352"/>
                <a:gd name="T62" fmla="*/ 2147483647 w 152"/>
                <a:gd name="T63" fmla="*/ 2147483647 h 352"/>
                <a:gd name="T64" fmla="*/ 2147483647 w 152"/>
                <a:gd name="T65" fmla="*/ 2147483647 h 352"/>
                <a:gd name="T66" fmla="*/ 2147483647 w 152"/>
                <a:gd name="T67" fmla="*/ 2147483647 h 352"/>
                <a:gd name="T68" fmla="*/ 2147483647 w 152"/>
                <a:gd name="T69" fmla="*/ 2147483647 h 352"/>
                <a:gd name="T70" fmla="*/ 2147483647 w 152"/>
                <a:gd name="T71" fmla="*/ 2147483647 h 352"/>
                <a:gd name="T72" fmla="*/ 2147483647 w 152"/>
                <a:gd name="T73" fmla="*/ 2147483647 h 352"/>
                <a:gd name="T74" fmla="*/ 2147483647 w 152"/>
                <a:gd name="T75" fmla="*/ 2147483647 h 352"/>
                <a:gd name="T76" fmla="*/ 2147483647 w 152"/>
                <a:gd name="T77" fmla="*/ 2147483647 h 352"/>
                <a:gd name="T78" fmla="*/ 2147483647 w 152"/>
                <a:gd name="T79" fmla="*/ 2147483647 h 352"/>
                <a:gd name="T80" fmla="*/ 2147483647 w 152"/>
                <a:gd name="T81" fmla="*/ 2147483647 h 352"/>
                <a:gd name="T82" fmla="*/ 2147483647 w 152"/>
                <a:gd name="T83" fmla="*/ 2147483647 h 352"/>
                <a:gd name="T84" fmla="*/ 2147483647 w 152"/>
                <a:gd name="T85" fmla="*/ 2147483647 h 352"/>
                <a:gd name="T86" fmla="*/ 2147483647 w 152"/>
                <a:gd name="T87" fmla="*/ 2147483647 h 352"/>
                <a:gd name="T88" fmla="*/ 2147483647 w 152"/>
                <a:gd name="T89" fmla="*/ 2147483647 h 352"/>
                <a:gd name="T90" fmla="*/ 2147483647 w 152"/>
                <a:gd name="T91" fmla="*/ 2147483647 h 35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52"/>
                <a:gd name="T139" fmla="*/ 0 h 352"/>
                <a:gd name="T140" fmla="*/ 152 w 152"/>
                <a:gd name="T141" fmla="*/ 352 h 352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52" h="352">
                  <a:moveTo>
                    <a:pt x="96" y="104"/>
                  </a:moveTo>
                  <a:lnTo>
                    <a:pt x="112" y="88"/>
                  </a:lnTo>
                  <a:lnTo>
                    <a:pt x="88" y="80"/>
                  </a:lnTo>
                  <a:lnTo>
                    <a:pt x="88" y="72"/>
                  </a:lnTo>
                  <a:lnTo>
                    <a:pt x="80" y="64"/>
                  </a:lnTo>
                  <a:lnTo>
                    <a:pt x="72" y="56"/>
                  </a:lnTo>
                  <a:lnTo>
                    <a:pt x="72" y="48"/>
                  </a:lnTo>
                  <a:lnTo>
                    <a:pt x="80" y="24"/>
                  </a:lnTo>
                  <a:lnTo>
                    <a:pt x="72" y="8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56" y="8"/>
                  </a:lnTo>
                  <a:lnTo>
                    <a:pt x="40" y="24"/>
                  </a:lnTo>
                  <a:lnTo>
                    <a:pt x="32" y="48"/>
                  </a:lnTo>
                  <a:lnTo>
                    <a:pt x="16" y="56"/>
                  </a:lnTo>
                  <a:lnTo>
                    <a:pt x="8" y="80"/>
                  </a:lnTo>
                  <a:lnTo>
                    <a:pt x="0" y="96"/>
                  </a:lnTo>
                  <a:lnTo>
                    <a:pt x="8" y="112"/>
                  </a:lnTo>
                  <a:lnTo>
                    <a:pt x="24" y="160"/>
                  </a:lnTo>
                  <a:lnTo>
                    <a:pt x="40" y="168"/>
                  </a:lnTo>
                  <a:lnTo>
                    <a:pt x="56" y="160"/>
                  </a:lnTo>
                  <a:lnTo>
                    <a:pt x="64" y="168"/>
                  </a:lnTo>
                  <a:lnTo>
                    <a:pt x="72" y="192"/>
                  </a:lnTo>
                  <a:lnTo>
                    <a:pt x="72" y="224"/>
                  </a:lnTo>
                  <a:lnTo>
                    <a:pt x="72" y="264"/>
                  </a:lnTo>
                  <a:lnTo>
                    <a:pt x="88" y="280"/>
                  </a:lnTo>
                  <a:lnTo>
                    <a:pt x="96" y="296"/>
                  </a:lnTo>
                  <a:lnTo>
                    <a:pt x="104" y="312"/>
                  </a:lnTo>
                  <a:lnTo>
                    <a:pt x="120" y="328"/>
                  </a:lnTo>
                  <a:lnTo>
                    <a:pt x="144" y="352"/>
                  </a:lnTo>
                  <a:lnTo>
                    <a:pt x="152" y="344"/>
                  </a:lnTo>
                  <a:lnTo>
                    <a:pt x="144" y="320"/>
                  </a:lnTo>
                  <a:lnTo>
                    <a:pt x="136" y="304"/>
                  </a:lnTo>
                  <a:lnTo>
                    <a:pt x="120" y="288"/>
                  </a:lnTo>
                  <a:lnTo>
                    <a:pt x="104" y="280"/>
                  </a:lnTo>
                  <a:lnTo>
                    <a:pt x="96" y="272"/>
                  </a:lnTo>
                  <a:lnTo>
                    <a:pt x="88" y="240"/>
                  </a:lnTo>
                  <a:lnTo>
                    <a:pt x="88" y="224"/>
                  </a:lnTo>
                  <a:lnTo>
                    <a:pt x="96" y="216"/>
                  </a:lnTo>
                  <a:lnTo>
                    <a:pt x="80" y="192"/>
                  </a:lnTo>
                  <a:lnTo>
                    <a:pt x="80" y="176"/>
                  </a:lnTo>
                  <a:lnTo>
                    <a:pt x="80" y="168"/>
                  </a:lnTo>
                  <a:lnTo>
                    <a:pt x="80" y="152"/>
                  </a:lnTo>
                  <a:lnTo>
                    <a:pt x="72" y="128"/>
                  </a:lnTo>
                  <a:lnTo>
                    <a:pt x="88" y="112"/>
                  </a:lnTo>
                  <a:lnTo>
                    <a:pt x="96" y="10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5" name="Freeform 626"/>
            <p:cNvSpPr/>
            <p:nvPr/>
          </p:nvSpPr>
          <p:spPr bwMode="auto">
            <a:xfrm>
              <a:off x="5622010" y="2928031"/>
              <a:ext cx="493477" cy="515410"/>
            </a:xfrm>
            <a:custGeom>
              <a:avLst/>
              <a:gdLst>
                <a:gd name="T0" fmla="*/ 2147483647 w 368"/>
                <a:gd name="T1" fmla="*/ 2147483647 h 384"/>
                <a:gd name="T2" fmla="*/ 2147483647 w 368"/>
                <a:gd name="T3" fmla="*/ 2147483647 h 384"/>
                <a:gd name="T4" fmla="*/ 2147483647 w 368"/>
                <a:gd name="T5" fmla="*/ 2147483647 h 384"/>
                <a:gd name="T6" fmla="*/ 2147483647 w 368"/>
                <a:gd name="T7" fmla="*/ 2147483647 h 384"/>
                <a:gd name="T8" fmla="*/ 2147483647 w 368"/>
                <a:gd name="T9" fmla="*/ 2147483647 h 384"/>
                <a:gd name="T10" fmla="*/ 2147483647 w 368"/>
                <a:gd name="T11" fmla="*/ 2147483647 h 384"/>
                <a:gd name="T12" fmla="*/ 2147483647 w 368"/>
                <a:gd name="T13" fmla="*/ 2147483647 h 384"/>
                <a:gd name="T14" fmla="*/ 2147483647 w 368"/>
                <a:gd name="T15" fmla="*/ 2147483647 h 384"/>
                <a:gd name="T16" fmla="*/ 2147483647 w 368"/>
                <a:gd name="T17" fmla="*/ 2147483647 h 384"/>
                <a:gd name="T18" fmla="*/ 2147483647 w 368"/>
                <a:gd name="T19" fmla="*/ 2147483647 h 384"/>
                <a:gd name="T20" fmla="*/ 2147483647 w 368"/>
                <a:gd name="T21" fmla="*/ 2147483647 h 384"/>
                <a:gd name="T22" fmla="*/ 2147483647 w 368"/>
                <a:gd name="T23" fmla="*/ 2147483647 h 384"/>
                <a:gd name="T24" fmla="*/ 2147483647 w 368"/>
                <a:gd name="T25" fmla="*/ 0 h 384"/>
                <a:gd name="T26" fmla="*/ 2147483647 w 368"/>
                <a:gd name="T27" fmla="*/ 0 h 384"/>
                <a:gd name="T28" fmla="*/ 2147483647 w 368"/>
                <a:gd name="T29" fmla="*/ 2147483647 h 384"/>
                <a:gd name="T30" fmla="*/ 2147483647 w 368"/>
                <a:gd name="T31" fmla="*/ 2147483647 h 384"/>
                <a:gd name="T32" fmla="*/ 2147483647 w 368"/>
                <a:gd name="T33" fmla="*/ 2147483647 h 384"/>
                <a:gd name="T34" fmla="*/ 2147483647 w 368"/>
                <a:gd name="T35" fmla="*/ 2147483647 h 384"/>
                <a:gd name="T36" fmla="*/ 2147483647 w 368"/>
                <a:gd name="T37" fmla="*/ 2147483647 h 384"/>
                <a:gd name="T38" fmla="*/ 2147483647 w 368"/>
                <a:gd name="T39" fmla="*/ 2147483647 h 384"/>
                <a:gd name="T40" fmla="*/ 2147483647 w 368"/>
                <a:gd name="T41" fmla="*/ 2147483647 h 384"/>
                <a:gd name="T42" fmla="*/ 0 w 368"/>
                <a:gd name="T43" fmla="*/ 2147483647 h 384"/>
                <a:gd name="T44" fmla="*/ 2147483647 w 368"/>
                <a:gd name="T45" fmla="*/ 2147483647 h 384"/>
                <a:gd name="T46" fmla="*/ 2147483647 w 368"/>
                <a:gd name="T47" fmla="*/ 2147483647 h 384"/>
                <a:gd name="T48" fmla="*/ 2147483647 w 368"/>
                <a:gd name="T49" fmla="*/ 2147483647 h 384"/>
                <a:gd name="T50" fmla="*/ 2147483647 w 368"/>
                <a:gd name="T51" fmla="*/ 2147483647 h 384"/>
                <a:gd name="T52" fmla="*/ 2147483647 w 368"/>
                <a:gd name="T53" fmla="*/ 2147483647 h 384"/>
                <a:gd name="T54" fmla="*/ 2147483647 w 368"/>
                <a:gd name="T55" fmla="*/ 2147483647 h 384"/>
                <a:gd name="T56" fmla="*/ 2147483647 w 368"/>
                <a:gd name="T57" fmla="*/ 2147483647 h 384"/>
                <a:gd name="T58" fmla="*/ 2147483647 w 368"/>
                <a:gd name="T59" fmla="*/ 2147483647 h 384"/>
                <a:gd name="T60" fmla="*/ 2147483647 w 368"/>
                <a:gd name="T61" fmla="*/ 2147483647 h 384"/>
                <a:gd name="T62" fmla="*/ 2147483647 w 368"/>
                <a:gd name="T63" fmla="*/ 2147483647 h 384"/>
                <a:gd name="T64" fmla="*/ 2147483647 w 368"/>
                <a:gd name="T65" fmla="*/ 2147483647 h 384"/>
                <a:gd name="T66" fmla="*/ 2147483647 w 368"/>
                <a:gd name="T67" fmla="*/ 2147483647 h 384"/>
                <a:gd name="T68" fmla="*/ 2147483647 w 368"/>
                <a:gd name="T69" fmla="*/ 2147483647 h 384"/>
                <a:gd name="T70" fmla="*/ 2147483647 w 368"/>
                <a:gd name="T71" fmla="*/ 2147483647 h 384"/>
                <a:gd name="T72" fmla="*/ 2147483647 w 368"/>
                <a:gd name="T73" fmla="*/ 2147483647 h 384"/>
                <a:gd name="T74" fmla="*/ 2147483647 w 368"/>
                <a:gd name="T75" fmla="*/ 2147483647 h 3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68"/>
                <a:gd name="T115" fmla="*/ 0 h 384"/>
                <a:gd name="T116" fmla="*/ 368 w 368"/>
                <a:gd name="T117" fmla="*/ 384 h 384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68" h="384">
                  <a:moveTo>
                    <a:pt x="328" y="168"/>
                  </a:moveTo>
                  <a:lnTo>
                    <a:pt x="344" y="160"/>
                  </a:lnTo>
                  <a:lnTo>
                    <a:pt x="352" y="136"/>
                  </a:lnTo>
                  <a:lnTo>
                    <a:pt x="368" y="120"/>
                  </a:lnTo>
                  <a:lnTo>
                    <a:pt x="368" y="112"/>
                  </a:lnTo>
                  <a:lnTo>
                    <a:pt x="352" y="104"/>
                  </a:lnTo>
                  <a:lnTo>
                    <a:pt x="336" y="104"/>
                  </a:lnTo>
                  <a:lnTo>
                    <a:pt x="320" y="112"/>
                  </a:lnTo>
                  <a:lnTo>
                    <a:pt x="304" y="128"/>
                  </a:lnTo>
                  <a:lnTo>
                    <a:pt x="288" y="128"/>
                  </a:lnTo>
                  <a:lnTo>
                    <a:pt x="272" y="128"/>
                  </a:lnTo>
                  <a:lnTo>
                    <a:pt x="264" y="120"/>
                  </a:lnTo>
                  <a:lnTo>
                    <a:pt x="256" y="120"/>
                  </a:lnTo>
                  <a:lnTo>
                    <a:pt x="248" y="136"/>
                  </a:lnTo>
                  <a:lnTo>
                    <a:pt x="240" y="136"/>
                  </a:lnTo>
                  <a:lnTo>
                    <a:pt x="224" y="128"/>
                  </a:lnTo>
                  <a:lnTo>
                    <a:pt x="192" y="128"/>
                  </a:lnTo>
                  <a:lnTo>
                    <a:pt x="152" y="104"/>
                  </a:lnTo>
                  <a:lnTo>
                    <a:pt x="168" y="80"/>
                  </a:lnTo>
                  <a:lnTo>
                    <a:pt x="144" y="72"/>
                  </a:lnTo>
                  <a:lnTo>
                    <a:pt x="136" y="56"/>
                  </a:lnTo>
                  <a:lnTo>
                    <a:pt x="144" y="48"/>
                  </a:lnTo>
                  <a:lnTo>
                    <a:pt x="144" y="32"/>
                  </a:lnTo>
                  <a:lnTo>
                    <a:pt x="160" y="8"/>
                  </a:lnTo>
                  <a:lnTo>
                    <a:pt x="152" y="0"/>
                  </a:lnTo>
                  <a:lnTo>
                    <a:pt x="128" y="0"/>
                  </a:lnTo>
                  <a:lnTo>
                    <a:pt x="112" y="0"/>
                  </a:lnTo>
                  <a:lnTo>
                    <a:pt x="120" y="8"/>
                  </a:lnTo>
                  <a:lnTo>
                    <a:pt x="80" y="16"/>
                  </a:lnTo>
                  <a:lnTo>
                    <a:pt x="80" y="40"/>
                  </a:lnTo>
                  <a:lnTo>
                    <a:pt x="88" y="48"/>
                  </a:lnTo>
                  <a:lnTo>
                    <a:pt x="80" y="64"/>
                  </a:lnTo>
                  <a:lnTo>
                    <a:pt x="72" y="80"/>
                  </a:lnTo>
                  <a:lnTo>
                    <a:pt x="48" y="120"/>
                  </a:lnTo>
                  <a:lnTo>
                    <a:pt x="32" y="120"/>
                  </a:lnTo>
                  <a:lnTo>
                    <a:pt x="24" y="128"/>
                  </a:lnTo>
                  <a:lnTo>
                    <a:pt x="32" y="144"/>
                  </a:lnTo>
                  <a:lnTo>
                    <a:pt x="40" y="160"/>
                  </a:lnTo>
                  <a:lnTo>
                    <a:pt x="24" y="168"/>
                  </a:lnTo>
                  <a:lnTo>
                    <a:pt x="8" y="176"/>
                  </a:lnTo>
                  <a:lnTo>
                    <a:pt x="0" y="176"/>
                  </a:lnTo>
                  <a:lnTo>
                    <a:pt x="16" y="200"/>
                  </a:lnTo>
                  <a:lnTo>
                    <a:pt x="32" y="216"/>
                  </a:lnTo>
                  <a:lnTo>
                    <a:pt x="56" y="200"/>
                  </a:lnTo>
                  <a:lnTo>
                    <a:pt x="64" y="272"/>
                  </a:lnTo>
                  <a:lnTo>
                    <a:pt x="72" y="304"/>
                  </a:lnTo>
                  <a:lnTo>
                    <a:pt x="96" y="344"/>
                  </a:lnTo>
                  <a:lnTo>
                    <a:pt x="104" y="360"/>
                  </a:lnTo>
                  <a:lnTo>
                    <a:pt x="120" y="384"/>
                  </a:lnTo>
                  <a:lnTo>
                    <a:pt x="128" y="368"/>
                  </a:lnTo>
                  <a:lnTo>
                    <a:pt x="144" y="352"/>
                  </a:lnTo>
                  <a:lnTo>
                    <a:pt x="152" y="336"/>
                  </a:lnTo>
                  <a:lnTo>
                    <a:pt x="152" y="304"/>
                  </a:lnTo>
                  <a:lnTo>
                    <a:pt x="160" y="280"/>
                  </a:lnTo>
                  <a:lnTo>
                    <a:pt x="184" y="256"/>
                  </a:lnTo>
                  <a:lnTo>
                    <a:pt x="216" y="240"/>
                  </a:lnTo>
                  <a:lnTo>
                    <a:pt x="232" y="224"/>
                  </a:lnTo>
                  <a:lnTo>
                    <a:pt x="240" y="200"/>
                  </a:lnTo>
                  <a:lnTo>
                    <a:pt x="264" y="200"/>
                  </a:lnTo>
                  <a:lnTo>
                    <a:pt x="256" y="168"/>
                  </a:lnTo>
                  <a:lnTo>
                    <a:pt x="248" y="160"/>
                  </a:lnTo>
                  <a:lnTo>
                    <a:pt x="256" y="152"/>
                  </a:lnTo>
                  <a:lnTo>
                    <a:pt x="256" y="144"/>
                  </a:lnTo>
                  <a:lnTo>
                    <a:pt x="272" y="144"/>
                  </a:lnTo>
                  <a:lnTo>
                    <a:pt x="280" y="152"/>
                  </a:lnTo>
                  <a:lnTo>
                    <a:pt x="304" y="160"/>
                  </a:lnTo>
                  <a:lnTo>
                    <a:pt x="304" y="168"/>
                  </a:lnTo>
                  <a:lnTo>
                    <a:pt x="296" y="176"/>
                  </a:lnTo>
                  <a:lnTo>
                    <a:pt x="312" y="176"/>
                  </a:lnTo>
                  <a:lnTo>
                    <a:pt x="304" y="192"/>
                  </a:lnTo>
                  <a:lnTo>
                    <a:pt x="312" y="208"/>
                  </a:lnTo>
                  <a:lnTo>
                    <a:pt x="320" y="192"/>
                  </a:lnTo>
                  <a:lnTo>
                    <a:pt x="328" y="16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6" name="Freeform 627"/>
            <p:cNvSpPr/>
            <p:nvPr/>
          </p:nvSpPr>
          <p:spPr bwMode="auto">
            <a:xfrm>
              <a:off x="6039821" y="3078267"/>
              <a:ext cx="203971" cy="472642"/>
            </a:xfrm>
            <a:custGeom>
              <a:avLst/>
              <a:gdLst>
                <a:gd name="T0" fmla="*/ 2147483647 w 152"/>
                <a:gd name="T1" fmla="*/ 2147483647 h 352"/>
                <a:gd name="T2" fmla="*/ 2147483647 w 152"/>
                <a:gd name="T3" fmla="*/ 2147483647 h 352"/>
                <a:gd name="T4" fmla="*/ 2147483647 w 152"/>
                <a:gd name="T5" fmla="*/ 2147483647 h 352"/>
                <a:gd name="T6" fmla="*/ 2147483647 w 152"/>
                <a:gd name="T7" fmla="*/ 2147483647 h 352"/>
                <a:gd name="T8" fmla="*/ 2147483647 w 152"/>
                <a:gd name="T9" fmla="*/ 2147483647 h 352"/>
                <a:gd name="T10" fmla="*/ 2147483647 w 152"/>
                <a:gd name="T11" fmla="*/ 0 h 352"/>
                <a:gd name="T12" fmla="*/ 2147483647 w 152"/>
                <a:gd name="T13" fmla="*/ 2147483647 h 352"/>
                <a:gd name="T14" fmla="*/ 2147483647 w 152"/>
                <a:gd name="T15" fmla="*/ 2147483647 h 352"/>
                <a:gd name="T16" fmla="*/ 0 w 152"/>
                <a:gd name="T17" fmla="*/ 2147483647 h 352"/>
                <a:gd name="T18" fmla="*/ 2147483647 w 152"/>
                <a:gd name="T19" fmla="*/ 2147483647 h 352"/>
                <a:gd name="T20" fmla="*/ 2147483647 w 152"/>
                <a:gd name="T21" fmla="*/ 2147483647 h 352"/>
                <a:gd name="T22" fmla="*/ 2147483647 w 152"/>
                <a:gd name="T23" fmla="*/ 2147483647 h 352"/>
                <a:gd name="T24" fmla="*/ 2147483647 w 152"/>
                <a:gd name="T25" fmla="*/ 2147483647 h 352"/>
                <a:gd name="T26" fmla="*/ 2147483647 w 152"/>
                <a:gd name="T27" fmla="*/ 2147483647 h 352"/>
                <a:gd name="T28" fmla="*/ 2147483647 w 152"/>
                <a:gd name="T29" fmla="*/ 2147483647 h 352"/>
                <a:gd name="T30" fmla="*/ 2147483647 w 152"/>
                <a:gd name="T31" fmla="*/ 2147483647 h 352"/>
                <a:gd name="T32" fmla="*/ 2147483647 w 152"/>
                <a:gd name="T33" fmla="*/ 2147483647 h 352"/>
                <a:gd name="T34" fmla="*/ 2147483647 w 152"/>
                <a:gd name="T35" fmla="*/ 2147483647 h 352"/>
                <a:gd name="T36" fmla="*/ 2147483647 w 152"/>
                <a:gd name="T37" fmla="*/ 2147483647 h 352"/>
                <a:gd name="T38" fmla="*/ 2147483647 w 152"/>
                <a:gd name="T39" fmla="*/ 2147483647 h 352"/>
                <a:gd name="T40" fmla="*/ 2147483647 w 152"/>
                <a:gd name="T41" fmla="*/ 2147483647 h 352"/>
                <a:gd name="T42" fmla="*/ 2147483647 w 152"/>
                <a:gd name="T43" fmla="*/ 2147483647 h 352"/>
                <a:gd name="T44" fmla="*/ 2147483647 w 152"/>
                <a:gd name="T45" fmla="*/ 2147483647 h 352"/>
                <a:gd name="T46" fmla="*/ 2147483647 w 152"/>
                <a:gd name="T47" fmla="*/ 2147483647 h 352"/>
                <a:gd name="T48" fmla="*/ 2147483647 w 152"/>
                <a:gd name="T49" fmla="*/ 2147483647 h 352"/>
                <a:gd name="T50" fmla="*/ 2147483647 w 152"/>
                <a:gd name="T51" fmla="*/ 2147483647 h 352"/>
                <a:gd name="T52" fmla="*/ 2147483647 w 152"/>
                <a:gd name="T53" fmla="*/ 2147483647 h 352"/>
                <a:gd name="T54" fmla="*/ 2147483647 w 152"/>
                <a:gd name="T55" fmla="*/ 2147483647 h 352"/>
                <a:gd name="T56" fmla="*/ 2147483647 w 152"/>
                <a:gd name="T57" fmla="*/ 0 h 352"/>
                <a:gd name="T58" fmla="*/ 2147483647 w 152"/>
                <a:gd name="T59" fmla="*/ 2147483647 h 352"/>
                <a:gd name="T60" fmla="*/ 2147483647 w 152"/>
                <a:gd name="T61" fmla="*/ 2147483647 h 352"/>
                <a:gd name="T62" fmla="*/ 0 w 152"/>
                <a:gd name="T63" fmla="*/ 2147483647 h 352"/>
                <a:gd name="T64" fmla="*/ 2147483647 w 152"/>
                <a:gd name="T65" fmla="*/ 2147483647 h 352"/>
                <a:gd name="T66" fmla="*/ 2147483647 w 152"/>
                <a:gd name="T67" fmla="*/ 2147483647 h 352"/>
                <a:gd name="T68" fmla="*/ 2147483647 w 152"/>
                <a:gd name="T69" fmla="*/ 2147483647 h 352"/>
                <a:gd name="T70" fmla="*/ 2147483647 w 152"/>
                <a:gd name="T71" fmla="*/ 2147483647 h 352"/>
                <a:gd name="T72" fmla="*/ 2147483647 w 152"/>
                <a:gd name="T73" fmla="*/ 2147483647 h 352"/>
                <a:gd name="T74" fmla="*/ 2147483647 w 152"/>
                <a:gd name="T75" fmla="*/ 2147483647 h 352"/>
                <a:gd name="T76" fmla="*/ 2147483647 w 152"/>
                <a:gd name="T77" fmla="*/ 2147483647 h 352"/>
                <a:gd name="T78" fmla="*/ 2147483647 w 152"/>
                <a:gd name="T79" fmla="*/ 2147483647 h 352"/>
                <a:gd name="T80" fmla="*/ 2147483647 w 152"/>
                <a:gd name="T81" fmla="*/ 2147483647 h 352"/>
                <a:gd name="T82" fmla="*/ 2147483647 w 152"/>
                <a:gd name="T83" fmla="*/ 2147483647 h 352"/>
                <a:gd name="T84" fmla="*/ 2147483647 w 152"/>
                <a:gd name="T85" fmla="*/ 2147483647 h 352"/>
                <a:gd name="T86" fmla="*/ 2147483647 w 152"/>
                <a:gd name="T87" fmla="*/ 2147483647 h 352"/>
                <a:gd name="T88" fmla="*/ 2147483647 w 152"/>
                <a:gd name="T89" fmla="*/ 2147483647 h 352"/>
                <a:gd name="T90" fmla="*/ 2147483647 w 152"/>
                <a:gd name="T91" fmla="*/ 2147483647 h 35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52"/>
                <a:gd name="T139" fmla="*/ 0 h 352"/>
                <a:gd name="T140" fmla="*/ 152 w 152"/>
                <a:gd name="T141" fmla="*/ 352 h 352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52" h="352">
                  <a:moveTo>
                    <a:pt x="96" y="104"/>
                  </a:moveTo>
                  <a:lnTo>
                    <a:pt x="96" y="104"/>
                  </a:lnTo>
                  <a:lnTo>
                    <a:pt x="112" y="88"/>
                  </a:lnTo>
                  <a:lnTo>
                    <a:pt x="88" y="80"/>
                  </a:lnTo>
                  <a:lnTo>
                    <a:pt x="88" y="72"/>
                  </a:lnTo>
                  <a:lnTo>
                    <a:pt x="80" y="64"/>
                  </a:lnTo>
                  <a:lnTo>
                    <a:pt x="72" y="56"/>
                  </a:lnTo>
                  <a:lnTo>
                    <a:pt x="72" y="48"/>
                  </a:lnTo>
                  <a:lnTo>
                    <a:pt x="80" y="24"/>
                  </a:lnTo>
                  <a:lnTo>
                    <a:pt x="72" y="8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56" y="8"/>
                  </a:lnTo>
                  <a:lnTo>
                    <a:pt x="40" y="24"/>
                  </a:lnTo>
                  <a:lnTo>
                    <a:pt x="32" y="48"/>
                  </a:lnTo>
                  <a:lnTo>
                    <a:pt x="16" y="56"/>
                  </a:lnTo>
                  <a:lnTo>
                    <a:pt x="8" y="80"/>
                  </a:lnTo>
                  <a:lnTo>
                    <a:pt x="0" y="96"/>
                  </a:lnTo>
                  <a:lnTo>
                    <a:pt x="8" y="112"/>
                  </a:lnTo>
                  <a:lnTo>
                    <a:pt x="24" y="160"/>
                  </a:lnTo>
                  <a:lnTo>
                    <a:pt x="40" y="168"/>
                  </a:lnTo>
                  <a:lnTo>
                    <a:pt x="56" y="160"/>
                  </a:lnTo>
                  <a:lnTo>
                    <a:pt x="64" y="168"/>
                  </a:lnTo>
                  <a:lnTo>
                    <a:pt x="72" y="192"/>
                  </a:lnTo>
                  <a:lnTo>
                    <a:pt x="72" y="224"/>
                  </a:lnTo>
                  <a:lnTo>
                    <a:pt x="72" y="264"/>
                  </a:lnTo>
                  <a:lnTo>
                    <a:pt x="88" y="280"/>
                  </a:lnTo>
                  <a:lnTo>
                    <a:pt x="96" y="296"/>
                  </a:lnTo>
                  <a:lnTo>
                    <a:pt x="104" y="312"/>
                  </a:lnTo>
                  <a:lnTo>
                    <a:pt x="120" y="328"/>
                  </a:lnTo>
                  <a:lnTo>
                    <a:pt x="144" y="352"/>
                  </a:lnTo>
                  <a:lnTo>
                    <a:pt x="152" y="344"/>
                  </a:lnTo>
                  <a:lnTo>
                    <a:pt x="144" y="320"/>
                  </a:lnTo>
                  <a:lnTo>
                    <a:pt x="136" y="304"/>
                  </a:lnTo>
                  <a:lnTo>
                    <a:pt x="120" y="288"/>
                  </a:lnTo>
                  <a:lnTo>
                    <a:pt x="104" y="280"/>
                  </a:lnTo>
                  <a:lnTo>
                    <a:pt x="96" y="272"/>
                  </a:lnTo>
                  <a:lnTo>
                    <a:pt x="88" y="240"/>
                  </a:lnTo>
                  <a:lnTo>
                    <a:pt x="88" y="224"/>
                  </a:lnTo>
                  <a:lnTo>
                    <a:pt x="96" y="216"/>
                  </a:lnTo>
                  <a:lnTo>
                    <a:pt x="80" y="192"/>
                  </a:lnTo>
                  <a:lnTo>
                    <a:pt x="80" y="176"/>
                  </a:lnTo>
                  <a:lnTo>
                    <a:pt x="80" y="168"/>
                  </a:lnTo>
                  <a:lnTo>
                    <a:pt x="80" y="152"/>
                  </a:lnTo>
                  <a:lnTo>
                    <a:pt x="72" y="128"/>
                  </a:lnTo>
                  <a:lnTo>
                    <a:pt x="88" y="112"/>
                  </a:lnTo>
                  <a:lnTo>
                    <a:pt x="96" y="104"/>
                  </a:lnTo>
                  <a:lnTo>
                    <a:pt x="112" y="88"/>
                  </a:lnTo>
                  <a:lnTo>
                    <a:pt x="88" y="80"/>
                  </a:lnTo>
                  <a:lnTo>
                    <a:pt x="88" y="72"/>
                  </a:lnTo>
                  <a:lnTo>
                    <a:pt x="80" y="64"/>
                  </a:lnTo>
                  <a:lnTo>
                    <a:pt x="72" y="56"/>
                  </a:lnTo>
                  <a:lnTo>
                    <a:pt x="72" y="48"/>
                  </a:lnTo>
                  <a:lnTo>
                    <a:pt x="80" y="24"/>
                  </a:lnTo>
                  <a:lnTo>
                    <a:pt x="72" y="8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56" y="8"/>
                  </a:lnTo>
                  <a:lnTo>
                    <a:pt x="40" y="24"/>
                  </a:lnTo>
                  <a:lnTo>
                    <a:pt x="32" y="48"/>
                  </a:lnTo>
                  <a:lnTo>
                    <a:pt x="16" y="56"/>
                  </a:lnTo>
                  <a:lnTo>
                    <a:pt x="8" y="80"/>
                  </a:lnTo>
                  <a:lnTo>
                    <a:pt x="0" y="96"/>
                  </a:lnTo>
                  <a:lnTo>
                    <a:pt x="8" y="112"/>
                  </a:lnTo>
                  <a:lnTo>
                    <a:pt x="24" y="160"/>
                  </a:lnTo>
                  <a:lnTo>
                    <a:pt x="40" y="168"/>
                  </a:lnTo>
                  <a:lnTo>
                    <a:pt x="56" y="160"/>
                  </a:lnTo>
                  <a:lnTo>
                    <a:pt x="64" y="168"/>
                  </a:lnTo>
                  <a:lnTo>
                    <a:pt x="72" y="192"/>
                  </a:lnTo>
                  <a:lnTo>
                    <a:pt x="72" y="224"/>
                  </a:lnTo>
                  <a:lnTo>
                    <a:pt x="72" y="264"/>
                  </a:lnTo>
                  <a:lnTo>
                    <a:pt x="88" y="280"/>
                  </a:lnTo>
                  <a:lnTo>
                    <a:pt x="96" y="296"/>
                  </a:lnTo>
                  <a:lnTo>
                    <a:pt x="104" y="312"/>
                  </a:lnTo>
                  <a:lnTo>
                    <a:pt x="120" y="328"/>
                  </a:lnTo>
                  <a:lnTo>
                    <a:pt x="144" y="352"/>
                  </a:lnTo>
                  <a:lnTo>
                    <a:pt x="152" y="344"/>
                  </a:lnTo>
                  <a:lnTo>
                    <a:pt x="144" y="320"/>
                  </a:lnTo>
                  <a:lnTo>
                    <a:pt x="136" y="304"/>
                  </a:lnTo>
                  <a:lnTo>
                    <a:pt x="120" y="288"/>
                  </a:lnTo>
                  <a:lnTo>
                    <a:pt x="104" y="280"/>
                  </a:lnTo>
                  <a:lnTo>
                    <a:pt x="96" y="272"/>
                  </a:lnTo>
                  <a:lnTo>
                    <a:pt x="88" y="240"/>
                  </a:lnTo>
                  <a:lnTo>
                    <a:pt x="88" y="224"/>
                  </a:lnTo>
                  <a:lnTo>
                    <a:pt x="96" y="216"/>
                  </a:lnTo>
                  <a:lnTo>
                    <a:pt x="80" y="192"/>
                  </a:lnTo>
                  <a:lnTo>
                    <a:pt x="80" y="176"/>
                  </a:lnTo>
                  <a:lnTo>
                    <a:pt x="80" y="168"/>
                  </a:lnTo>
                  <a:lnTo>
                    <a:pt x="80" y="152"/>
                  </a:lnTo>
                  <a:lnTo>
                    <a:pt x="72" y="128"/>
                  </a:lnTo>
                  <a:lnTo>
                    <a:pt x="88" y="112"/>
                  </a:lnTo>
                  <a:lnTo>
                    <a:pt x="96" y="10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7" name="Freeform 628"/>
            <p:cNvSpPr/>
            <p:nvPr/>
          </p:nvSpPr>
          <p:spPr bwMode="auto">
            <a:xfrm>
              <a:off x="6136324" y="3217538"/>
              <a:ext cx="129401" cy="150236"/>
            </a:xfrm>
            <a:custGeom>
              <a:avLst/>
              <a:gdLst>
                <a:gd name="T0" fmla="*/ 2147483647 w 96"/>
                <a:gd name="T1" fmla="*/ 2147483647 h 112"/>
                <a:gd name="T2" fmla="*/ 2147483647 w 96"/>
                <a:gd name="T3" fmla="*/ 2147483647 h 112"/>
                <a:gd name="T4" fmla="*/ 2147483647 w 96"/>
                <a:gd name="T5" fmla="*/ 2147483647 h 112"/>
                <a:gd name="T6" fmla="*/ 2147483647 w 96"/>
                <a:gd name="T7" fmla="*/ 2147483647 h 112"/>
                <a:gd name="T8" fmla="*/ 2147483647 w 96"/>
                <a:gd name="T9" fmla="*/ 2147483647 h 112"/>
                <a:gd name="T10" fmla="*/ 2147483647 w 96"/>
                <a:gd name="T11" fmla="*/ 2147483647 h 112"/>
                <a:gd name="T12" fmla="*/ 2147483647 w 96"/>
                <a:gd name="T13" fmla="*/ 2147483647 h 112"/>
                <a:gd name="T14" fmla="*/ 2147483647 w 96"/>
                <a:gd name="T15" fmla="*/ 0 h 112"/>
                <a:gd name="T16" fmla="*/ 2147483647 w 96"/>
                <a:gd name="T17" fmla="*/ 2147483647 h 112"/>
                <a:gd name="T18" fmla="*/ 0 w 96"/>
                <a:gd name="T19" fmla="*/ 2147483647 h 112"/>
                <a:gd name="T20" fmla="*/ 2147483647 w 96"/>
                <a:gd name="T21" fmla="*/ 2147483647 h 112"/>
                <a:gd name="T22" fmla="*/ 2147483647 w 96"/>
                <a:gd name="T23" fmla="*/ 2147483647 h 112"/>
                <a:gd name="T24" fmla="*/ 2147483647 w 96"/>
                <a:gd name="T25" fmla="*/ 2147483647 h 112"/>
                <a:gd name="T26" fmla="*/ 2147483647 w 96"/>
                <a:gd name="T27" fmla="*/ 2147483647 h 112"/>
                <a:gd name="T28" fmla="*/ 2147483647 w 96"/>
                <a:gd name="T29" fmla="*/ 2147483647 h 112"/>
                <a:gd name="T30" fmla="*/ 2147483647 w 96"/>
                <a:gd name="T31" fmla="*/ 2147483647 h 112"/>
                <a:gd name="T32" fmla="*/ 2147483647 w 96"/>
                <a:gd name="T33" fmla="*/ 2147483647 h 112"/>
                <a:gd name="T34" fmla="*/ 2147483647 w 96"/>
                <a:gd name="T35" fmla="*/ 2147483647 h 112"/>
                <a:gd name="T36" fmla="*/ 2147483647 w 96"/>
                <a:gd name="T37" fmla="*/ 2147483647 h 112"/>
                <a:gd name="T38" fmla="*/ 2147483647 w 96"/>
                <a:gd name="T39" fmla="*/ 2147483647 h 11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96"/>
                <a:gd name="T61" fmla="*/ 0 h 112"/>
                <a:gd name="T62" fmla="*/ 96 w 96"/>
                <a:gd name="T63" fmla="*/ 112 h 112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96" h="112">
                  <a:moveTo>
                    <a:pt x="64" y="88"/>
                  </a:moveTo>
                  <a:lnTo>
                    <a:pt x="88" y="80"/>
                  </a:lnTo>
                  <a:lnTo>
                    <a:pt x="96" y="72"/>
                  </a:lnTo>
                  <a:lnTo>
                    <a:pt x="72" y="40"/>
                  </a:lnTo>
                  <a:lnTo>
                    <a:pt x="64" y="32"/>
                  </a:lnTo>
                  <a:lnTo>
                    <a:pt x="32" y="32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0" y="24"/>
                  </a:lnTo>
                  <a:lnTo>
                    <a:pt x="8" y="48"/>
                  </a:lnTo>
                  <a:lnTo>
                    <a:pt x="8" y="64"/>
                  </a:lnTo>
                  <a:lnTo>
                    <a:pt x="8" y="72"/>
                  </a:lnTo>
                  <a:lnTo>
                    <a:pt x="8" y="88"/>
                  </a:lnTo>
                  <a:lnTo>
                    <a:pt x="24" y="112"/>
                  </a:lnTo>
                  <a:lnTo>
                    <a:pt x="24" y="96"/>
                  </a:lnTo>
                  <a:lnTo>
                    <a:pt x="48" y="104"/>
                  </a:lnTo>
                  <a:lnTo>
                    <a:pt x="56" y="112"/>
                  </a:lnTo>
                  <a:lnTo>
                    <a:pt x="56" y="96"/>
                  </a:lnTo>
                  <a:lnTo>
                    <a:pt x="64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8" name="Freeform 629"/>
            <p:cNvSpPr/>
            <p:nvPr/>
          </p:nvSpPr>
          <p:spPr bwMode="auto">
            <a:xfrm>
              <a:off x="5954285" y="3121035"/>
              <a:ext cx="85536" cy="75666"/>
            </a:xfrm>
            <a:custGeom>
              <a:avLst/>
              <a:gdLst>
                <a:gd name="T0" fmla="*/ 2147483647 w 64"/>
                <a:gd name="T1" fmla="*/ 2147483647 h 56"/>
                <a:gd name="T2" fmla="*/ 2147483647 w 64"/>
                <a:gd name="T3" fmla="*/ 2147483647 h 56"/>
                <a:gd name="T4" fmla="*/ 2147483647 w 64"/>
                <a:gd name="T5" fmla="*/ 2147483647 h 56"/>
                <a:gd name="T6" fmla="*/ 2147483647 w 64"/>
                <a:gd name="T7" fmla="*/ 2147483647 h 56"/>
                <a:gd name="T8" fmla="*/ 2147483647 w 64"/>
                <a:gd name="T9" fmla="*/ 0 h 56"/>
                <a:gd name="T10" fmla="*/ 2147483647 w 64"/>
                <a:gd name="T11" fmla="*/ 0 h 56"/>
                <a:gd name="T12" fmla="*/ 2147483647 w 64"/>
                <a:gd name="T13" fmla="*/ 2147483647 h 56"/>
                <a:gd name="T14" fmla="*/ 0 w 64"/>
                <a:gd name="T15" fmla="*/ 2147483647 h 56"/>
                <a:gd name="T16" fmla="*/ 2147483647 w 64"/>
                <a:gd name="T17" fmla="*/ 2147483647 h 56"/>
                <a:gd name="T18" fmla="*/ 2147483647 w 64"/>
                <a:gd name="T19" fmla="*/ 2147483647 h 56"/>
                <a:gd name="T20" fmla="*/ 2147483647 w 64"/>
                <a:gd name="T21" fmla="*/ 2147483647 h 56"/>
                <a:gd name="T22" fmla="*/ 2147483647 w 64"/>
                <a:gd name="T23" fmla="*/ 2147483647 h 56"/>
                <a:gd name="T24" fmla="*/ 2147483647 w 64"/>
                <a:gd name="T25" fmla="*/ 2147483647 h 56"/>
                <a:gd name="T26" fmla="*/ 2147483647 w 64"/>
                <a:gd name="T27" fmla="*/ 2147483647 h 5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4"/>
                <a:gd name="T43" fmla="*/ 0 h 56"/>
                <a:gd name="T44" fmla="*/ 64 w 64"/>
                <a:gd name="T45" fmla="*/ 56 h 5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4" h="56">
                  <a:moveTo>
                    <a:pt x="48" y="32"/>
                  </a:moveTo>
                  <a:lnTo>
                    <a:pt x="56" y="24"/>
                  </a:lnTo>
                  <a:lnTo>
                    <a:pt x="56" y="16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16" y="56"/>
                  </a:lnTo>
                  <a:lnTo>
                    <a:pt x="40" y="48"/>
                  </a:lnTo>
                  <a:lnTo>
                    <a:pt x="56" y="48"/>
                  </a:lnTo>
                  <a:lnTo>
                    <a:pt x="64" y="32"/>
                  </a:lnTo>
                  <a:lnTo>
                    <a:pt x="48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9" name="Freeform 630"/>
            <p:cNvSpPr/>
            <p:nvPr/>
          </p:nvSpPr>
          <p:spPr bwMode="auto">
            <a:xfrm>
              <a:off x="6136324" y="3217538"/>
              <a:ext cx="129401" cy="150236"/>
            </a:xfrm>
            <a:custGeom>
              <a:avLst/>
              <a:gdLst>
                <a:gd name="T0" fmla="*/ 2147483647 w 96"/>
                <a:gd name="T1" fmla="*/ 2147483647 h 112"/>
                <a:gd name="T2" fmla="*/ 2147483647 w 96"/>
                <a:gd name="T3" fmla="*/ 2147483647 h 112"/>
                <a:gd name="T4" fmla="*/ 2147483647 w 96"/>
                <a:gd name="T5" fmla="*/ 2147483647 h 112"/>
                <a:gd name="T6" fmla="*/ 2147483647 w 96"/>
                <a:gd name="T7" fmla="*/ 2147483647 h 112"/>
                <a:gd name="T8" fmla="*/ 2147483647 w 96"/>
                <a:gd name="T9" fmla="*/ 2147483647 h 112"/>
                <a:gd name="T10" fmla="*/ 2147483647 w 96"/>
                <a:gd name="T11" fmla="*/ 2147483647 h 112"/>
                <a:gd name="T12" fmla="*/ 2147483647 w 96"/>
                <a:gd name="T13" fmla="*/ 2147483647 h 112"/>
                <a:gd name="T14" fmla="*/ 2147483647 w 96"/>
                <a:gd name="T15" fmla="*/ 0 h 112"/>
                <a:gd name="T16" fmla="*/ 2147483647 w 96"/>
                <a:gd name="T17" fmla="*/ 2147483647 h 112"/>
                <a:gd name="T18" fmla="*/ 0 w 96"/>
                <a:gd name="T19" fmla="*/ 2147483647 h 112"/>
                <a:gd name="T20" fmla="*/ 2147483647 w 96"/>
                <a:gd name="T21" fmla="*/ 2147483647 h 112"/>
                <a:gd name="T22" fmla="*/ 2147483647 w 96"/>
                <a:gd name="T23" fmla="*/ 2147483647 h 112"/>
                <a:gd name="T24" fmla="*/ 2147483647 w 96"/>
                <a:gd name="T25" fmla="*/ 2147483647 h 112"/>
                <a:gd name="T26" fmla="*/ 2147483647 w 96"/>
                <a:gd name="T27" fmla="*/ 2147483647 h 112"/>
                <a:gd name="T28" fmla="*/ 2147483647 w 96"/>
                <a:gd name="T29" fmla="*/ 2147483647 h 112"/>
                <a:gd name="T30" fmla="*/ 2147483647 w 96"/>
                <a:gd name="T31" fmla="*/ 2147483647 h 112"/>
                <a:gd name="T32" fmla="*/ 2147483647 w 96"/>
                <a:gd name="T33" fmla="*/ 2147483647 h 112"/>
                <a:gd name="T34" fmla="*/ 2147483647 w 96"/>
                <a:gd name="T35" fmla="*/ 2147483647 h 112"/>
                <a:gd name="T36" fmla="*/ 2147483647 w 96"/>
                <a:gd name="T37" fmla="*/ 2147483647 h 112"/>
                <a:gd name="T38" fmla="*/ 2147483647 w 96"/>
                <a:gd name="T39" fmla="*/ 2147483647 h 11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96"/>
                <a:gd name="T61" fmla="*/ 0 h 112"/>
                <a:gd name="T62" fmla="*/ 96 w 96"/>
                <a:gd name="T63" fmla="*/ 112 h 112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96" h="112">
                  <a:moveTo>
                    <a:pt x="64" y="88"/>
                  </a:moveTo>
                  <a:lnTo>
                    <a:pt x="88" y="80"/>
                  </a:lnTo>
                  <a:lnTo>
                    <a:pt x="96" y="72"/>
                  </a:lnTo>
                  <a:lnTo>
                    <a:pt x="72" y="40"/>
                  </a:lnTo>
                  <a:lnTo>
                    <a:pt x="64" y="32"/>
                  </a:lnTo>
                  <a:lnTo>
                    <a:pt x="32" y="32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0" y="24"/>
                  </a:lnTo>
                  <a:lnTo>
                    <a:pt x="8" y="48"/>
                  </a:lnTo>
                  <a:lnTo>
                    <a:pt x="8" y="64"/>
                  </a:lnTo>
                  <a:lnTo>
                    <a:pt x="8" y="72"/>
                  </a:lnTo>
                  <a:lnTo>
                    <a:pt x="8" y="88"/>
                  </a:lnTo>
                  <a:lnTo>
                    <a:pt x="24" y="112"/>
                  </a:lnTo>
                  <a:lnTo>
                    <a:pt x="24" y="96"/>
                  </a:lnTo>
                  <a:lnTo>
                    <a:pt x="48" y="104"/>
                  </a:lnTo>
                  <a:lnTo>
                    <a:pt x="56" y="112"/>
                  </a:lnTo>
                  <a:lnTo>
                    <a:pt x="56" y="96"/>
                  </a:lnTo>
                  <a:lnTo>
                    <a:pt x="64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0" name="Freeform 631"/>
            <p:cNvSpPr/>
            <p:nvPr/>
          </p:nvSpPr>
          <p:spPr bwMode="auto">
            <a:xfrm>
              <a:off x="5954285" y="3121035"/>
              <a:ext cx="85536" cy="75666"/>
            </a:xfrm>
            <a:custGeom>
              <a:avLst/>
              <a:gdLst>
                <a:gd name="T0" fmla="*/ 2147483647 w 64"/>
                <a:gd name="T1" fmla="*/ 2147483647 h 56"/>
                <a:gd name="T2" fmla="*/ 2147483647 w 64"/>
                <a:gd name="T3" fmla="*/ 2147483647 h 56"/>
                <a:gd name="T4" fmla="*/ 2147483647 w 64"/>
                <a:gd name="T5" fmla="*/ 2147483647 h 56"/>
                <a:gd name="T6" fmla="*/ 2147483647 w 64"/>
                <a:gd name="T7" fmla="*/ 2147483647 h 56"/>
                <a:gd name="T8" fmla="*/ 2147483647 w 64"/>
                <a:gd name="T9" fmla="*/ 0 h 56"/>
                <a:gd name="T10" fmla="*/ 2147483647 w 64"/>
                <a:gd name="T11" fmla="*/ 0 h 56"/>
                <a:gd name="T12" fmla="*/ 2147483647 w 64"/>
                <a:gd name="T13" fmla="*/ 2147483647 h 56"/>
                <a:gd name="T14" fmla="*/ 0 w 64"/>
                <a:gd name="T15" fmla="*/ 2147483647 h 56"/>
                <a:gd name="T16" fmla="*/ 2147483647 w 64"/>
                <a:gd name="T17" fmla="*/ 2147483647 h 56"/>
                <a:gd name="T18" fmla="*/ 2147483647 w 64"/>
                <a:gd name="T19" fmla="*/ 2147483647 h 56"/>
                <a:gd name="T20" fmla="*/ 2147483647 w 64"/>
                <a:gd name="T21" fmla="*/ 2147483647 h 56"/>
                <a:gd name="T22" fmla="*/ 2147483647 w 64"/>
                <a:gd name="T23" fmla="*/ 2147483647 h 56"/>
                <a:gd name="T24" fmla="*/ 2147483647 w 64"/>
                <a:gd name="T25" fmla="*/ 2147483647 h 56"/>
                <a:gd name="T26" fmla="*/ 2147483647 w 64"/>
                <a:gd name="T27" fmla="*/ 2147483647 h 56"/>
                <a:gd name="T28" fmla="*/ 2147483647 w 64"/>
                <a:gd name="T29" fmla="*/ 2147483647 h 5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64"/>
                <a:gd name="T46" fmla="*/ 0 h 56"/>
                <a:gd name="T47" fmla="*/ 64 w 64"/>
                <a:gd name="T48" fmla="*/ 56 h 5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64" h="56">
                  <a:moveTo>
                    <a:pt x="48" y="32"/>
                  </a:moveTo>
                  <a:lnTo>
                    <a:pt x="56" y="24"/>
                  </a:lnTo>
                  <a:lnTo>
                    <a:pt x="56" y="16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16" y="56"/>
                  </a:lnTo>
                  <a:lnTo>
                    <a:pt x="40" y="48"/>
                  </a:lnTo>
                  <a:lnTo>
                    <a:pt x="56" y="48"/>
                  </a:lnTo>
                  <a:lnTo>
                    <a:pt x="64" y="32"/>
                  </a:lnTo>
                  <a:lnTo>
                    <a:pt x="48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1" name="Freeform 632"/>
            <p:cNvSpPr/>
            <p:nvPr/>
          </p:nvSpPr>
          <p:spPr bwMode="auto">
            <a:xfrm>
              <a:off x="4815998" y="2412621"/>
              <a:ext cx="107468" cy="75666"/>
            </a:xfrm>
            <a:custGeom>
              <a:avLst/>
              <a:gdLst>
                <a:gd name="T0" fmla="*/ 2147483647 w 80"/>
                <a:gd name="T1" fmla="*/ 2147483647 h 56"/>
                <a:gd name="T2" fmla="*/ 2147483647 w 80"/>
                <a:gd name="T3" fmla="*/ 2147483647 h 56"/>
                <a:gd name="T4" fmla="*/ 2147483647 w 80"/>
                <a:gd name="T5" fmla="*/ 0 h 56"/>
                <a:gd name="T6" fmla="*/ 2147483647 w 80"/>
                <a:gd name="T7" fmla="*/ 2147483647 h 56"/>
                <a:gd name="T8" fmla="*/ 2147483647 w 80"/>
                <a:gd name="T9" fmla="*/ 0 h 56"/>
                <a:gd name="T10" fmla="*/ 2147483647 w 80"/>
                <a:gd name="T11" fmla="*/ 0 h 56"/>
                <a:gd name="T12" fmla="*/ 2147483647 w 80"/>
                <a:gd name="T13" fmla="*/ 2147483647 h 56"/>
                <a:gd name="T14" fmla="*/ 2147483647 w 80"/>
                <a:gd name="T15" fmla="*/ 2147483647 h 56"/>
                <a:gd name="T16" fmla="*/ 0 w 80"/>
                <a:gd name="T17" fmla="*/ 2147483647 h 56"/>
                <a:gd name="T18" fmla="*/ 2147483647 w 80"/>
                <a:gd name="T19" fmla="*/ 2147483647 h 56"/>
                <a:gd name="T20" fmla="*/ 2147483647 w 80"/>
                <a:gd name="T21" fmla="*/ 2147483647 h 56"/>
                <a:gd name="T22" fmla="*/ 2147483647 w 80"/>
                <a:gd name="T23" fmla="*/ 2147483647 h 56"/>
                <a:gd name="T24" fmla="*/ 2147483647 w 80"/>
                <a:gd name="T25" fmla="*/ 2147483647 h 56"/>
                <a:gd name="T26" fmla="*/ 2147483647 w 80"/>
                <a:gd name="T27" fmla="*/ 2147483647 h 56"/>
                <a:gd name="T28" fmla="*/ 2147483647 w 80"/>
                <a:gd name="T29" fmla="*/ 2147483647 h 56"/>
                <a:gd name="T30" fmla="*/ 2147483647 w 80"/>
                <a:gd name="T31" fmla="*/ 2147483647 h 56"/>
                <a:gd name="T32" fmla="*/ 2147483647 w 80"/>
                <a:gd name="T33" fmla="*/ 2147483647 h 56"/>
                <a:gd name="T34" fmla="*/ 2147483647 w 80"/>
                <a:gd name="T35" fmla="*/ 2147483647 h 56"/>
                <a:gd name="T36" fmla="*/ 2147483647 w 80"/>
                <a:gd name="T37" fmla="*/ 2147483647 h 56"/>
                <a:gd name="T38" fmla="*/ 2147483647 w 80"/>
                <a:gd name="T39" fmla="*/ 2147483647 h 56"/>
                <a:gd name="T40" fmla="*/ 2147483647 w 80"/>
                <a:gd name="T41" fmla="*/ 2147483647 h 56"/>
                <a:gd name="T42" fmla="*/ 2147483647 w 80"/>
                <a:gd name="T43" fmla="*/ 2147483647 h 5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80"/>
                <a:gd name="T67" fmla="*/ 0 h 56"/>
                <a:gd name="T68" fmla="*/ 80 w 80"/>
                <a:gd name="T69" fmla="*/ 56 h 5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80" h="56">
                  <a:moveTo>
                    <a:pt x="80" y="16"/>
                  </a:moveTo>
                  <a:lnTo>
                    <a:pt x="72" y="8"/>
                  </a:lnTo>
                  <a:lnTo>
                    <a:pt x="64" y="0"/>
                  </a:lnTo>
                  <a:lnTo>
                    <a:pt x="56" y="8"/>
                  </a:lnTo>
                  <a:lnTo>
                    <a:pt x="40" y="0"/>
                  </a:lnTo>
                  <a:lnTo>
                    <a:pt x="24" y="0"/>
                  </a:lnTo>
                  <a:lnTo>
                    <a:pt x="8" y="8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16" y="32"/>
                  </a:lnTo>
                  <a:lnTo>
                    <a:pt x="24" y="32"/>
                  </a:lnTo>
                  <a:lnTo>
                    <a:pt x="32" y="40"/>
                  </a:lnTo>
                  <a:lnTo>
                    <a:pt x="24" y="48"/>
                  </a:lnTo>
                  <a:lnTo>
                    <a:pt x="32" y="48"/>
                  </a:lnTo>
                  <a:lnTo>
                    <a:pt x="40" y="56"/>
                  </a:lnTo>
                  <a:lnTo>
                    <a:pt x="48" y="56"/>
                  </a:lnTo>
                  <a:lnTo>
                    <a:pt x="56" y="48"/>
                  </a:lnTo>
                  <a:lnTo>
                    <a:pt x="64" y="48"/>
                  </a:lnTo>
                  <a:lnTo>
                    <a:pt x="64" y="40"/>
                  </a:lnTo>
                  <a:lnTo>
                    <a:pt x="72" y="32"/>
                  </a:lnTo>
                  <a:lnTo>
                    <a:pt x="8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2" name="Freeform 633"/>
            <p:cNvSpPr/>
            <p:nvPr/>
          </p:nvSpPr>
          <p:spPr bwMode="auto">
            <a:xfrm>
              <a:off x="4869731" y="2316119"/>
              <a:ext cx="75667" cy="64700"/>
            </a:xfrm>
            <a:custGeom>
              <a:avLst/>
              <a:gdLst>
                <a:gd name="T0" fmla="*/ 2147483647 w 56"/>
                <a:gd name="T1" fmla="*/ 2147483647 h 48"/>
                <a:gd name="T2" fmla="*/ 2147483647 w 56"/>
                <a:gd name="T3" fmla="*/ 2147483647 h 48"/>
                <a:gd name="T4" fmla="*/ 2147483647 w 56"/>
                <a:gd name="T5" fmla="*/ 2147483647 h 48"/>
                <a:gd name="T6" fmla="*/ 2147483647 w 56"/>
                <a:gd name="T7" fmla="*/ 2147483647 h 48"/>
                <a:gd name="T8" fmla="*/ 2147483647 w 56"/>
                <a:gd name="T9" fmla="*/ 0 h 48"/>
                <a:gd name="T10" fmla="*/ 2147483647 w 56"/>
                <a:gd name="T11" fmla="*/ 0 h 48"/>
                <a:gd name="T12" fmla="*/ 2147483647 w 56"/>
                <a:gd name="T13" fmla="*/ 0 h 48"/>
                <a:gd name="T14" fmla="*/ 0 w 56"/>
                <a:gd name="T15" fmla="*/ 2147483647 h 48"/>
                <a:gd name="T16" fmla="*/ 0 w 56"/>
                <a:gd name="T17" fmla="*/ 2147483647 h 48"/>
                <a:gd name="T18" fmla="*/ 0 w 56"/>
                <a:gd name="T19" fmla="*/ 2147483647 h 48"/>
                <a:gd name="T20" fmla="*/ 2147483647 w 56"/>
                <a:gd name="T21" fmla="*/ 2147483647 h 48"/>
                <a:gd name="T22" fmla="*/ 2147483647 w 56"/>
                <a:gd name="T23" fmla="*/ 2147483647 h 48"/>
                <a:gd name="T24" fmla="*/ 2147483647 w 56"/>
                <a:gd name="T25" fmla="*/ 2147483647 h 48"/>
                <a:gd name="T26" fmla="*/ 2147483647 w 56"/>
                <a:gd name="T27" fmla="*/ 2147483647 h 4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6"/>
                <a:gd name="T43" fmla="*/ 0 h 48"/>
                <a:gd name="T44" fmla="*/ 56 w 56"/>
                <a:gd name="T45" fmla="*/ 48 h 4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6" h="48">
                  <a:moveTo>
                    <a:pt x="32" y="40"/>
                  </a:moveTo>
                  <a:lnTo>
                    <a:pt x="48" y="48"/>
                  </a:lnTo>
                  <a:lnTo>
                    <a:pt x="56" y="24"/>
                  </a:lnTo>
                  <a:lnTo>
                    <a:pt x="56" y="16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24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8" y="32"/>
                  </a:lnTo>
                  <a:lnTo>
                    <a:pt x="8" y="40"/>
                  </a:lnTo>
                  <a:lnTo>
                    <a:pt x="24" y="32"/>
                  </a:lnTo>
                  <a:lnTo>
                    <a:pt x="32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3" name="Freeform 634"/>
            <p:cNvSpPr/>
            <p:nvPr/>
          </p:nvSpPr>
          <p:spPr bwMode="auto">
            <a:xfrm>
              <a:off x="4858765" y="2423587"/>
              <a:ext cx="161203" cy="139270"/>
            </a:xfrm>
            <a:custGeom>
              <a:avLst/>
              <a:gdLst>
                <a:gd name="T0" fmla="*/ 2147483647 w 120"/>
                <a:gd name="T1" fmla="*/ 2147483647 h 104"/>
                <a:gd name="T2" fmla="*/ 2147483647 w 120"/>
                <a:gd name="T3" fmla="*/ 2147483647 h 104"/>
                <a:gd name="T4" fmla="*/ 2147483647 w 120"/>
                <a:gd name="T5" fmla="*/ 2147483647 h 104"/>
                <a:gd name="T6" fmla="*/ 2147483647 w 120"/>
                <a:gd name="T7" fmla="*/ 2147483647 h 104"/>
                <a:gd name="T8" fmla="*/ 2147483647 w 120"/>
                <a:gd name="T9" fmla="*/ 0 h 104"/>
                <a:gd name="T10" fmla="*/ 2147483647 w 120"/>
                <a:gd name="T11" fmla="*/ 2147483647 h 104"/>
                <a:gd name="T12" fmla="*/ 2147483647 w 120"/>
                <a:gd name="T13" fmla="*/ 2147483647 h 104"/>
                <a:gd name="T14" fmla="*/ 2147483647 w 120"/>
                <a:gd name="T15" fmla="*/ 2147483647 h 104"/>
                <a:gd name="T16" fmla="*/ 2147483647 w 120"/>
                <a:gd name="T17" fmla="*/ 2147483647 h 104"/>
                <a:gd name="T18" fmla="*/ 2147483647 w 120"/>
                <a:gd name="T19" fmla="*/ 2147483647 h 104"/>
                <a:gd name="T20" fmla="*/ 2147483647 w 120"/>
                <a:gd name="T21" fmla="*/ 2147483647 h 104"/>
                <a:gd name="T22" fmla="*/ 2147483647 w 120"/>
                <a:gd name="T23" fmla="*/ 2147483647 h 104"/>
                <a:gd name="T24" fmla="*/ 2147483647 w 120"/>
                <a:gd name="T25" fmla="*/ 2147483647 h 104"/>
                <a:gd name="T26" fmla="*/ 2147483647 w 120"/>
                <a:gd name="T27" fmla="*/ 2147483647 h 104"/>
                <a:gd name="T28" fmla="*/ 2147483647 w 120"/>
                <a:gd name="T29" fmla="*/ 2147483647 h 104"/>
                <a:gd name="T30" fmla="*/ 0 w 120"/>
                <a:gd name="T31" fmla="*/ 2147483647 h 104"/>
                <a:gd name="T32" fmla="*/ 2147483647 w 120"/>
                <a:gd name="T33" fmla="*/ 2147483647 h 104"/>
                <a:gd name="T34" fmla="*/ 2147483647 w 120"/>
                <a:gd name="T35" fmla="*/ 2147483647 h 104"/>
                <a:gd name="T36" fmla="*/ 2147483647 w 120"/>
                <a:gd name="T37" fmla="*/ 2147483647 h 104"/>
                <a:gd name="T38" fmla="*/ 2147483647 w 120"/>
                <a:gd name="T39" fmla="*/ 2147483647 h 104"/>
                <a:gd name="T40" fmla="*/ 2147483647 w 120"/>
                <a:gd name="T41" fmla="*/ 2147483647 h 104"/>
                <a:gd name="T42" fmla="*/ 2147483647 w 120"/>
                <a:gd name="T43" fmla="*/ 2147483647 h 104"/>
                <a:gd name="T44" fmla="*/ 2147483647 w 120"/>
                <a:gd name="T45" fmla="*/ 2147483647 h 104"/>
                <a:gd name="T46" fmla="*/ 2147483647 w 120"/>
                <a:gd name="T47" fmla="*/ 2147483647 h 104"/>
                <a:gd name="T48" fmla="*/ 2147483647 w 120"/>
                <a:gd name="T49" fmla="*/ 2147483647 h 104"/>
                <a:gd name="T50" fmla="*/ 2147483647 w 120"/>
                <a:gd name="T51" fmla="*/ 2147483647 h 104"/>
                <a:gd name="T52" fmla="*/ 2147483647 w 120"/>
                <a:gd name="T53" fmla="*/ 2147483647 h 104"/>
                <a:gd name="T54" fmla="*/ 2147483647 w 120"/>
                <a:gd name="T55" fmla="*/ 2147483647 h 10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20"/>
                <a:gd name="T85" fmla="*/ 0 h 104"/>
                <a:gd name="T86" fmla="*/ 120 w 120"/>
                <a:gd name="T87" fmla="*/ 104 h 10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20" h="104">
                  <a:moveTo>
                    <a:pt x="120" y="56"/>
                  </a:moveTo>
                  <a:lnTo>
                    <a:pt x="112" y="40"/>
                  </a:lnTo>
                  <a:lnTo>
                    <a:pt x="96" y="8"/>
                  </a:lnTo>
                  <a:lnTo>
                    <a:pt x="80" y="8"/>
                  </a:lnTo>
                  <a:lnTo>
                    <a:pt x="72" y="0"/>
                  </a:lnTo>
                  <a:lnTo>
                    <a:pt x="56" y="8"/>
                  </a:lnTo>
                  <a:lnTo>
                    <a:pt x="48" y="8"/>
                  </a:lnTo>
                  <a:lnTo>
                    <a:pt x="40" y="24"/>
                  </a:lnTo>
                  <a:lnTo>
                    <a:pt x="32" y="32"/>
                  </a:lnTo>
                  <a:lnTo>
                    <a:pt x="32" y="40"/>
                  </a:lnTo>
                  <a:lnTo>
                    <a:pt x="24" y="40"/>
                  </a:lnTo>
                  <a:lnTo>
                    <a:pt x="16" y="48"/>
                  </a:lnTo>
                  <a:lnTo>
                    <a:pt x="8" y="48"/>
                  </a:lnTo>
                  <a:lnTo>
                    <a:pt x="8" y="56"/>
                  </a:lnTo>
                  <a:lnTo>
                    <a:pt x="8" y="72"/>
                  </a:lnTo>
                  <a:lnTo>
                    <a:pt x="0" y="80"/>
                  </a:lnTo>
                  <a:lnTo>
                    <a:pt x="8" y="88"/>
                  </a:lnTo>
                  <a:lnTo>
                    <a:pt x="8" y="96"/>
                  </a:lnTo>
                  <a:lnTo>
                    <a:pt x="16" y="96"/>
                  </a:lnTo>
                  <a:lnTo>
                    <a:pt x="32" y="96"/>
                  </a:lnTo>
                  <a:lnTo>
                    <a:pt x="56" y="104"/>
                  </a:lnTo>
                  <a:lnTo>
                    <a:pt x="80" y="104"/>
                  </a:lnTo>
                  <a:lnTo>
                    <a:pt x="96" y="104"/>
                  </a:lnTo>
                  <a:lnTo>
                    <a:pt x="104" y="80"/>
                  </a:lnTo>
                  <a:lnTo>
                    <a:pt x="112" y="80"/>
                  </a:lnTo>
                  <a:lnTo>
                    <a:pt x="104" y="64"/>
                  </a:lnTo>
                  <a:lnTo>
                    <a:pt x="120" y="64"/>
                  </a:lnTo>
                  <a:lnTo>
                    <a:pt x="120" y="5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4" name="Freeform 635"/>
            <p:cNvSpPr/>
            <p:nvPr/>
          </p:nvSpPr>
          <p:spPr bwMode="auto">
            <a:xfrm>
              <a:off x="4826964" y="2358887"/>
              <a:ext cx="129401" cy="75667"/>
            </a:xfrm>
            <a:custGeom>
              <a:avLst/>
              <a:gdLst>
                <a:gd name="T0" fmla="*/ 2147483647 w 96"/>
                <a:gd name="T1" fmla="*/ 2147483647 h 56"/>
                <a:gd name="T2" fmla="*/ 2147483647 w 96"/>
                <a:gd name="T3" fmla="*/ 2147483647 h 56"/>
                <a:gd name="T4" fmla="*/ 2147483647 w 96"/>
                <a:gd name="T5" fmla="*/ 2147483647 h 56"/>
                <a:gd name="T6" fmla="*/ 2147483647 w 96"/>
                <a:gd name="T7" fmla="*/ 2147483647 h 56"/>
                <a:gd name="T8" fmla="*/ 2147483647 w 96"/>
                <a:gd name="T9" fmla="*/ 2147483647 h 56"/>
                <a:gd name="T10" fmla="*/ 2147483647 w 96"/>
                <a:gd name="T11" fmla="*/ 2147483647 h 56"/>
                <a:gd name="T12" fmla="*/ 2147483647 w 96"/>
                <a:gd name="T13" fmla="*/ 2147483647 h 56"/>
                <a:gd name="T14" fmla="*/ 2147483647 w 96"/>
                <a:gd name="T15" fmla="*/ 2147483647 h 56"/>
                <a:gd name="T16" fmla="*/ 2147483647 w 96"/>
                <a:gd name="T17" fmla="*/ 2147483647 h 56"/>
                <a:gd name="T18" fmla="*/ 2147483647 w 96"/>
                <a:gd name="T19" fmla="*/ 2147483647 h 56"/>
                <a:gd name="T20" fmla="*/ 2147483647 w 96"/>
                <a:gd name="T21" fmla="*/ 2147483647 h 56"/>
                <a:gd name="T22" fmla="*/ 2147483647 w 96"/>
                <a:gd name="T23" fmla="*/ 0 h 56"/>
                <a:gd name="T24" fmla="*/ 2147483647 w 96"/>
                <a:gd name="T25" fmla="*/ 2147483647 h 56"/>
                <a:gd name="T26" fmla="*/ 2147483647 w 96"/>
                <a:gd name="T27" fmla="*/ 2147483647 h 56"/>
                <a:gd name="T28" fmla="*/ 2147483647 w 96"/>
                <a:gd name="T29" fmla="*/ 2147483647 h 56"/>
                <a:gd name="T30" fmla="*/ 2147483647 w 96"/>
                <a:gd name="T31" fmla="*/ 2147483647 h 56"/>
                <a:gd name="T32" fmla="*/ 0 w 96"/>
                <a:gd name="T33" fmla="*/ 2147483647 h 56"/>
                <a:gd name="T34" fmla="*/ 0 w 96"/>
                <a:gd name="T35" fmla="*/ 2147483647 h 56"/>
                <a:gd name="T36" fmla="*/ 2147483647 w 96"/>
                <a:gd name="T37" fmla="*/ 2147483647 h 56"/>
                <a:gd name="T38" fmla="*/ 2147483647 w 96"/>
                <a:gd name="T39" fmla="*/ 2147483647 h 5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96"/>
                <a:gd name="T61" fmla="*/ 0 h 56"/>
                <a:gd name="T62" fmla="*/ 96 w 96"/>
                <a:gd name="T63" fmla="*/ 56 h 5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96" h="56">
                  <a:moveTo>
                    <a:pt x="32" y="40"/>
                  </a:moveTo>
                  <a:lnTo>
                    <a:pt x="48" y="48"/>
                  </a:lnTo>
                  <a:lnTo>
                    <a:pt x="56" y="40"/>
                  </a:lnTo>
                  <a:lnTo>
                    <a:pt x="64" y="48"/>
                  </a:lnTo>
                  <a:lnTo>
                    <a:pt x="72" y="56"/>
                  </a:lnTo>
                  <a:lnTo>
                    <a:pt x="80" y="56"/>
                  </a:lnTo>
                  <a:lnTo>
                    <a:pt x="96" y="48"/>
                  </a:lnTo>
                  <a:lnTo>
                    <a:pt x="88" y="40"/>
                  </a:lnTo>
                  <a:lnTo>
                    <a:pt x="80" y="24"/>
                  </a:lnTo>
                  <a:lnTo>
                    <a:pt x="80" y="16"/>
                  </a:lnTo>
                  <a:lnTo>
                    <a:pt x="64" y="8"/>
                  </a:lnTo>
                  <a:lnTo>
                    <a:pt x="56" y="0"/>
                  </a:lnTo>
                  <a:lnTo>
                    <a:pt x="40" y="8"/>
                  </a:lnTo>
                  <a:lnTo>
                    <a:pt x="32" y="24"/>
                  </a:lnTo>
                  <a:lnTo>
                    <a:pt x="16" y="16"/>
                  </a:lnTo>
                  <a:lnTo>
                    <a:pt x="8" y="16"/>
                  </a:lnTo>
                  <a:lnTo>
                    <a:pt x="0" y="32"/>
                  </a:lnTo>
                  <a:lnTo>
                    <a:pt x="0" y="48"/>
                  </a:lnTo>
                  <a:lnTo>
                    <a:pt x="16" y="40"/>
                  </a:lnTo>
                  <a:lnTo>
                    <a:pt x="32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5" name="Freeform 636"/>
            <p:cNvSpPr/>
            <p:nvPr/>
          </p:nvSpPr>
          <p:spPr bwMode="auto">
            <a:xfrm>
              <a:off x="4202989" y="3357905"/>
              <a:ext cx="129401" cy="96502"/>
            </a:xfrm>
            <a:custGeom>
              <a:avLst/>
              <a:gdLst>
                <a:gd name="T0" fmla="*/ 2147483647 w 96"/>
                <a:gd name="T1" fmla="*/ 2147483647 h 72"/>
                <a:gd name="T2" fmla="*/ 2147483647 w 96"/>
                <a:gd name="T3" fmla="*/ 2147483647 h 72"/>
                <a:gd name="T4" fmla="*/ 2147483647 w 96"/>
                <a:gd name="T5" fmla="*/ 2147483647 h 72"/>
                <a:gd name="T6" fmla="*/ 2147483647 w 96"/>
                <a:gd name="T7" fmla="*/ 2147483647 h 72"/>
                <a:gd name="T8" fmla="*/ 2147483647 w 96"/>
                <a:gd name="T9" fmla="*/ 2147483647 h 72"/>
                <a:gd name="T10" fmla="*/ 2147483647 w 96"/>
                <a:gd name="T11" fmla="*/ 2147483647 h 72"/>
                <a:gd name="T12" fmla="*/ 2147483647 w 96"/>
                <a:gd name="T13" fmla="*/ 2147483647 h 72"/>
                <a:gd name="T14" fmla="*/ 2147483647 w 96"/>
                <a:gd name="T15" fmla="*/ 2147483647 h 72"/>
                <a:gd name="T16" fmla="*/ 2147483647 w 96"/>
                <a:gd name="T17" fmla="*/ 2147483647 h 72"/>
                <a:gd name="T18" fmla="*/ 2147483647 w 96"/>
                <a:gd name="T19" fmla="*/ 2147483647 h 72"/>
                <a:gd name="T20" fmla="*/ 2147483647 w 96"/>
                <a:gd name="T21" fmla="*/ 2147483647 h 72"/>
                <a:gd name="T22" fmla="*/ 2147483647 w 96"/>
                <a:gd name="T23" fmla="*/ 2147483647 h 72"/>
                <a:gd name="T24" fmla="*/ 2147483647 w 96"/>
                <a:gd name="T25" fmla="*/ 2147483647 h 72"/>
                <a:gd name="T26" fmla="*/ 2147483647 w 96"/>
                <a:gd name="T27" fmla="*/ 0 h 72"/>
                <a:gd name="T28" fmla="*/ 2147483647 w 96"/>
                <a:gd name="T29" fmla="*/ 0 h 72"/>
                <a:gd name="T30" fmla="*/ 2147483647 w 96"/>
                <a:gd name="T31" fmla="*/ 2147483647 h 72"/>
                <a:gd name="T32" fmla="*/ 2147483647 w 96"/>
                <a:gd name="T33" fmla="*/ 2147483647 h 72"/>
                <a:gd name="T34" fmla="*/ 2147483647 w 96"/>
                <a:gd name="T35" fmla="*/ 2147483647 h 72"/>
                <a:gd name="T36" fmla="*/ 0 w 96"/>
                <a:gd name="T37" fmla="*/ 2147483647 h 72"/>
                <a:gd name="T38" fmla="*/ 2147483647 w 96"/>
                <a:gd name="T39" fmla="*/ 2147483647 h 72"/>
                <a:gd name="T40" fmla="*/ 2147483647 w 96"/>
                <a:gd name="T41" fmla="*/ 2147483647 h 72"/>
                <a:gd name="T42" fmla="*/ 2147483647 w 96"/>
                <a:gd name="T43" fmla="*/ 2147483647 h 72"/>
                <a:gd name="T44" fmla="*/ 2147483647 w 96"/>
                <a:gd name="T45" fmla="*/ 2147483647 h 7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96"/>
                <a:gd name="T70" fmla="*/ 0 h 72"/>
                <a:gd name="T71" fmla="*/ 96 w 96"/>
                <a:gd name="T72" fmla="*/ 72 h 72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96" h="72">
                  <a:moveTo>
                    <a:pt x="40" y="40"/>
                  </a:moveTo>
                  <a:lnTo>
                    <a:pt x="56" y="40"/>
                  </a:lnTo>
                  <a:lnTo>
                    <a:pt x="64" y="56"/>
                  </a:lnTo>
                  <a:lnTo>
                    <a:pt x="72" y="64"/>
                  </a:lnTo>
                  <a:lnTo>
                    <a:pt x="80" y="72"/>
                  </a:lnTo>
                  <a:lnTo>
                    <a:pt x="88" y="72"/>
                  </a:lnTo>
                  <a:lnTo>
                    <a:pt x="96" y="64"/>
                  </a:lnTo>
                  <a:lnTo>
                    <a:pt x="96" y="48"/>
                  </a:lnTo>
                  <a:lnTo>
                    <a:pt x="96" y="32"/>
                  </a:lnTo>
                  <a:lnTo>
                    <a:pt x="88" y="16"/>
                  </a:lnTo>
                  <a:lnTo>
                    <a:pt x="80" y="8"/>
                  </a:lnTo>
                  <a:lnTo>
                    <a:pt x="64" y="8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24" y="8"/>
                  </a:lnTo>
                  <a:lnTo>
                    <a:pt x="24" y="16"/>
                  </a:lnTo>
                  <a:lnTo>
                    <a:pt x="16" y="16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24" y="56"/>
                  </a:lnTo>
                  <a:lnTo>
                    <a:pt x="32" y="48"/>
                  </a:lnTo>
                  <a:lnTo>
                    <a:pt x="40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6" name="Freeform 637"/>
            <p:cNvSpPr/>
            <p:nvPr/>
          </p:nvSpPr>
          <p:spPr bwMode="auto">
            <a:xfrm>
              <a:off x="4171187" y="3293204"/>
              <a:ext cx="107468" cy="74570"/>
            </a:xfrm>
            <a:custGeom>
              <a:avLst/>
              <a:gdLst>
                <a:gd name="T0" fmla="*/ 2147483647 w 80"/>
                <a:gd name="T1" fmla="*/ 2147483647 h 56"/>
                <a:gd name="T2" fmla="*/ 2147483647 w 80"/>
                <a:gd name="T3" fmla="*/ 2147483647 h 56"/>
                <a:gd name="T4" fmla="*/ 2147483647 w 80"/>
                <a:gd name="T5" fmla="*/ 2147483647 h 56"/>
                <a:gd name="T6" fmla="*/ 2147483647 w 80"/>
                <a:gd name="T7" fmla="*/ 2147483647 h 56"/>
                <a:gd name="T8" fmla="*/ 2147483647 w 80"/>
                <a:gd name="T9" fmla="*/ 2147483647 h 56"/>
                <a:gd name="T10" fmla="*/ 2147483647 w 80"/>
                <a:gd name="T11" fmla="*/ 2147483647 h 56"/>
                <a:gd name="T12" fmla="*/ 2147483647 w 80"/>
                <a:gd name="T13" fmla="*/ 2147483647 h 56"/>
                <a:gd name="T14" fmla="*/ 2147483647 w 80"/>
                <a:gd name="T15" fmla="*/ 2147483647 h 56"/>
                <a:gd name="T16" fmla="*/ 2147483647 w 80"/>
                <a:gd name="T17" fmla="*/ 2147483647 h 56"/>
                <a:gd name="T18" fmla="*/ 2147483647 w 80"/>
                <a:gd name="T19" fmla="*/ 0 h 56"/>
                <a:gd name="T20" fmla="*/ 2147483647 w 80"/>
                <a:gd name="T21" fmla="*/ 0 h 56"/>
                <a:gd name="T22" fmla="*/ 2147483647 w 80"/>
                <a:gd name="T23" fmla="*/ 0 h 56"/>
                <a:gd name="T24" fmla="*/ 0 w 80"/>
                <a:gd name="T25" fmla="*/ 2147483647 h 56"/>
                <a:gd name="T26" fmla="*/ 2147483647 w 80"/>
                <a:gd name="T27" fmla="*/ 2147483647 h 56"/>
                <a:gd name="T28" fmla="*/ 2147483647 w 80"/>
                <a:gd name="T29" fmla="*/ 2147483647 h 56"/>
                <a:gd name="T30" fmla="*/ 2147483647 w 80"/>
                <a:gd name="T31" fmla="*/ 2147483647 h 5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80"/>
                <a:gd name="T49" fmla="*/ 0 h 56"/>
                <a:gd name="T50" fmla="*/ 80 w 80"/>
                <a:gd name="T51" fmla="*/ 56 h 5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80" h="56">
                  <a:moveTo>
                    <a:pt x="40" y="48"/>
                  </a:moveTo>
                  <a:lnTo>
                    <a:pt x="48" y="48"/>
                  </a:lnTo>
                  <a:lnTo>
                    <a:pt x="56" y="48"/>
                  </a:lnTo>
                  <a:lnTo>
                    <a:pt x="72" y="56"/>
                  </a:lnTo>
                  <a:lnTo>
                    <a:pt x="80" y="56"/>
                  </a:lnTo>
                  <a:lnTo>
                    <a:pt x="72" y="40"/>
                  </a:lnTo>
                  <a:lnTo>
                    <a:pt x="64" y="24"/>
                  </a:lnTo>
                  <a:lnTo>
                    <a:pt x="56" y="16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8" y="0"/>
                  </a:lnTo>
                  <a:lnTo>
                    <a:pt x="0" y="24"/>
                  </a:lnTo>
                  <a:lnTo>
                    <a:pt x="8" y="56"/>
                  </a:lnTo>
                  <a:lnTo>
                    <a:pt x="16" y="56"/>
                  </a:lnTo>
                  <a:lnTo>
                    <a:pt x="40" y="4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7" name="Freeform 638"/>
            <p:cNvSpPr/>
            <p:nvPr/>
          </p:nvSpPr>
          <p:spPr bwMode="auto">
            <a:xfrm>
              <a:off x="4869731" y="2316119"/>
              <a:ext cx="75667" cy="64700"/>
            </a:xfrm>
            <a:custGeom>
              <a:avLst/>
              <a:gdLst>
                <a:gd name="T0" fmla="*/ 2147483647 w 56"/>
                <a:gd name="T1" fmla="*/ 2147483647 h 48"/>
                <a:gd name="T2" fmla="*/ 2147483647 w 56"/>
                <a:gd name="T3" fmla="*/ 2147483647 h 48"/>
                <a:gd name="T4" fmla="*/ 2147483647 w 56"/>
                <a:gd name="T5" fmla="*/ 2147483647 h 48"/>
                <a:gd name="T6" fmla="*/ 2147483647 w 56"/>
                <a:gd name="T7" fmla="*/ 2147483647 h 48"/>
                <a:gd name="T8" fmla="*/ 2147483647 w 56"/>
                <a:gd name="T9" fmla="*/ 0 h 48"/>
                <a:gd name="T10" fmla="*/ 2147483647 w 56"/>
                <a:gd name="T11" fmla="*/ 0 h 48"/>
                <a:gd name="T12" fmla="*/ 2147483647 w 56"/>
                <a:gd name="T13" fmla="*/ 0 h 48"/>
                <a:gd name="T14" fmla="*/ 2147483647 w 56"/>
                <a:gd name="T15" fmla="*/ 0 h 48"/>
                <a:gd name="T16" fmla="*/ 0 w 56"/>
                <a:gd name="T17" fmla="*/ 2147483647 h 48"/>
                <a:gd name="T18" fmla="*/ 0 w 56"/>
                <a:gd name="T19" fmla="*/ 2147483647 h 48"/>
                <a:gd name="T20" fmla="*/ 0 w 56"/>
                <a:gd name="T21" fmla="*/ 2147483647 h 48"/>
                <a:gd name="T22" fmla="*/ 2147483647 w 56"/>
                <a:gd name="T23" fmla="*/ 2147483647 h 48"/>
                <a:gd name="T24" fmla="*/ 2147483647 w 56"/>
                <a:gd name="T25" fmla="*/ 2147483647 h 48"/>
                <a:gd name="T26" fmla="*/ 2147483647 w 56"/>
                <a:gd name="T27" fmla="*/ 2147483647 h 48"/>
                <a:gd name="T28" fmla="*/ 2147483647 w 56"/>
                <a:gd name="T29" fmla="*/ 2147483647 h 48"/>
                <a:gd name="T30" fmla="*/ 2147483647 w 56"/>
                <a:gd name="T31" fmla="*/ 2147483647 h 4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56"/>
                <a:gd name="T49" fmla="*/ 0 h 48"/>
                <a:gd name="T50" fmla="*/ 56 w 56"/>
                <a:gd name="T51" fmla="*/ 48 h 4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56" h="48">
                  <a:moveTo>
                    <a:pt x="32" y="40"/>
                  </a:moveTo>
                  <a:lnTo>
                    <a:pt x="48" y="48"/>
                  </a:lnTo>
                  <a:lnTo>
                    <a:pt x="56" y="24"/>
                  </a:lnTo>
                  <a:lnTo>
                    <a:pt x="56" y="16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24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8" y="32"/>
                  </a:lnTo>
                  <a:lnTo>
                    <a:pt x="8" y="40"/>
                  </a:lnTo>
                  <a:lnTo>
                    <a:pt x="24" y="32"/>
                  </a:lnTo>
                  <a:lnTo>
                    <a:pt x="32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8" name="Freeform 639"/>
            <p:cNvSpPr/>
            <p:nvPr/>
          </p:nvSpPr>
          <p:spPr bwMode="auto">
            <a:xfrm>
              <a:off x="4171187" y="3293204"/>
              <a:ext cx="107468" cy="74570"/>
            </a:xfrm>
            <a:custGeom>
              <a:avLst/>
              <a:gdLst>
                <a:gd name="T0" fmla="*/ 2147483647 w 80"/>
                <a:gd name="T1" fmla="*/ 2147483647 h 56"/>
                <a:gd name="T2" fmla="*/ 2147483647 w 80"/>
                <a:gd name="T3" fmla="*/ 2147483647 h 56"/>
                <a:gd name="T4" fmla="*/ 2147483647 w 80"/>
                <a:gd name="T5" fmla="*/ 2147483647 h 56"/>
                <a:gd name="T6" fmla="*/ 2147483647 w 80"/>
                <a:gd name="T7" fmla="*/ 2147483647 h 56"/>
                <a:gd name="T8" fmla="*/ 2147483647 w 80"/>
                <a:gd name="T9" fmla="*/ 2147483647 h 56"/>
                <a:gd name="T10" fmla="*/ 2147483647 w 80"/>
                <a:gd name="T11" fmla="*/ 2147483647 h 56"/>
                <a:gd name="T12" fmla="*/ 2147483647 w 80"/>
                <a:gd name="T13" fmla="*/ 2147483647 h 56"/>
                <a:gd name="T14" fmla="*/ 2147483647 w 80"/>
                <a:gd name="T15" fmla="*/ 2147483647 h 56"/>
                <a:gd name="T16" fmla="*/ 2147483647 w 80"/>
                <a:gd name="T17" fmla="*/ 2147483647 h 56"/>
                <a:gd name="T18" fmla="*/ 2147483647 w 80"/>
                <a:gd name="T19" fmla="*/ 2147483647 h 56"/>
                <a:gd name="T20" fmla="*/ 2147483647 w 80"/>
                <a:gd name="T21" fmla="*/ 2147483647 h 56"/>
                <a:gd name="T22" fmla="*/ 2147483647 w 80"/>
                <a:gd name="T23" fmla="*/ 0 h 56"/>
                <a:gd name="T24" fmla="*/ 2147483647 w 80"/>
                <a:gd name="T25" fmla="*/ 0 h 56"/>
                <a:gd name="T26" fmla="*/ 2147483647 w 80"/>
                <a:gd name="T27" fmla="*/ 0 h 56"/>
                <a:gd name="T28" fmla="*/ 0 w 80"/>
                <a:gd name="T29" fmla="*/ 2147483647 h 56"/>
                <a:gd name="T30" fmla="*/ 2147483647 w 80"/>
                <a:gd name="T31" fmla="*/ 2147483647 h 56"/>
                <a:gd name="T32" fmla="*/ 2147483647 w 80"/>
                <a:gd name="T33" fmla="*/ 2147483647 h 56"/>
                <a:gd name="T34" fmla="*/ 2147483647 w 80"/>
                <a:gd name="T35" fmla="*/ 2147483647 h 56"/>
                <a:gd name="T36" fmla="*/ 2147483647 w 80"/>
                <a:gd name="T37" fmla="*/ 2147483647 h 5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80"/>
                <a:gd name="T58" fmla="*/ 0 h 56"/>
                <a:gd name="T59" fmla="*/ 80 w 80"/>
                <a:gd name="T60" fmla="*/ 56 h 5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80" h="56">
                  <a:moveTo>
                    <a:pt x="40" y="48"/>
                  </a:moveTo>
                  <a:lnTo>
                    <a:pt x="48" y="48"/>
                  </a:lnTo>
                  <a:lnTo>
                    <a:pt x="56" y="48"/>
                  </a:lnTo>
                  <a:lnTo>
                    <a:pt x="72" y="56"/>
                  </a:lnTo>
                  <a:lnTo>
                    <a:pt x="80" y="56"/>
                  </a:lnTo>
                  <a:lnTo>
                    <a:pt x="72" y="40"/>
                  </a:lnTo>
                  <a:lnTo>
                    <a:pt x="64" y="24"/>
                  </a:lnTo>
                  <a:lnTo>
                    <a:pt x="56" y="16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8" y="0"/>
                  </a:lnTo>
                  <a:lnTo>
                    <a:pt x="0" y="24"/>
                  </a:lnTo>
                  <a:lnTo>
                    <a:pt x="8" y="56"/>
                  </a:lnTo>
                  <a:lnTo>
                    <a:pt x="16" y="56"/>
                  </a:lnTo>
                  <a:lnTo>
                    <a:pt x="40" y="4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9" name="Freeform 640"/>
            <p:cNvSpPr/>
            <p:nvPr/>
          </p:nvSpPr>
          <p:spPr bwMode="auto">
            <a:xfrm>
              <a:off x="4182153" y="3100199"/>
              <a:ext cx="203971" cy="224807"/>
            </a:xfrm>
            <a:custGeom>
              <a:avLst/>
              <a:gdLst>
                <a:gd name="T0" fmla="*/ 2147483647 w 152"/>
                <a:gd name="T1" fmla="*/ 2147483647 h 168"/>
                <a:gd name="T2" fmla="*/ 2147483647 w 152"/>
                <a:gd name="T3" fmla="*/ 2147483647 h 168"/>
                <a:gd name="T4" fmla="*/ 2147483647 w 152"/>
                <a:gd name="T5" fmla="*/ 2147483647 h 168"/>
                <a:gd name="T6" fmla="*/ 2147483647 w 152"/>
                <a:gd name="T7" fmla="*/ 2147483647 h 168"/>
                <a:gd name="T8" fmla="*/ 2147483647 w 152"/>
                <a:gd name="T9" fmla="*/ 2147483647 h 168"/>
                <a:gd name="T10" fmla="*/ 2147483647 w 152"/>
                <a:gd name="T11" fmla="*/ 2147483647 h 168"/>
                <a:gd name="T12" fmla="*/ 2147483647 w 152"/>
                <a:gd name="T13" fmla="*/ 2147483647 h 168"/>
                <a:gd name="T14" fmla="*/ 2147483647 w 152"/>
                <a:gd name="T15" fmla="*/ 2147483647 h 168"/>
                <a:gd name="T16" fmla="*/ 2147483647 w 152"/>
                <a:gd name="T17" fmla="*/ 2147483647 h 168"/>
                <a:gd name="T18" fmla="*/ 2147483647 w 152"/>
                <a:gd name="T19" fmla="*/ 2147483647 h 168"/>
                <a:gd name="T20" fmla="*/ 2147483647 w 152"/>
                <a:gd name="T21" fmla="*/ 2147483647 h 168"/>
                <a:gd name="T22" fmla="*/ 2147483647 w 152"/>
                <a:gd name="T23" fmla="*/ 0 h 168"/>
                <a:gd name="T24" fmla="*/ 2147483647 w 152"/>
                <a:gd name="T25" fmla="*/ 2147483647 h 168"/>
                <a:gd name="T26" fmla="*/ 2147483647 w 152"/>
                <a:gd name="T27" fmla="*/ 2147483647 h 168"/>
                <a:gd name="T28" fmla="*/ 2147483647 w 152"/>
                <a:gd name="T29" fmla="*/ 2147483647 h 168"/>
                <a:gd name="T30" fmla="*/ 2147483647 w 152"/>
                <a:gd name="T31" fmla="*/ 2147483647 h 168"/>
                <a:gd name="T32" fmla="*/ 2147483647 w 152"/>
                <a:gd name="T33" fmla="*/ 2147483647 h 168"/>
                <a:gd name="T34" fmla="*/ 0 w 152"/>
                <a:gd name="T35" fmla="*/ 2147483647 h 168"/>
                <a:gd name="T36" fmla="*/ 2147483647 w 152"/>
                <a:gd name="T37" fmla="*/ 2147483647 h 168"/>
                <a:gd name="T38" fmla="*/ 2147483647 w 152"/>
                <a:gd name="T39" fmla="*/ 2147483647 h 168"/>
                <a:gd name="T40" fmla="*/ 0 w 152"/>
                <a:gd name="T41" fmla="*/ 2147483647 h 168"/>
                <a:gd name="T42" fmla="*/ 2147483647 w 152"/>
                <a:gd name="T43" fmla="*/ 2147483647 h 168"/>
                <a:gd name="T44" fmla="*/ 2147483647 w 152"/>
                <a:gd name="T45" fmla="*/ 2147483647 h 16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52"/>
                <a:gd name="T70" fmla="*/ 0 h 168"/>
                <a:gd name="T71" fmla="*/ 152 w 152"/>
                <a:gd name="T72" fmla="*/ 168 h 168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52" h="168">
                  <a:moveTo>
                    <a:pt x="24" y="144"/>
                  </a:moveTo>
                  <a:lnTo>
                    <a:pt x="40" y="152"/>
                  </a:lnTo>
                  <a:lnTo>
                    <a:pt x="48" y="160"/>
                  </a:lnTo>
                  <a:lnTo>
                    <a:pt x="56" y="168"/>
                  </a:lnTo>
                  <a:lnTo>
                    <a:pt x="72" y="152"/>
                  </a:lnTo>
                  <a:lnTo>
                    <a:pt x="80" y="160"/>
                  </a:lnTo>
                  <a:lnTo>
                    <a:pt x="136" y="160"/>
                  </a:lnTo>
                  <a:lnTo>
                    <a:pt x="152" y="152"/>
                  </a:lnTo>
                  <a:lnTo>
                    <a:pt x="144" y="144"/>
                  </a:lnTo>
                  <a:lnTo>
                    <a:pt x="128" y="32"/>
                  </a:lnTo>
                  <a:lnTo>
                    <a:pt x="144" y="32"/>
                  </a:lnTo>
                  <a:lnTo>
                    <a:pt x="104" y="0"/>
                  </a:lnTo>
                  <a:lnTo>
                    <a:pt x="104" y="16"/>
                  </a:lnTo>
                  <a:lnTo>
                    <a:pt x="64" y="16"/>
                  </a:lnTo>
                  <a:lnTo>
                    <a:pt x="64" y="48"/>
                  </a:lnTo>
                  <a:lnTo>
                    <a:pt x="56" y="56"/>
                  </a:lnTo>
                  <a:lnTo>
                    <a:pt x="48" y="80"/>
                  </a:lnTo>
                  <a:lnTo>
                    <a:pt x="0" y="80"/>
                  </a:lnTo>
                  <a:lnTo>
                    <a:pt x="8" y="104"/>
                  </a:lnTo>
                  <a:lnTo>
                    <a:pt x="8" y="136"/>
                  </a:lnTo>
                  <a:lnTo>
                    <a:pt x="0" y="144"/>
                  </a:lnTo>
                  <a:lnTo>
                    <a:pt x="16" y="144"/>
                  </a:lnTo>
                  <a:lnTo>
                    <a:pt x="24" y="14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0" name="Freeform 641"/>
            <p:cNvSpPr/>
            <p:nvPr/>
          </p:nvSpPr>
          <p:spPr bwMode="auto">
            <a:xfrm>
              <a:off x="4880698" y="3013567"/>
              <a:ext cx="193004" cy="183135"/>
            </a:xfrm>
            <a:custGeom>
              <a:avLst/>
              <a:gdLst>
                <a:gd name="T0" fmla="*/ 0 w 144"/>
                <a:gd name="T1" fmla="*/ 2147483647 h 136"/>
                <a:gd name="T2" fmla="*/ 2147483647 w 144"/>
                <a:gd name="T3" fmla="*/ 2147483647 h 136"/>
                <a:gd name="T4" fmla="*/ 2147483647 w 144"/>
                <a:gd name="T5" fmla="*/ 2147483647 h 136"/>
                <a:gd name="T6" fmla="*/ 2147483647 w 144"/>
                <a:gd name="T7" fmla="*/ 2147483647 h 136"/>
                <a:gd name="T8" fmla="*/ 2147483647 w 144"/>
                <a:gd name="T9" fmla="*/ 2147483647 h 136"/>
                <a:gd name="T10" fmla="*/ 2147483647 w 144"/>
                <a:gd name="T11" fmla="*/ 2147483647 h 136"/>
                <a:gd name="T12" fmla="*/ 2147483647 w 144"/>
                <a:gd name="T13" fmla="*/ 2147483647 h 136"/>
                <a:gd name="T14" fmla="*/ 2147483647 w 144"/>
                <a:gd name="T15" fmla="*/ 2147483647 h 136"/>
                <a:gd name="T16" fmla="*/ 2147483647 w 144"/>
                <a:gd name="T17" fmla="*/ 2147483647 h 136"/>
                <a:gd name="T18" fmla="*/ 2147483647 w 144"/>
                <a:gd name="T19" fmla="*/ 2147483647 h 136"/>
                <a:gd name="T20" fmla="*/ 2147483647 w 144"/>
                <a:gd name="T21" fmla="*/ 2147483647 h 136"/>
                <a:gd name="T22" fmla="*/ 2147483647 w 144"/>
                <a:gd name="T23" fmla="*/ 2147483647 h 136"/>
                <a:gd name="T24" fmla="*/ 2147483647 w 144"/>
                <a:gd name="T25" fmla="*/ 2147483647 h 136"/>
                <a:gd name="T26" fmla="*/ 2147483647 w 144"/>
                <a:gd name="T27" fmla="*/ 0 h 136"/>
                <a:gd name="T28" fmla="*/ 2147483647 w 144"/>
                <a:gd name="T29" fmla="*/ 2147483647 h 136"/>
                <a:gd name="T30" fmla="*/ 2147483647 w 144"/>
                <a:gd name="T31" fmla="*/ 2147483647 h 136"/>
                <a:gd name="T32" fmla="*/ 2147483647 w 144"/>
                <a:gd name="T33" fmla="*/ 0 h 136"/>
                <a:gd name="T34" fmla="*/ 2147483647 w 144"/>
                <a:gd name="T35" fmla="*/ 2147483647 h 136"/>
                <a:gd name="T36" fmla="*/ 2147483647 w 144"/>
                <a:gd name="T37" fmla="*/ 0 h 136"/>
                <a:gd name="T38" fmla="*/ 2147483647 w 144"/>
                <a:gd name="T39" fmla="*/ 0 h 136"/>
                <a:gd name="T40" fmla="*/ 2147483647 w 144"/>
                <a:gd name="T41" fmla="*/ 2147483647 h 136"/>
                <a:gd name="T42" fmla="*/ 0 w 144"/>
                <a:gd name="T43" fmla="*/ 2147483647 h 1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44"/>
                <a:gd name="T67" fmla="*/ 0 h 136"/>
                <a:gd name="T68" fmla="*/ 144 w 144"/>
                <a:gd name="T69" fmla="*/ 136 h 1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44" h="136">
                  <a:moveTo>
                    <a:pt x="0" y="16"/>
                  </a:moveTo>
                  <a:lnTo>
                    <a:pt x="8" y="32"/>
                  </a:lnTo>
                  <a:lnTo>
                    <a:pt x="8" y="40"/>
                  </a:lnTo>
                  <a:lnTo>
                    <a:pt x="8" y="136"/>
                  </a:lnTo>
                  <a:lnTo>
                    <a:pt x="16" y="136"/>
                  </a:lnTo>
                  <a:lnTo>
                    <a:pt x="120" y="136"/>
                  </a:lnTo>
                  <a:lnTo>
                    <a:pt x="136" y="128"/>
                  </a:lnTo>
                  <a:lnTo>
                    <a:pt x="144" y="120"/>
                  </a:lnTo>
                  <a:lnTo>
                    <a:pt x="136" y="88"/>
                  </a:lnTo>
                  <a:lnTo>
                    <a:pt x="120" y="56"/>
                  </a:lnTo>
                  <a:lnTo>
                    <a:pt x="96" y="32"/>
                  </a:lnTo>
                  <a:lnTo>
                    <a:pt x="128" y="48"/>
                  </a:lnTo>
                  <a:lnTo>
                    <a:pt x="136" y="32"/>
                  </a:lnTo>
                  <a:lnTo>
                    <a:pt x="120" y="0"/>
                  </a:lnTo>
                  <a:lnTo>
                    <a:pt x="112" y="8"/>
                  </a:lnTo>
                  <a:lnTo>
                    <a:pt x="88" y="8"/>
                  </a:lnTo>
                  <a:lnTo>
                    <a:pt x="80" y="0"/>
                  </a:lnTo>
                  <a:lnTo>
                    <a:pt x="48" y="8"/>
                  </a:lnTo>
                  <a:lnTo>
                    <a:pt x="24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1" name="Freeform 642"/>
            <p:cNvSpPr/>
            <p:nvPr/>
          </p:nvSpPr>
          <p:spPr bwMode="auto">
            <a:xfrm>
              <a:off x="4622993" y="2981765"/>
              <a:ext cx="279637" cy="268671"/>
            </a:xfrm>
            <a:custGeom>
              <a:avLst/>
              <a:gdLst>
                <a:gd name="T0" fmla="*/ 2147483647 w 208"/>
                <a:gd name="T1" fmla="*/ 2147483647 h 200"/>
                <a:gd name="T2" fmla="*/ 2147483647 w 208"/>
                <a:gd name="T3" fmla="*/ 2147483647 h 200"/>
                <a:gd name="T4" fmla="*/ 2147483647 w 208"/>
                <a:gd name="T5" fmla="*/ 2147483647 h 200"/>
                <a:gd name="T6" fmla="*/ 0 w 208"/>
                <a:gd name="T7" fmla="*/ 2147483647 h 200"/>
                <a:gd name="T8" fmla="*/ 0 w 208"/>
                <a:gd name="T9" fmla="*/ 2147483647 h 200"/>
                <a:gd name="T10" fmla="*/ 2147483647 w 208"/>
                <a:gd name="T11" fmla="*/ 2147483647 h 200"/>
                <a:gd name="T12" fmla="*/ 2147483647 w 208"/>
                <a:gd name="T13" fmla="*/ 2147483647 h 200"/>
                <a:gd name="T14" fmla="*/ 2147483647 w 208"/>
                <a:gd name="T15" fmla="*/ 2147483647 h 200"/>
                <a:gd name="T16" fmla="*/ 2147483647 w 208"/>
                <a:gd name="T17" fmla="*/ 2147483647 h 200"/>
                <a:gd name="T18" fmla="*/ 2147483647 w 208"/>
                <a:gd name="T19" fmla="*/ 2147483647 h 200"/>
                <a:gd name="T20" fmla="*/ 2147483647 w 208"/>
                <a:gd name="T21" fmla="*/ 2147483647 h 200"/>
                <a:gd name="T22" fmla="*/ 2147483647 w 208"/>
                <a:gd name="T23" fmla="*/ 2147483647 h 200"/>
                <a:gd name="T24" fmla="*/ 2147483647 w 208"/>
                <a:gd name="T25" fmla="*/ 2147483647 h 200"/>
                <a:gd name="T26" fmla="*/ 2147483647 w 208"/>
                <a:gd name="T27" fmla="*/ 2147483647 h 200"/>
                <a:gd name="T28" fmla="*/ 2147483647 w 208"/>
                <a:gd name="T29" fmla="*/ 2147483647 h 200"/>
                <a:gd name="T30" fmla="*/ 2147483647 w 208"/>
                <a:gd name="T31" fmla="*/ 2147483647 h 200"/>
                <a:gd name="T32" fmla="*/ 2147483647 w 208"/>
                <a:gd name="T33" fmla="*/ 2147483647 h 200"/>
                <a:gd name="T34" fmla="*/ 2147483647 w 208"/>
                <a:gd name="T35" fmla="*/ 2147483647 h 200"/>
                <a:gd name="T36" fmla="*/ 2147483647 w 208"/>
                <a:gd name="T37" fmla="*/ 2147483647 h 200"/>
                <a:gd name="T38" fmla="*/ 2147483647 w 208"/>
                <a:gd name="T39" fmla="*/ 2147483647 h 200"/>
                <a:gd name="T40" fmla="*/ 2147483647 w 208"/>
                <a:gd name="T41" fmla="*/ 2147483647 h 200"/>
                <a:gd name="T42" fmla="*/ 2147483647 w 208"/>
                <a:gd name="T43" fmla="*/ 2147483647 h 200"/>
                <a:gd name="T44" fmla="*/ 2147483647 w 208"/>
                <a:gd name="T45" fmla="*/ 2147483647 h 200"/>
                <a:gd name="T46" fmla="*/ 2147483647 w 208"/>
                <a:gd name="T47" fmla="*/ 2147483647 h 200"/>
                <a:gd name="T48" fmla="*/ 2147483647 w 208"/>
                <a:gd name="T49" fmla="*/ 2147483647 h 200"/>
                <a:gd name="T50" fmla="*/ 2147483647 w 208"/>
                <a:gd name="T51" fmla="*/ 2147483647 h 200"/>
                <a:gd name="T52" fmla="*/ 2147483647 w 208"/>
                <a:gd name="T53" fmla="*/ 2147483647 h 200"/>
                <a:gd name="T54" fmla="*/ 2147483647 w 208"/>
                <a:gd name="T55" fmla="*/ 2147483647 h 200"/>
                <a:gd name="T56" fmla="*/ 2147483647 w 208"/>
                <a:gd name="T57" fmla="*/ 2147483647 h 200"/>
                <a:gd name="T58" fmla="*/ 2147483647 w 208"/>
                <a:gd name="T59" fmla="*/ 2147483647 h 200"/>
                <a:gd name="T60" fmla="*/ 2147483647 w 208"/>
                <a:gd name="T61" fmla="*/ 2147483647 h 200"/>
                <a:gd name="T62" fmla="*/ 2147483647 w 208"/>
                <a:gd name="T63" fmla="*/ 0 h 200"/>
                <a:gd name="T64" fmla="*/ 2147483647 w 208"/>
                <a:gd name="T65" fmla="*/ 2147483647 h 200"/>
                <a:gd name="T66" fmla="*/ 2147483647 w 208"/>
                <a:gd name="T67" fmla="*/ 2147483647 h 20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08"/>
                <a:gd name="T103" fmla="*/ 0 h 200"/>
                <a:gd name="T104" fmla="*/ 208 w 208"/>
                <a:gd name="T105" fmla="*/ 200 h 200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08" h="200">
                  <a:moveTo>
                    <a:pt x="16" y="24"/>
                  </a:moveTo>
                  <a:lnTo>
                    <a:pt x="8" y="32"/>
                  </a:lnTo>
                  <a:lnTo>
                    <a:pt x="8" y="40"/>
                  </a:lnTo>
                  <a:lnTo>
                    <a:pt x="0" y="48"/>
                  </a:lnTo>
                  <a:lnTo>
                    <a:pt x="0" y="112"/>
                  </a:lnTo>
                  <a:lnTo>
                    <a:pt x="24" y="136"/>
                  </a:lnTo>
                  <a:lnTo>
                    <a:pt x="32" y="136"/>
                  </a:lnTo>
                  <a:lnTo>
                    <a:pt x="64" y="144"/>
                  </a:lnTo>
                  <a:lnTo>
                    <a:pt x="72" y="152"/>
                  </a:lnTo>
                  <a:lnTo>
                    <a:pt x="88" y="144"/>
                  </a:lnTo>
                  <a:lnTo>
                    <a:pt x="184" y="192"/>
                  </a:lnTo>
                  <a:lnTo>
                    <a:pt x="192" y="200"/>
                  </a:lnTo>
                  <a:lnTo>
                    <a:pt x="192" y="184"/>
                  </a:lnTo>
                  <a:lnTo>
                    <a:pt x="200" y="184"/>
                  </a:lnTo>
                  <a:lnTo>
                    <a:pt x="208" y="160"/>
                  </a:lnTo>
                  <a:lnTo>
                    <a:pt x="200" y="160"/>
                  </a:lnTo>
                  <a:lnTo>
                    <a:pt x="200" y="64"/>
                  </a:lnTo>
                  <a:lnTo>
                    <a:pt x="200" y="56"/>
                  </a:lnTo>
                  <a:lnTo>
                    <a:pt x="192" y="40"/>
                  </a:lnTo>
                  <a:lnTo>
                    <a:pt x="200" y="32"/>
                  </a:lnTo>
                  <a:lnTo>
                    <a:pt x="200" y="24"/>
                  </a:lnTo>
                  <a:lnTo>
                    <a:pt x="192" y="16"/>
                  </a:lnTo>
                  <a:lnTo>
                    <a:pt x="176" y="8"/>
                  </a:lnTo>
                  <a:lnTo>
                    <a:pt x="160" y="8"/>
                  </a:lnTo>
                  <a:lnTo>
                    <a:pt x="136" y="16"/>
                  </a:lnTo>
                  <a:lnTo>
                    <a:pt x="136" y="32"/>
                  </a:lnTo>
                  <a:lnTo>
                    <a:pt x="112" y="40"/>
                  </a:lnTo>
                  <a:lnTo>
                    <a:pt x="96" y="24"/>
                  </a:lnTo>
                  <a:lnTo>
                    <a:pt x="88" y="16"/>
                  </a:lnTo>
                  <a:lnTo>
                    <a:pt x="80" y="8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32" y="8"/>
                  </a:lnTo>
                  <a:lnTo>
                    <a:pt x="16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2" name="Freeform 643"/>
            <p:cNvSpPr/>
            <p:nvPr/>
          </p:nvSpPr>
          <p:spPr bwMode="auto">
            <a:xfrm>
              <a:off x="4591191" y="2896229"/>
              <a:ext cx="74570" cy="139271"/>
            </a:xfrm>
            <a:custGeom>
              <a:avLst/>
              <a:gdLst>
                <a:gd name="T0" fmla="*/ 2147483647 w 56"/>
                <a:gd name="T1" fmla="*/ 2147483647 h 104"/>
                <a:gd name="T2" fmla="*/ 2147483647 w 56"/>
                <a:gd name="T3" fmla="*/ 2147483647 h 104"/>
                <a:gd name="T4" fmla="*/ 2147483647 w 56"/>
                <a:gd name="T5" fmla="*/ 2147483647 h 104"/>
                <a:gd name="T6" fmla="*/ 0 w 56"/>
                <a:gd name="T7" fmla="*/ 2147483647 h 104"/>
                <a:gd name="T8" fmla="*/ 0 w 56"/>
                <a:gd name="T9" fmla="*/ 2147483647 h 104"/>
                <a:gd name="T10" fmla="*/ 2147483647 w 56"/>
                <a:gd name="T11" fmla="*/ 2147483647 h 104"/>
                <a:gd name="T12" fmla="*/ 2147483647 w 56"/>
                <a:gd name="T13" fmla="*/ 2147483647 h 104"/>
                <a:gd name="T14" fmla="*/ 2147483647 w 56"/>
                <a:gd name="T15" fmla="*/ 2147483647 h 104"/>
                <a:gd name="T16" fmla="*/ 2147483647 w 56"/>
                <a:gd name="T17" fmla="*/ 2147483647 h 104"/>
                <a:gd name="T18" fmla="*/ 2147483647 w 56"/>
                <a:gd name="T19" fmla="*/ 2147483647 h 104"/>
                <a:gd name="T20" fmla="*/ 2147483647 w 56"/>
                <a:gd name="T21" fmla="*/ 2147483647 h 104"/>
                <a:gd name="T22" fmla="*/ 2147483647 w 56"/>
                <a:gd name="T23" fmla="*/ 2147483647 h 104"/>
                <a:gd name="T24" fmla="*/ 2147483647 w 56"/>
                <a:gd name="T25" fmla="*/ 2147483647 h 104"/>
                <a:gd name="T26" fmla="*/ 2147483647 w 56"/>
                <a:gd name="T27" fmla="*/ 2147483647 h 104"/>
                <a:gd name="T28" fmla="*/ 2147483647 w 56"/>
                <a:gd name="T29" fmla="*/ 2147483647 h 104"/>
                <a:gd name="T30" fmla="*/ 2147483647 w 56"/>
                <a:gd name="T31" fmla="*/ 2147483647 h 104"/>
                <a:gd name="T32" fmla="*/ 2147483647 w 56"/>
                <a:gd name="T33" fmla="*/ 2147483647 h 104"/>
                <a:gd name="T34" fmla="*/ 2147483647 w 56"/>
                <a:gd name="T35" fmla="*/ 2147483647 h 104"/>
                <a:gd name="T36" fmla="*/ 2147483647 w 56"/>
                <a:gd name="T37" fmla="*/ 0 h 104"/>
                <a:gd name="T38" fmla="*/ 2147483647 w 56"/>
                <a:gd name="T39" fmla="*/ 0 h 104"/>
                <a:gd name="T40" fmla="*/ 2147483647 w 56"/>
                <a:gd name="T41" fmla="*/ 2147483647 h 10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6"/>
                <a:gd name="T64" fmla="*/ 0 h 104"/>
                <a:gd name="T65" fmla="*/ 56 w 56"/>
                <a:gd name="T66" fmla="*/ 104 h 10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6" h="104">
                  <a:moveTo>
                    <a:pt x="16" y="8"/>
                  </a:moveTo>
                  <a:lnTo>
                    <a:pt x="16" y="24"/>
                  </a:lnTo>
                  <a:lnTo>
                    <a:pt x="16" y="40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8" y="72"/>
                  </a:lnTo>
                  <a:lnTo>
                    <a:pt x="16" y="72"/>
                  </a:lnTo>
                  <a:lnTo>
                    <a:pt x="24" y="80"/>
                  </a:lnTo>
                  <a:lnTo>
                    <a:pt x="24" y="96"/>
                  </a:lnTo>
                  <a:lnTo>
                    <a:pt x="32" y="104"/>
                  </a:lnTo>
                  <a:lnTo>
                    <a:pt x="32" y="96"/>
                  </a:lnTo>
                  <a:lnTo>
                    <a:pt x="40" y="88"/>
                  </a:lnTo>
                  <a:lnTo>
                    <a:pt x="56" y="72"/>
                  </a:lnTo>
                  <a:lnTo>
                    <a:pt x="56" y="64"/>
                  </a:lnTo>
                  <a:lnTo>
                    <a:pt x="40" y="56"/>
                  </a:lnTo>
                  <a:lnTo>
                    <a:pt x="32" y="48"/>
                  </a:lnTo>
                  <a:lnTo>
                    <a:pt x="48" y="24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16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644"/>
            <p:cNvSpPr/>
            <p:nvPr/>
          </p:nvSpPr>
          <p:spPr bwMode="auto">
            <a:xfrm>
              <a:off x="4245757" y="2928031"/>
              <a:ext cx="203971" cy="161202"/>
            </a:xfrm>
            <a:custGeom>
              <a:avLst/>
              <a:gdLst>
                <a:gd name="T0" fmla="*/ 2147483647 w 152"/>
                <a:gd name="T1" fmla="*/ 2147483647 h 120"/>
                <a:gd name="T2" fmla="*/ 2147483647 w 152"/>
                <a:gd name="T3" fmla="*/ 2147483647 h 120"/>
                <a:gd name="T4" fmla="*/ 2147483647 w 152"/>
                <a:gd name="T5" fmla="*/ 2147483647 h 120"/>
                <a:gd name="T6" fmla="*/ 2147483647 w 152"/>
                <a:gd name="T7" fmla="*/ 2147483647 h 120"/>
                <a:gd name="T8" fmla="*/ 2147483647 w 152"/>
                <a:gd name="T9" fmla="*/ 2147483647 h 120"/>
                <a:gd name="T10" fmla="*/ 2147483647 w 152"/>
                <a:gd name="T11" fmla="*/ 2147483647 h 120"/>
                <a:gd name="T12" fmla="*/ 2147483647 w 152"/>
                <a:gd name="T13" fmla="*/ 2147483647 h 120"/>
                <a:gd name="T14" fmla="*/ 2147483647 w 152"/>
                <a:gd name="T15" fmla="*/ 2147483647 h 120"/>
                <a:gd name="T16" fmla="*/ 2147483647 w 152"/>
                <a:gd name="T17" fmla="*/ 2147483647 h 120"/>
                <a:gd name="T18" fmla="*/ 2147483647 w 152"/>
                <a:gd name="T19" fmla="*/ 2147483647 h 120"/>
                <a:gd name="T20" fmla="*/ 2147483647 w 152"/>
                <a:gd name="T21" fmla="*/ 2147483647 h 120"/>
                <a:gd name="T22" fmla="*/ 2147483647 w 152"/>
                <a:gd name="T23" fmla="*/ 2147483647 h 120"/>
                <a:gd name="T24" fmla="*/ 2147483647 w 152"/>
                <a:gd name="T25" fmla="*/ 2147483647 h 120"/>
                <a:gd name="T26" fmla="*/ 2147483647 w 152"/>
                <a:gd name="T27" fmla="*/ 0 h 120"/>
                <a:gd name="T28" fmla="*/ 2147483647 w 152"/>
                <a:gd name="T29" fmla="*/ 2147483647 h 120"/>
                <a:gd name="T30" fmla="*/ 2147483647 w 152"/>
                <a:gd name="T31" fmla="*/ 2147483647 h 120"/>
                <a:gd name="T32" fmla="*/ 2147483647 w 152"/>
                <a:gd name="T33" fmla="*/ 2147483647 h 120"/>
                <a:gd name="T34" fmla="*/ 2147483647 w 152"/>
                <a:gd name="T35" fmla="*/ 2147483647 h 120"/>
                <a:gd name="T36" fmla="*/ 2147483647 w 152"/>
                <a:gd name="T37" fmla="*/ 2147483647 h 120"/>
                <a:gd name="T38" fmla="*/ 0 w 152"/>
                <a:gd name="T39" fmla="*/ 2147483647 h 120"/>
                <a:gd name="T40" fmla="*/ 2147483647 w 152"/>
                <a:gd name="T41" fmla="*/ 2147483647 h 120"/>
                <a:gd name="T42" fmla="*/ 2147483647 w 152"/>
                <a:gd name="T43" fmla="*/ 2147483647 h 1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52"/>
                <a:gd name="T67" fmla="*/ 0 h 120"/>
                <a:gd name="T68" fmla="*/ 152 w 152"/>
                <a:gd name="T69" fmla="*/ 120 h 12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52" h="120">
                  <a:moveTo>
                    <a:pt x="56" y="104"/>
                  </a:moveTo>
                  <a:lnTo>
                    <a:pt x="72" y="96"/>
                  </a:lnTo>
                  <a:lnTo>
                    <a:pt x="96" y="80"/>
                  </a:lnTo>
                  <a:lnTo>
                    <a:pt x="120" y="72"/>
                  </a:lnTo>
                  <a:lnTo>
                    <a:pt x="120" y="64"/>
                  </a:lnTo>
                  <a:lnTo>
                    <a:pt x="128" y="56"/>
                  </a:lnTo>
                  <a:lnTo>
                    <a:pt x="144" y="56"/>
                  </a:lnTo>
                  <a:lnTo>
                    <a:pt x="152" y="48"/>
                  </a:lnTo>
                  <a:lnTo>
                    <a:pt x="144" y="32"/>
                  </a:lnTo>
                  <a:lnTo>
                    <a:pt x="144" y="8"/>
                  </a:lnTo>
                  <a:lnTo>
                    <a:pt x="136" y="8"/>
                  </a:lnTo>
                  <a:lnTo>
                    <a:pt x="120" y="8"/>
                  </a:lnTo>
                  <a:lnTo>
                    <a:pt x="112" y="8"/>
                  </a:lnTo>
                  <a:lnTo>
                    <a:pt x="96" y="0"/>
                  </a:lnTo>
                  <a:lnTo>
                    <a:pt x="80" y="24"/>
                  </a:lnTo>
                  <a:lnTo>
                    <a:pt x="64" y="40"/>
                  </a:lnTo>
                  <a:lnTo>
                    <a:pt x="48" y="64"/>
                  </a:lnTo>
                  <a:lnTo>
                    <a:pt x="40" y="96"/>
                  </a:lnTo>
                  <a:lnTo>
                    <a:pt x="8" y="112"/>
                  </a:lnTo>
                  <a:lnTo>
                    <a:pt x="0" y="120"/>
                  </a:lnTo>
                  <a:lnTo>
                    <a:pt x="56" y="120"/>
                  </a:lnTo>
                  <a:lnTo>
                    <a:pt x="56" y="10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Freeform 645"/>
            <p:cNvSpPr/>
            <p:nvPr/>
          </p:nvSpPr>
          <p:spPr bwMode="auto">
            <a:xfrm>
              <a:off x="4591191" y="2896229"/>
              <a:ext cx="74570" cy="139271"/>
            </a:xfrm>
            <a:custGeom>
              <a:avLst/>
              <a:gdLst>
                <a:gd name="T0" fmla="*/ 2147483647 w 56"/>
                <a:gd name="T1" fmla="*/ 2147483647 h 104"/>
                <a:gd name="T2" fmla="*/ 2147483647 w 56"/>
                <a:gd name="T3" fmla="*/ 2147483647 h 104"/>
                <a:gd name="T4" fmla="*/ 2147483647 w 56"/>
                <a:gd name="T5" fmla="*/ 2147483647 h 104"/>
                <a:gd name="T6" fmla="*/ 0 w 56"/>
                <a:gd name="T7" fmla="*/ 2147483647 h 104"/>
                <a:gd name="T8" fmla="*/ 0 w 56"/>
                <a:gd name="T9" fmla="*/ 2147483647 h 104"/>
                <a:gd name="T10" fmla="*/ 2147483647 w 56"/>
                <a:gd name="T11" fmla="*/ 2147483647 h 104"/>
                <a:gd name="T12" fmla="*/ 2147483647 w 56"/>
                <a:gd name="T13" fmla="*/ 2147483647 h 104"/>
                <a:gd name="T14" fmla="*/ 2147483647 w 56"/>
                <a:gd name="T15" fmla="*/ 2147483647 h 104"/>
                <a:gd name="T16" fmla="*/ 2147483647 w 56"/>
                <a:gd name="T17" fmla="*/ 2147483647 h 104"/>
                <a:gd name="T18" fmla="*/ 2147483647 w 56"/>
                <a:gd name="T19" fmla="*/ 2147483647 h 104"/>
                <a:gd name="T20" fmla="*/ 2147483647 w 56"/>
                <a:gd name="T21" fmla="*/ 2147483647 h 104"/>
                <a:gd name="T22" fmla="*/ 2147483647 w 56"/>
                <a:gd name="T23" fmla="*/ 2147483647 h 104"/>
                <a:gd name="T24" fmla="*/ 2147483647 w 56"/>
                <a:gd name="T25" fmla="*/ 2147483647 h 104"/>
                <a:gd name="T26" fmla="*/ 2147483647 w 56"/>
                <a:gd name="T27" fmla="*/ 2147483647 h 104"/>
                <a:gd name="T28" fmla="*/ 2147483647 w 56"/>
                <a:gd name="T29" fmla="*/ 2147483647 h 104"/>
                <a:gd name="T30" fmla="*/ 2147483647 w 56"/>
                <a:gd name="T31" fmla="*/ 2147483647 h 104"/>
                <a:gd name="T32" fmla="*/ 2147483647 w 56"/>
                <a:gd name="T33" fmla="*/ 2147483647 h 104"/>
                <a:gd name="T34" fmla="*/ 2147483647 w 56"/>
                <a:gd name="T35" fmla="*/ 2147483647 h 104"/>
                <a:gd name="T36" fmla="*/ 2147483647 w 56"/>
                <a:gd name="T37" fmla="*/ 0 h 104"/>
                <a:gd name="T38" fmla="*/ 2147483647 w 56"/>
                <a:gd name="T39" fmla="*/ 0 h 104"/>
                <a:gd name="T40" fmla="*/ 2147483647 w 56"/>
                <a:gd name="T41" fmla="*/ 2147483647 h 104"/>
                <a:gd name="T42" fmla="*/ 2147483647 w 56"/>
                <a:gd name="T43" fmla="*/ 2147483647 h 10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56"/>
                <a:gd name="T67" fmla="*/ 0 h 104"/>
                <a:gd name="T68" fmla="*/ 56 w 56"/>
                <a:gd name="T69" fmla="*/ 104 h 10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56" h="104">
                  <a:moveTo>
                    <a:pt x="16" y="8"/>
                  </a:moveTo>
                  <a:lnTo>
                    <a:pt x="16" y="24"/>
                  </a:lnTo>
                  <a:lnTo>
                    <a:pt x="16" y="40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8" y="72"/>
                  </a:lnTo>
                  <a:lnTo>
                    <a:pt x="16" y="72"/>
                  </a:lnTo>
                  <a:lnTo>
                    <a:pt x="24" y="80"/>
                  </a:lnTo>
                  <a:lnTo>
                    <a:pt x="24" y="96"/>
                  </a:lnTo>
                  <a:lnTo>
                    <a:pt x="32" y="104"/>
                  </a:lnTo>
                  <a:lnTo>
                    <a:pt x="32" y="96"/>
                  </a:lnTo>
                  <a:lnTo>
                    <a:pt x="40" y="88"/>
                  </a:lnTo>
                  <a:lnTo>
                    <a:pt x="56" y="72"/>
                  </a:lnTo>
                  <a:lnTo>
                    <a:pt x="56" y="64"/>
                  </a:lnTo>
                  <a:lnTo>
                    <a:pt x="40" y="56"/>
                  </a:lnTo>
                  <a:lnTo>
                    <a:pt x="32" y="48"/>
                  </a:lnTo>
                  <a:lnTo>
                    <a:pt x="48" y="24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16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Freeform 646"/>
            <p:cNvSpPr/>
            <p:nvPr/>
          </p:nvSpPr>
          <p:spPr bwMode="auto">
            <a:xfrm>
              <a:off x="4245757" y="2928031"/>
              <a:ext cx="203971" cy="161202"/>
            </a:xfrm>
            <a:custGeom>
              <a:avLst/>
              <a:gdLst>
                <a:gd name="T0" fmla="*/ 2147483647 w 152"/>
                <a:gd name="T1" fmla="*/ 2147483647 h 120"/>
                <a:gd name="T2" fmla="*/ 2147483647 w 152"/>
                <a:gd name="T3" fmla="*/ 2147483647 h 120"/>
                <a:gd name="T4" fmla="*/ 2147483647 w 152"/>
                <a:gd name="T5" fmla="*/ 2147483647 h 120"/>
                <a:gd name="T6" fmla="*/ 2147483647 w 152"/>
                <a:gd name="T7" fmla="*/ 2147483647 h 120"/>
                <a:gd name="T8" fmla="*/ 2147483647 w 152"/>
                <a:gd name="T9" fmla="*/ 2147483647 h 120"/>
                <a:gd name="T10" fmla="*/ 2147483647 w 152"/>
                <a:gd name="T11" fmla="*/ 2147483647 h 120"/>
                <a:gd name="T12" fmla="*/ 2147483647 w 152"/>
                <a:gd name="T13" fmla="*/ 2147483647 h 120"/>
                <a:gd name="T14" fmla="*/ 2147483647 w 152"/>
                <a:gd name="T15" fmla="*/ 2147483647 h 120"/>
                <a:gd name="T16" fmla="*/ 2147483647 w 152"/>
                <a:gd name="T17" fmla="*/ 2147483647 h 120"/>
                <a:gd name="T18" fmla="*/ 2147483647 w 152"/>
                <a:gd name="T19" fmla="*/ 2147483647 h 120"/>
                <a:gd name="T20" fmla="*/ 2147483647 w 152"/>
                <a:gd name="T21" fmla="*/ 2147483647 h 120"/>
                <a:gd name="T22" fmla="*/ 2147483647 w 152"/>
                <a:gd name="T23" fmla="*/ 2147483647 h 120"/>
                <a:gd name="T24" fmla="*/ 2147483647 w 152"/>
                <a:gd name="T25" fmla="*/ 2147483647 h 120"/>
                <a:gd name="T26" fmla="*/ 2147483647 w 152"/>
                <a:gd name="T27" fmla="*/ 0 h 120"/>
                <a:gd name="T28" fmla="*/ 2147483647 w 152"/>
                <a:gd name="T29" fmla="*/ 2147483647 h 120"/>
                <a:gd name="T30" fmla="*/ 2147483647 w 152"/>
                <a:gd name="T31" fmla="*/ 2147483647 h 120"/>
                <a:gd name="T32" fmla="*/ 2147483647 w 152"/>
                <a:gd name="T33" fmla="*/ 2147483647 h 120"/>
                <a:gd name="T34" fmla="*/ 2147483647 w 152"/>
                <a:gd name="T35" fmla="*/ 2147483647 h 120"/>
                <a:gd name="T36" fmla="*/ 2147483647 w 152"/>
                <a:gd name="T37" fmla="*/ 2147483647 h 120"/>
                <a:gd name="T38" fmla="*/ 0 w 152"/>
                <a:gd name="T39" fmla="*/ 2147483647 h 120"/>
                <a:gd name="T40" fmla="*/ 2147483647 w 152"/>
                <a:gd name="T41" fmla="*/ 2147483647 h 120"/>
                <a:gd name="T42" fmla="*/ 2147483647 w 152"/>
                <a:gd name="T43" fmla="*/ 2147483647 h 1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52"/>
                <a:gd name="T67" fmla="*/ 0 h 120"/>
                <a:gd name="T68" fmla="*/ 152 w 152"/>
                <a:gd name="T69" fmla="*/ 120 h 12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52" h="120">
                  <a:moveTo>
                    <a:pt x="56" y="104"/>
                  </a:moveTo>
                  <a:lnTo>
                    <a:pt x="72" y="96"/>
                  </a:lnTo>
                  <a:lnTo>
                    <a:pt x="96" y="80"/>
                  </a:lnTo>
                  <a:lnTo>
                    <a:pt x="120" y="72"/>
                  </a:lnTo>
                  <a:lnTo>
                    <a:pt x="120" y="64"/>
                  </a:lnTo>
                  <a:lnTo>
                    <a:pt x="128" y="56"/>
                  </a:lnTo>
                  <a:lnTo>
                    <a:pt x="144" y="56"/>
                  </a:lnTo>
                  <a:lnTo>
                    <a:pt x="152" y="48"/>
                  </a:lnTo>
                  <a:lnTo>
                    <a:pt x="144" y="32"/>
                  </a:lnTo>
                  <a:lnTo>
                    <a:pt x="144" y="8"/>
                  </a:lnTo>
                  <a:lnTo>
                    <a:pt x="136" y="8"/>
                  </a:lnTo>
                  <a:lnTo>
                    <a:pt x="120" y="8"/>
                  </a:lnTo>
                  <a:lnTo>
                    <a:pt x="112" y="8"/>
                  </a:lnTo>
                  <a:lnTo>
                    <a:pt x="96" y="0"/>
                  </a:lnTo>
                  <a:lnTo>
                    <a:pt x="80" y="24"/>
                  </a:lnTo>
                  <a:lnTo>
                    <a:pt x="64" y="40"/>
                  </a:lnTo>
                  <a:lnTo>
                    <a:pt x="48" y="64"/>
                  </a:lnTo>
                  <a:lnTo>
                    <a:pt x="40" y="96"/>
                  </a:lnTo>
                  <a:lnTo>
                    <a:pt x="8" y="112"/>
                  </a:lnTo>
                  <a:lnTo>
                    <a:pt x="0" y="120"/>
                  </a:lnTo>
                  <a:lnTo>
                    <a:pt x="56" y="120"/>
                  </a:lnTo>
                  <a:lnTo>
                    <a:pt x="56" y="10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Freeform 647"/>
            <p:cNvSpPr/>
            <p:nvPr/>
          </p:nvSpPr>
          <p:spPr bwMode="auto">
            <a:xfrm>
              <a:off x="4182153" y="3089233"/>
              <a:ext cx="139270" cy="118435"/>
            </a:xfrm>
            <a:custGeom>
              <a:avLst/>
              <a:gdLst>
                <a:gd name="T0" fmla="*/ 2147483647 w 104"/>
                <a:gd name="T1" fmla="*/ 2147483647 h 88"/>
                <a:gd name="T2" fmla="*/ 2147483647 w 104"/>
                <a:gd name="T3" fmla="*/ 2147483647 h 88"/>
                <a:gd name="T4" fmla="*/ 2147483647 w 104"/>
                <a:gd name="T5" fmla="*/ 2147483647 h 88"/>
                <a:gd name="T6" fmla="*/ 2147483647 w 104"/>
                <a:gd name="T7" fmla="*/ 2147483647 h 88"/>
                <a:gd name="T8" fmla="*/ 2147483647 w 104"/>
                <a:gd name="T9" fmla="*/ 2147483647 h 88"/>
                <a:gd name="T10" fmla="*/ 2147483647 w 104"/>
                <a:gd name="T11" fmla="*/ 0 h 88"/>
                <a:gd name="T12" fmla="*/ 2147483647 w 104"/>
                <a:gd name="T13" fmla="*/ 0 h 88"/>
                <a:gd name="T14" fmla="*/ 2147483647 w 104"/>
                <a:gd name="T15" fmla="*/ 2147483647 h 88"/>
                <a:gd name="T16" fmla="*/ 2147483647 w 104"/>
                <a:gd name="T17" fmla="*/ 2147483647 h 88"/>
                <a:gd name="T18" fmla="*/ 0 w 104"/>
                <a:gd name="T19" fmla="*/ 2147483647 h 88"/>
                <a:gd name="T20" fmla="*/ 2147483647 w 104"/>
                <a:gd name="T21" fmla="*/ 2147483647 h 88"/>
                <a:gd name="T22" fmla="*/ 2147483647 w 104"/>
                <a:gd name="T23" fmla="*/ 2147483647 h 8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4"/>
                <a:gd name="T37" fmla="*/ 0 h 88"/>
                <a:gd name="T38" fmla="*/ 104 w 104"/>
                <a:gd name="T39" fmla="*/ 88 h 8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4" h="88">
                  <a:moveTo>
                    <a:pt x="56" y="64"/>
                  </a:moveTo>
                  <a:lnTo>
                    <a:pt x="64" y="56"/>
                  </a:lnTo>
                  <a:lnTo>
                    <a:pt x="64" y="24"/>
                  </a:lnTo>
                  <a:lnTo>
                    <a:pt x="104" y="24"/>
                  </a:lnTo>
                  <a:lnTo>
                    <a:pt x="104" y="8"/>
                  </a:lnTo>
                  <a:lnTo>
                    <a:pt x="104" y="0"/>
                  </a:lnTo>
                  <a:lnTo>
                    <a:pt x="48" y="0"/>
                  </a:lnTo>
                  <a:lnTo>
                    <a:pt x="40" y="8"/>
                  </a:lnTo>
                  <a:lnTo>
                    <a:pt x="16" y="48"/>
                  </a:lnTo>
                  <a:lnTo>
                    <a:pt x="0" y="88"/>
                  </a:lnTo>
                  <a:lnTo>
                    <a:pt x="48" y="88"/>
                  </a:lnTo>
                  <a:lnTo>
                    <a:pt x="56" y="6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Freeform 648"/>
            <p:cNvSpPr/>
            <p:nvPr/>
          </p:nvSpPr>
          <p:spPr bwMode="auto">
            <a:xfrm>
              <a:off x="4192022" y="3357905"/>
              <a:ext cx="42768" cy="31802"/>
            </a:xfrm>
            <a:custGeom>
              <a:avLst/>
              <a:gdLst>
                <a:gd name="T0" fmla="*/ 2147483647 w 32"/>
                <a:gd name="T1" fmla="*/ 2147483647 h 24"/>
                <a:gd name="T2" fmla="*/ 2147483647 w 32"/>
                <a:gd name="T3" fmla="*/ 2147483647 h 24"/>
                <a:gd name="T4" fmla="*/ 2147483647 w 32"/>
                <a:gd name="T5" fmla="*/ 0 h 24"/>
                <a:gd name="T6" fmla="*/ 2147483647 w 32"/>
                <a:gd name="T7" fmla="*/ 0 h 24"/>
                <a:gd name="T8" fmla="*/ 0 w 32"/>
                <a:gd name="T9" fmla="*/ 2147483647 h 24"/>
                <a:gd name="T10" fmla="*/ 2147483647 w 32"/>
                <a:gd name="T11" fmla="*/ 2147483647 h 24"/>
                <a:gd name="T12" fmla="*/ 2147483647 w 32"/>
                <a:gd name="T13" fmla="*/ 2147483647 h 24"/>
                <a:gd name="T14" fmla="*/ 2147483647 w 32"/>
                <a:gd name="T15" fmla="*/ 2147483647 h 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2"/>
                <a:gd name="T25" fmla="*/ 0 h 24"/>
                <a:gd name="T26" fmla="*/ 32 w 32"/>
                <a:gd name="T27" fmla="*/ 24 h 2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2" h="24">
                  <a:moveTo>
                    <a:pt x="32" y="16"/>
                  </a:moveTo>
                  <a:lnTo>
                    <a:pt x="32" y="8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0" y="8"/>
                  </a:lnTo>
                  <a:lnTo>
                    <a:pt x="8" y="24"/>
                  </a:lnTo>
                  <a:lnTo>
                    <a:pt x="24" y="16"/>
                  </a:lnTo>
                  <a:lnTo>
                    <a:pt x="32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Freeform 649"/>
            <p:cNvSpPr/>
            <p:nvPr/>
          </p:nvSpPr>
          <p:spPr bwMode="auto">
            <a:xfrm>
              <a:off x="4837930" y="3174769"/>
              <a:ext cx="278541" cy="344338"/>
            </a:xfrm>
            <a:custGeom>
              <a:avLst/>
              <a:gdLst>
                <a:gd name="T0" fmla="*/ 2147483647 w 208"/>
                <a:gd name="T1" fmla="*/ 2147483647 h 256"/>
                <a:gd name="T2" fmla="*/ 2147483647 w 208"/>
                <a:gd name="T3" fmla="*/ 2147483647 h 256"/>
                <a:gd name="T4" fmla="*/ 2147483647 w 208"/>
                <a:gd name="T5" fmla="*/ 2147483647 h 256"/>
                <a:gd name="T6" fmla="*/ 2147483647 w 208"/>
                <a:gd name="T7" fmla="*/ 2147483647 h 256"/>
                <a:gd name="T8" fmla="*/ 2147483647 w 208"/>
                <a:gd name="T9" fmla="*/ 2147483647 h 256"/>
                <a:gd name="T10" fmla="*/ 2147483647 w 208"/>
                <a:gd name="T11" fmla="*/ 2147483647 h 256"/>
                <a:gd name="T12" fmla="*/ 2147483647 w 208"/>
                <a:gd name="T13" fmla="*/ 2147483647 h 256"/>
                <a:gd name="T14" fmla="*/ 2147483647 w 208"/>
                <a:gd name="T15" fmla="*/ 2147483647 h 256"/>
                <a:gd name="T16" fmla="*/ 2147483647 w 208"/>
                <a:gd name="T17" fmla="*/ 2147483647 h 256"/>
                <a:gd name="T18" fmla="*/ 0 w 208"/>
                <a:gd name="T19" fmla="*/ 2147483647 h 256"/>
                <a:gd name="T20" fmla="*/ 2147483647 w 208"/>
                <a:gd name="T21" fmla="*/ 2147483647 h 256"/>
                <a:gd name="T22" fmla="*/ 2147483647 w 208"/>
                <a:gd name="T23" fmla="*/ 2147483647 h 256"/>
                <a:gd name="T24" fmla="*/ 2147483647 w 208"/>
                <a:gd name="T25" fmla="*/ 2147483647 h 256"/>
                <a:gd name="T26" fmla="*/ 2147483647 w 208"/>
                <a:gd name="T27" fmla="*/ 2147483647 h 256"/>
                <a:gd name="T28" fmla="*/ 2147483647 w 208"/>
                <a:gd name="T29" fmla="*/ 2147483647 h 256"/>
                <a:gd name="T30" fmla="*/ 2147483647 w 208"/>
                <a:gd name="T31" fmla="*/ 2147483647 h 256"/>
                <a:gd name="T32" fmla="*/ 2147483647 w 208"/>
                <a:gd name="T33" fmla="*/ 2147483647 h 256"/>
                <a:gd name="T34" fmla="*/ 2147483647 w 208"/>
                <a:gd name="T35" fmla="*/ 2147483647 h 256"/>
                <a:gd name="T36" fmla="*/ 2147483647 w 208"/>
                <a:gd name="T37" fmla="*/ 2147483647 h 256"/>
                <a:gd name="T38" fmla="*/ 2147483647 w 208"/>
                <a:gd name="T39" fmla="*/ 2147483647 h 256"/>
                <a:gd name="T40" fmla="*/ 2147483647 w 208"/>
                <a:gd name="T41" fmla="*/ 2147483647 h 256"/>
                <a:gd name="T42" fmla="*/ 2147483647 w 208"/>
                <a:gd name="T43" fmla="*/ 2147483647 h 256"/>
                <a:gd name="T44" fmla="*/ 2147483647 w 208"/>
                <a:gd name="T45" fmla="*/ 2147483647 h 256"/>
                <a:gd name="T46" fmla="*/ 2147483647 w 208"/>
                <a:gd name="T47" fmla="*/ 2147483647 h 256"/>
                <a:gd name="T48" fmla="*/ 2147483647 w 208"/>
                <a:gd name="T49" fmla="*/ 2147483647 h 256"/>
                <a:gd name="T50" fmla="*/ 2147483647 w 208"/>
                <a:gd name="T51" fmla="*/ 2147483647 h 256"/>
                <a:gd name="T52" fmla="*/ 2147483647 w 208"/>
                <a:gd name="T53" fmla="*/ 2147483647 h 256"/>
                <a:gd name="T54" fmla="*/ 2147483647 w 208"/>
                <a:gd name="T55" fmla="*/ 2147483647 h 256"/>
                <a:gd name="T56" fmla="*/ 2147483647 w 208"/>
                <a:gd name="T57" fmla="*/ 2147483647 h 256"/>
                <a:gd name="T58" fmla="*/ 2147483647 w 208"/>
                <a:gd name="T59" fmla="*/ 2147483647 h 256"/>
                <a:gd name="T60" fmla="*/ 2147483647 w 208"/>
                <a:gd name="T61" fmla="*/ 2147483647 h 256"/>
                <a:gd name="T62" fmla="*/ 2147483647 w 208"/>
                <a:gd name="T63" fmla="*/ 2147483647 h 256"/>
                <a:gd name="T64" fmla="*/ 2147483647 w 208"/>
                <a:gd name="T65" fmla="*/ 2147483647 h 256"/>
                <a:gd name="T66" fmla="*/ 2147483647 w 208"/>
                <a:gd name="T67" fmla="*/ 2147483647 h 256"/>
                <a:gd name="T68" fmla="*/ 2147483647 w 208"/>
                <a:gd name="T69" fmla="*/ 2147483647 h 256"/>
                <a:gd name="T70" fmla="*/ 2147483647 w 208"/>
                <a:gd name="T71" fmla="*/ 0 h 256"/>
                <a:gd name="T72" fmla="*/ 2147483647 w 208"/>
                <a:gd name="T73" fmla="*/ 2147483647 h 256"/>
                <a:gd name="T74" fmla="*/ 2147483647 w 208"/>
                <a:gd name="T75" fmla="*/ 2147483647 h 25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08"/>
                <a:gd name="T115" fmla="*/ 0 h 256"/>
                <a:gd name="T116" fmla="*/ 208 w 208"/>
                <a:gd name="T117" fmla="*/ 256 h 25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08" h="256">
                  <a:moveTo>
                    <a:pt x="152" y="16"/>
                  </a:moveTo>
                  <a:lnTo>
                    <a:pt x="48" y="16"/>
                  </a:lnTo>
                  <a:lnTo>
                    <a:pt x="40" y="40"/>
                  </a:lnTo>
                  <a:lnTo>
                    <a:pt x="32" y="40"/>
                  </a:lnTo>
                  <a:lnTo>
                    <a:pt x="32" y="56"/>
                  </a:lnTo>
                  <a:lnTo>
                    <a:pt x="24" y="48"/>
                  </a:lnTo>
                  <a:lnTo>
                    <a:pt x="24" y="96"/>
                  </a:lnTo>
                  <a:lnTo>
                    <a:pt x="8" y="104"/>
                  </a:lnTo>
                  <a:lnTo>
                    <a:pt x="8" y="128"/>
                  </a:lnTo>
                  <a:lnTo>
                    <a:pt x="0" y="136"/>
                  </a:lnTo>
                  <a:lnTo>
                    <a:pt x="16" y="160"/>
                  </a:lnTo>
                  <a:lnTo>
                    <a:pt x="24" y="176"/>
                  </a:lnTo>
                  <a:lnTo>
                    <a:pt x="32" y="200"/>
                  </a:lnTo>
                  <a:lnTo>
                    <a:pt x="48" y="208"/>
                  </a:lnTo>
                  <a:lnTo>
                    <a:pt x="72" y="232"/>
                  </a:lnTo>
                  <a:lnTo>
                    <a:pt x="80" y="240"/>
                  </a:lnTo>
                  <a:lnTo>
                    <a:pt x="104" y="240"/>
                  </a:lnTo>
                  <a:lnTo>
                    <a:pt x="120" y="256"/>
                  </a:lnTo>
                  <a:lnTo>
                    <a:pt x="144" y="248"/>
                  </a:lnTo>
                  <a:lnTo>
                    <a:pt x="168" y="240"/>
                  </a:lnTo>
                  <a:lnTo>
                    <a:pt x="176" y="240"/>
                  </a:lnTo>
                  <a:lnTo>
                    <a:pt x="176" y="232"/>
                  </a:lnTo>
                  <a:lnTo>
                    <a:pt x="168" y="224"/>
                  </a:lnTo>
                  <a:lnTo>
                    <a:pt x="160" y="216"/>
                  </a:lnTo>
                  <a:lnTo>
                    <a:pt x="144" y="200"/>
                  </a:lnTo>
                  <a:lnTo>
                    <a:pt x="144" y="192"/>
                  </a:lnTo>
                  <a:lnTo>
                    <a:pt x="152" y="192"/>
                  </a:lnTo>
                  <a:lnTo>
                    <a:pt x="160" y="168"/>
                  </a:lnTo>
                  <a:lnTo>
                    <a:pt x="176" y="152"/>
                  </a:lnTo>
                  <a:lnTo>
                    <a:pt x="184" y="128"/>
                  </a:lnTo>
                  <a:lnTo>
                    <a:pt x="192" y="80"/>
                  </a:lnTo>
                  <a:lnTo>
                    <a:pt x="200" y="72"/>
                  </a:lnTo>
                  <a:lnTo>
                    <a:pt x="208" y="72"/>
                  </a:lnTo>
                  <a:lnTo>
                    <a:pt x="200" y="48"/>
                  </a:lnTo>
                  <a:lnTo>
                    <a:pt x="192" y="16"/>
                  </a:lnTo>
                  <a:lnTo>
                    <a:pt x="176" y="0"/>
                  </a:lnTo>
                  <a:lnTo>
                    <a:pt x="168" y="8"/>
                  </a:lnTo>
                  <a:lnTo>
                    <a:pt x="152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Freeform 650"/>
            <p:cNvSpPr/>
            <p:nvPr/>
          </p:nvSpPr>
          <p:spPr bwMode="auto">
            <a:xfrm>
              <a:off x="4321423" y="3400672"/>
              <a:ext cx="107468" cy="96502"/>
            </a:xfrm>
            <a:custGeom>
              <a:avLst/>
              <a:gdLst>
                <a:gd name="T0" fmla="*/ 2147483647 w 80"/>
                <a:gd name="T1" fmla="*/ 2147483647 h 72"/>
                <a:gd name="T2" fmla="*/ 2147483647 w 80"/>
                <a:gd name="T3" fmla="*/ 2147483647 h 72"/>
                <a:gd name="T4" fmla="*/ 2147483647 w 80"/>
                <a:gd name="T5" fmla="*/ 2147483647 h 72"/>
                <a:gd name="T6" fmla="*/ 2147483647 w 80"/>
                <a:gd name="T7" fmla="*/ 2147483647 h 72"/>
                <a:gd name="T8" fmla="*/ 2147483647 w 80"/>
                <a:gd name="T9" fmla="*/ 0 h 72"/>
                <a:gd name="T10" fmla="*/ 2147483647 w 80"/>
                <a:gd name="T11" fmla="*/ 0 h 72"/>
                <a:gd name="T12" fmla="*/ 2147483647 w 80"/>
                <a:gd name="T13" fmla="*/ 0 h 72"/>
                <a:gd name="T14" fmla="*/ 2147483647 w 80"/>
                <a:gd name="T15" fmla="*/ 0 h 72"/>
                <a:gd name="T16" fmla="*/ 2147483647 w 80"/>
                <a:gd name="T17" fmla="*/ 0 h 72"/>
                <a:gd name="T18" fmla="*/ 2147483647 w 80"/>
                <a:gd name="T19" fmla="*/ 2147483647 h 72"/>
                <a:gd name="T20" fmla="*/ 2147483647 w 80"/>
                <a:gd name="T21" fmla="*/ 2147483647 h 72"/>
                <a:gd name="T22" fmla="*/ 0 w 80"/>
                <a:gd name="T23" fmla="*/ 2147483647 h 72"/>
                <a:gd name="T24" fmla="*/ 2147483647 w 80"/>
                <a:gd name="T25" fmla="*/ 2147483647 h 72"/>
                <a:gd name="T26" fmla="*/ 2147483647 w 80"/>
                <a:gd name="T27" fmla="*/ 2147483647 h 72"/>
                <a:gd name="T28" fmla="*/ 2147483647 w 80"/>
                <a:gd name="T29" fmla="*/ 2147483647 h 72"/>
                <a:gd name="T30" fmla="*/ 2147483647 w 80"/>
                <a:gd name="T31" fmla="*/ 2147483647 h 72"/>
                <a:gd name="T32" fmla="*/ 2147483647 w 80"/>
                <a:gd name="T33" fmla="*/ 2147483647 h 72"/>
                <a:gd name="T34" fmla="*/ 2147483647 w 80"/>
                <a:gd name="T35" fmla="*/ 2147483647 h 72"/>
                <a:gd name="T36" fmla="*/ 2147483647 w 80"/>
                <a:gd name="T37" fmla="*/ 2147483647 h 72"/>
                <a:gd name="T38" fmla="*/ 2147483647 w 80"/>
                <a:gd name="T39" fmla="*/ 2147483647 h 72"/>
                <a:gd name="T40" fmla="*/ 2147483647 w 80"/>
                <a:gd name="T41" fmla="*/ 2147483647 h 7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80"/>
                <a:gd name="T64" fmla="*/ 0 h 72"/>
                <a:gd name="T65" fmla="*/ 80 w 80"/>
                <a:gd name="T66" fmla="*/ 72 h 7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80" h="72">
                  <a:moveTo>
                    <a:pt x="72" y="40"/>
                  </a:moveTo>
                  <a:lnTo>
                    <a:pt x="80" y="24"/>
                  </a:lnTo>
                  <a:lnTo>
                    <a:pt x="72" y="8"/>
                  </a:lnTo>
                  <a:lnTo>
                    <a:pt x="48" y="8"/>
                  </a:lnTo>
                  <a:lnTo>
                    <a:pt x="40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8" y="16"/>
                  </a:lnTo>
                  <a:lnTo>
                    <a:pt x="8" y="32"/>
                  </a:lnTo>
                  <a:lnTo>
                    <a:pt x="0" y="40"/>
                  </a:lnTo>
                  <a:lnTo>
                    <a:pt x="8" y="40"/>
                  </a:lnTo>
                  <a:lnTo>
                    <a:pt x="8" y="56"/>
                  </a:lnTo>
                  <a:lnTo>
                    <a:pt x="16" y="64"/>
                  </a:lnTo>
                  <a:lnTo>
                    <a:pt x="16" y="72"/>
                  </a:lnTo>
                  <a:lnTo>
                    <a:pt x="32" y="72"/>
                  </a:lnTo>
                  <a:lnTo>
                    <a:pt x="64" y="64"/>
                  </a:lnTo>
                  <a:lnTo>
                    <a:pt x="72" y="64"/>
                  </a:lnTo>
                  <a:lnTo>
                    <a:pt x="72" y="48"/>
                  </a:lnTo>
                  <a:lnTo>
                    <a:pt x="72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Freeform 651"/>
            <p:cNvSpPr/>
            <p:nvPr/>
          </p:nvSpPr>
          <p:spPr bwMode="auto">
            <a:xfrm>
              <a:off x="4267689" y="3432474"/>
              <a:ext cx="74570" cy="64700"/>
            </a:xfrm>
            <a:custGeom>
              <a:avLst/>
              <a:gdLst>
                <a:gd name="T0" fmla="*/ 2147483647 w 56"/>
                <a:gd name="T1" fmla="*/ 2147483647 h 48"/>
                <a:gd name="T2" fmla="*/ 2147483647 w 56"/>
                <a:gd name="T3" fmla="*/ 2147483647 h 48"/>
                <a:gd name="T4" fmla="*/ 2147483647 w 56"/>
                <a:gd name="T5" fmla="*/ 2147483647 h 48"/>
                <a:gd name="T6" fmla="*/ 2147483647 w 56"/>
                <a:gd name="T7" fmla="*/ 2147483647 h 48"/>
                <a:gd name="T8" fmla="*/ 2147483647 w 56"/>
                <a:gd name="T9" fmla="*/ 2147483647 h 48"/>
                <a:gd name="T10" fmla="*/ 2147483647 w 56"/>
                <a:gd name="T11" fmla="*/ 0 h 48"/>
                <a:gd name="T12" fmla="*/ 2147483647 w 56"/>
                <a:gd name="T13" fmla="*/ 2147483647 h 48"/>
                <a:gd name="T14" fmla="*/ 2147483647 w 56"/>
                <a:gd name="T15" fmla="*/ 2147483647 h 48"/>
                <a:gd name="T16" fmla="*/ 0 w 56"/>
                <a:gd name="T17" fmla="*/ 2147483647 h 48"/>
                <a:gd name="T18" fmla="*/ 2147483647 w 56"/>
                <a:gd name="T19" fmla="*/ 2147483647 h 48"/>
                <a:gd name="T20" fmla="*/ 2147483647 w 56"/>
                <a:gd name="T21" fmla="*/ 2147483647 h 48"/>
                <a:gd name="T22" fmla="*/ 2147483647 w 56"/>
                <a:gd name="T23" fmla="*/ 2147483647 h 48"/>
                <a:gd name="T24" fmla="*/ 2147483647 w 56"/>
                <a:gd name="T25" fmla="*/ 2147483647 h 48"/>
                <a:gd name="T26" fmla="*/ 2147483647 w 56"/>
                <a:gd name="T27" fmla="*/ 2147483647 h 4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6"/>
                <a:gd name="T43" fmla="*/ 0 h 48"/>
                <a:gd name="T44" fmla="*/ 56 w 56"/>
                <a:gd name="T45" fmla="*/ 48 h 4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6" h="48">
                  <a:moveTo>
                    <a:pt x="48" y="32"/>
                  </a:moveTo>
                  <a:lnTo>
                    <a:pt x="48" y="16"/>
                  </a:lnTo>
                  <a:lnTo>
                    <a:pt x="40" y="16"/>
                  </a:lnTo>
                  <a:lnTo>
                    <a:pt x="32" y="16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16" y="8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40" y="48"/>
                  </a:lnTo>
                  <a:lnTo>
                    <a:pt x="56" y="48"/>
                  </a:lnTo>
                  <a:lnTo>
                    <a:pt x="56" y="40"/>
                  </a:lnTo>
                  <a:lnTo>
                    <a:pt x="48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Freeform 652"/>
            <p:cNvSpPr/>
            <p:nvPr/>
          </p:nvSpPr>
          <p:spPr bwMode="auto">
            <a:xfrm>
              <a:off x="4234791" y="3411638"/>
              <a:ext cx="53734" cy="53735"/>
            </a:xfrm>
            <a:custGeom>
              <a:avLst/>
              <a:gdLst>
                <a:gd name="T0" fmla="*/ 2147483647 w 40"/>
                <a:gd name="T1" fmla="*/ 2147483647 h 40"/>
                <a:gd name="T2" fmla="*/ 2147483647 w 40"/>
                <a:gd name="T3" fmla="*/ 2147483647 h 40"/>
                <a:gd name="T4" fmla="*/ 2147483647 w 40"/>
                <a:gd name="T5" fmla="*/ 0 h 40"/>
                <a:gd name="T6" fmla="*/ 2147483647 w 40"/>
                <a:gd name="T7" fmla="*/ 0 h 40"/>
                <a:gd name="T8" fmla="*/ 2147483647 w 40"/>
                <a:gd name="T9" fmla="*/ 2147483647 h 40"/>
                <a:gd name="T10" fmla="*/ 0 w 40"/>
                <a:gd name="T11" fmla="*/ 2147483647 h 40"/>
                <a:gd name="T12" fmla="*/ 2147483647 w 40"/>
                <a:gd name="T13" fmla="*/ 2147483647 h 40"/>
                <a:gd name="T14" fmla="*/ 2147483647 w 40"/>
                <a:gd name="T15" fmla="*/ 2147483647 h 40"/>
                <a:gd name="T16" fmla="*/ 2147483647 w 40"/>
                <a:gd name="T17" fmla="*/ 2147483647 h 40"/>
                <a:gd name="T18" fmla="*/ 2147483647 w 40"/>
                <a:gd name="T19" fmla="*/ 2147483647 h 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0"/>
                <a:gd name="T31" fmla="*/ 0 h 40"/>
                <a:gd name="T32" fmla="*/ 40 w 40"/>
                <a:gd name="T33" fmla="*/ 40 h 4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0" h="40">
                  <a:moveTo>
                    <a:pt x="40" y="24"/>
                  </a:moveTo>
                  <a:lnTo>
                    <a:pt x="40" y="16"/>
                  </a:lnTo>
                  <a:lnTo>
                    <a:pt x="32" y="0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24" y="40"/>
                  </a:lnTo>
                  <a:lnTo>
                    <a:pt x="32" y="32"/>
                  </a:lnTo>
                  <a:lnTo>
                    <a:pt x="40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Freeform 653"/>
            <p:cNvSpPr/>
            <p:nvPr/>
          </p:nvSpPr>
          <p:spPr bwMode="auto">
            <a:xfrm>
              <a:off x="4196409" y="3357905"/>
              <a:ext cx="42768" cy="31802"/>
            </a:xfrm>
            <a:custGeom>
              <a:avLst/>
              <a:gdLst>
                <a:gd name="T0" fmla="*/ 2147483647 w 32"/>
                <a:gd name="T1" fmla="*/ 2147483647 h 24"/>
                <a:gd name="T2" fmla="*/ 2147483647 w 32"/>
                <a:gd name="T3" fmla="*/ 2147483647 h 24"/>
                <a:gd name="T4" fmla="*/ 2147483647 w 32"/>
                <a:gd name="T5" fmla="*/ 0 h 24"/>
                <a:gd name="T6" fmla="*/ 2147483647 w 32"/>
                <a:gd name="T7" fmla="*/ 0 h 24"/>
                <a:gd name="T8" fmla="*/ 0 w 32"/>
                <a:gd name="T9" fmla="*/ 2147483647 h 24"/>
                <a:gd name="T10" fmla="*/ 0 w 32"/>
                <a:gd name="T11" fmla="*/ 2147483647 h 24"/>
                <a:gd name="T12" fmla="*/ 2147483647 w 32"/>
                <a:gd name="T13" fmla="*/ 2147483647 h 24"/>
                <a:gd name="T14" fmla="*/ 2147483647 w 32"/>
                <a:gd name="T15" fmla="*/ 2147483647 h 24"/>
                <a:gd name="T16" fmla="*/ 2147483647 w 32"/>
                <a:gd name="T17" fmla="*/ 2147483647 h 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2"/>
                <a:gd name="T28" fmla="*/ 0 h 24"/>
                <a:gd name="T29" fmla="*/ 32 w 32"/>
                <a:gd name="T30" fmla="*/ 24 h 2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2" h="24">
                  <a:moveTo>
                    <a:pt x="32" y="16"/>
                  </a:moveTo>
                  <a:lnTo>
                    <a:pt x="32" y="8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0" y="8"/>
                  </a:lnTo>
                  <a:lnTo>
                    <a:pt x="8" y="24"/>
                  </a:lnTo>
                  <a:lnTo>
                    <a:pt x="24" y="16"/>
                  </a:lnTo>
                  <a:lnTo>
                    <a:pt x="32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Freeform 654"/>
            <p:cNvSpPr/>
            <p:nvPr/>
          </p:nvSpPr>
          <p:spPr bwMode="auto">
            <a:xfrm>
              <a:off x="4239177" y="3411638"/>
              <a:ext cx="53734" cy="53735"/>
            </a:xfrm>
            <a:custGeom>
              <a:avLst/>
              <a:gdLst>
                <a:gd name="T0" fmla="*/ 2147483647 w 40"/>
                <a:gd name="T1" fmla="*/ 2147483647 h 40"/>
                <a:gd name="T2" fmla="*/ 2147483647 w 40"/>
                <a:gd name="T3" fmla="*/ 2147483647 h 40"/>
                <a:gd name="T4" fmla="*/ 2147483647 w 40"/>
                <a:gd name="T5" fmla="*/ 2147483647 h 40"/>
                <a:gd name="T6" fmla="*/ 2147483647 w 40"/>
                <a:gd name="T7" fmla="*/ 0 h 40"/>
                <a:gd name="T8" fmla="*/ 2147483647 w 40"/>
                <a:gd name="T9" fmla="*/ 0 h 40"/>
                <a:gd name="T10" fmla="*/ 2147483647 w 40"/>
                <a:gd name="T11" fmla="*/ 2147483647 h 40"/>
                <a:gd name="T12" fmla="*/ 0 w 40"/>
                <a:gd name="T13" fmla="*/ 2147483647 h 40"/>
                <a:gd name="T14" fmla="*/ 2147483647 w 40"/>
                <a:gd name="T15" fmla="*/ 2147483647 h 40"/>
                <a:gd name="T16" fmla="*/ 2147483647 w 40"/>
                <a:gd name="T17" fmla="*/ 2147483647 h 40"/>
                <a:gd name="T18" fmla="*/ 2147483647 w 40"/>
                <a:gd name="T19" fmla="*/ 2147483647 h 40"/>
                <a:gd name="T20" fmla="*/ 2147483647 w 40"/>
                <a:gd name="T21" fmla="*/ 2147483647 h 4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0"/>
                <a:gd name="T34" fmla="*/ 0 h 40"/>
                <a:gd name="T35" fmla="*/ 40 w 40"/>
                <a:gd name="T36" fmla="*/ 40 h 4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0" h="40">
                  <a:moveTo>
                    <a:pt x="40" y="24"/>
                  </a:moveTo>
                  <a:lnTo>
                    <a:pt x="40" y="16"/>
                  </a:lnTo>
                  <a:lnTo>
                    <a:pt x="32" y="0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24" y="40"/>
                  </a:lnTo>
                  <a:lnTo>
                    <a:pt x="32" y="32"/>
                  </a:lnTo>
                  <a:lnTo>
                    <a:pt x="40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4" name="Freeform 655"/>
            <p:cNvSpPr/>
            <p:nvPr/>
          </p:nvSpPr>
          <p:spPr bwMode="auto">
            <a:xfrm>
              <a:off x="4321423" y="3089233"/>
              <a:ext cx="1097" cy="10966"/>
            </a:xfrm>
            <a:custGeom>
              <a:avLst/>
              <a:gdLst>
                <a:gd name="T0" fmla="*/ 0 w 1942"/>
                <a:gd name="T1" fmla="*/ 0 h 8"/>
                <a:gd name="T2" fmla="*/ 0 w 1942"/>
                <a:gd name="T3" fmla="*/ 2147483647 h 8"/>
                <a:gd name="T4" fmla="*/ 0 w 1942"/>
                <a:gd name="T5" fmla="*/ 0 h 8"/>
                <a:gd name="T6" fmla="*/ 0 60000 65536"/>
                <a:gd name="T7" fmla="*/ 0 60000 65536"/>
                <a:gd name="T8" fmla="*/ 0 60000 65536"/>
                <a:gd name="T9" fmla="*/ 0 w 1942"/>
                <a:gd name="T10" fmla="*/ 0 h 8"/>
                <a:gd name="T11" fmla="*/ 1942 w 1942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2" h="8">
                  <a:moveTo>
                    <a:pt x="0" y="0"/>
                  </a:moveTo>
                  <a:lnTo>
                    <a:pt x="0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5" name="Freeform 656"/>
            <p:cNvSpPr/>
            <p:nvPr/>
          </p:nvSpPr>
          <p:spPr bwMode="auto">
            <a:xfrm>
              <a:off x="4321423" y="2896229"/>
              <a:ext cx="344338" cy="354207"/>
            </a:xfrm>
            <a:custGeom>
              <a:avLst/>
              <a:gdLst>
                <a:gd name="T0" fmla="*/ 2147483647 w 257"/>
                <a:gd name="T1" fmla="*/ 2147483647 h 264"/>
                <a:gd name="T2" fmla="*/ 2147483647 w 257"/>
                <a:gd name="T3" fmla="*/ 2147483647 h 264"/>
                <a:gd name="T4" fmla="*/ 2147483647 w 257"/>
                <a:gd name="T5" fmla="*/ 2147483647 h 264"/>
                <a:gd name="T6" fmla="*/ 2147483647 w 257"/>
                <a:gd name="T7" fmla="*/ 2147483647 h 264"/>
                <a:gd name="T8" fmla="*/ 2147483647 w 257"/>
                <a:gd name="T9" fmla="*/ 2147483647 h 264"/>
                <a:gd name="T10" fmla="*/ 2147483647 w 257"/>
                <a:gd name="T11" fmla="*/ 2147483647 h 264"/>
                <a:gd name="T12" fmla="*/ 2147483647 w 257"/>
                <a:gd name="T13" fmla="*/ 2147483647 h 264"/>
                <a:gd name="T14" fmla="*/ 2147483647 w 257"/>
                <a:gd name="T15" fmla="*/ 2147483647 h 264"/>
                <a:gd name="T16" fmla="*/ 2147483647 w 257"/>
                <a:gd name="T17" fmla="*/ 2147483647 h 264"/>
                <a:gd name="T18" fmla="*/ 2147483647 w 257"/>
                <a:gd name="T19" fmla="*/ 2147483647 h 264"/>
                <a:gd name="T20" fmla="*/ 2147483647 w 257"/>
                <a:gd name="T21" fmla="*/ 2147483647 h 264"/>
                <a:gd name="T22" fmla="*/ 2147483647 w 257"/>
                <a:gd name="T23" fmla="*/ 2147483647 h 264"/>
                <a:gd name="T24" fmla="*/ 2147483647 w 257"/>
                <a:gd name="T25" fmla="*/ 2147483647 h 264"/>
                <a:gd name="T26" fmla="*/ 2147483647 w 257"/>
                <a:gd name="T27" fmla="*/ 2147483647 h 264"/>
                <a:gd name="T28" fmla="*/ 2147483647 w 257"/>
                <a:gd name="T29" fmla="*/ 2147483647 h 264"/>
                <a:gd name="T30" fmla="*/ 2147483647 w 257"/>
                <a:gd name="T31" fmla="*/ 2147483647 h 264"/>
                <a:gd name="T32" fmla="*/ 2147483647 w 257"/>
                <a:gd name="T33" fmla="*/ 2147483647 h 264"/>
                <a:gd name="T34" fmla="*/ 2147483647 w 257"/>
                <a:gd name="T35" fmla="*/ 2147483647 h 264"/>
                <a:gd name="T36" fmla="*/ 2147483647 w 257"/>
                <a:gd name="T37" fmla="*/ 2147483647 h 264"/>
                <a:gd name="T38" fmla="*/ 2147483647 w 257"/>
                <a:gd name="T39" fmla="*/ 2147483647 h 264"/>
                <a:gd name="T40" fmla="*/ 2147483647 w 257"/>
                <a:gd name="T41" fmla="*/ 2147483647 h 264"/>
                <a:gd name="T42" fmla="*/ 2147483647 w 257"/>
                <a:gd name="T43" fmla="*/ 2147483647 h 264"/>
                <a:gd name="T44" fmla="*/ 2147483647 w 257"/>
                <a:gd name="T45" fmla="*/ 0 h 264"/>
                <a:gd name="T46" fmla="*/ 2147483647 w 257"/>
                <a:gd name="T47" fmla="*/ 2147483647 h 264"/>
                <a:gd name="T48" fmla="*/ 2147483647 w 257"/>
                <a:gd name="T49" fmla="*/ 2147483647 h 264"/>
                <a:gd name="T50" fmla="*/ 2147483647 w 257"/>
                <a:gd name="T51" fmla="*/ 2147483647 h 264"/>
                <a:gd name="T52" fmla="*/ 2147483647 w 257"/>
                <a:gd name="T53" fmla="*/ 2147483647 h 264"/>
                <a:gd name="T54" fmla="*/ 2147483647 w 257"/>
                <a:gd name="T55" fmla="*/ 2147483647 h 264"/>
                <a:gd name="T56" fmla="*/ 2147483647 w 257"/>
                <a:gd name="T57" fmla="*/ 2147483647 h 264"/>
                <a:gd name="T58" fmla="*/ 2147483647 w 257"/>
                <a:gd name="T59" fmla="*/ 2147483647 h 264"/>
                <a:gd name="T60" fmla="*/ 2147483647 w 257"/>
                <a:gd name="T61" fmla="*/ 2147483647 h 264"/>
                <a:gd name="T62" fmla="*/ 2147483647 w 257"/>
                <a:gd name="T63" fmla="*/ 2147483647 h 264"/>
                <a:gd name="T64" fmla="*/ 2147483647 w 257"/>
                <a:gd name="T65" fmla="*/ 2147483647 h 264"/>
                <a:gd name="T66" fmla="*/ 2147483647 w 257"/>
                <a:gd name="T67" fmla="*/ 2147483647 h 264"/>
                <a:gd name="T68" fmla="*/ 2147483647 w 257"/>
                <a:gd name="T69" fmla="*/ 2147483647 h 264"/>
                <a:gd name="T70" fmla="*/ 2147483647 w 257"/>
                <a:gd name="T71" fmla="*/ 2147483647 h 264"/>
                <a:gd name="T72" fmla="*/ 0 w 257"/>
                <a:gd name="T73" fmla="*/ 2147483647 h 264"/>
                <a:gd name="T74" fmla="*/ 0 w 257"/>
                <a:gd name="T75" fmla="*/ 2147483647 h 264"/>
                <a:gd name="T76" fmla="*/ 0 w 257"/>
                <a:gd name="T77" fmla="*/ 2147483647 h 264"/>
                <a:gd name="T78" fmla="*/ 2147483647 w 257"/>
                <a:gd name="T79" fmla="*/ 2147483647 h 26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57"/>
                <a:gd name="T121" fmla="*/ 0 h 264"/>
                <a:gd name="T122" fmla="*/ 257 w 257"/>
                <a:gd name="T123" fmla="*/ 264 h 264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57" h="264">
                  <a:moveTo>
                    <a:pt x="40" y="184"/>
                  </a:moveTo>
                  <a:lnTo>
                    <a:pt x="144" y="256"/>
                  </a:lnTo>
                  <a:lnTo>
                    <a:pt x="152" y="264"/>
                  </a:lnTo>
                  <a:lnTo>
                    <a:pt x="160" y="264"/>
                  </a:lnTo>
                  <a:lnTo>
                    <a:pt x="185" y="248"/>
                  </a:lnTo>
                  <a:lnTo>
                    <a:pt x="257" y="200"/>
                  </a:lnTo>
                  <a:lnTo>
                    <a:pt x="241" y="184"/>
                  </a:lnTo>
                  <a:lnTo>
                    <a:pt x="233" y="184"/>
                  </a:lnTo>
                  <a:lnTo>
                    <a:pt x="225" y="168"/>
                  </a:lnTo>
                  <a:lnTo>
                    <a:pt x="233" y="160"/>
                  </a:lnTo>
                  <a:lnTo>
                    <a:pt x="233" y="120"/>
                  </a:lnTo>
                  <a:lnTo>
                    <a:pt x="225" y="112"/>
                  </a:lnTo>
                  <a:lnTo>
                    <a:pt x="233" y="104"/>
                  </a:lnTo>
                  <a:lnTo>
                    <a:pt x="225" y="96"/>
                  </a:lnTo>
                  <a:lnTo>
                    <a:pt x="225" y="80"/>
                  </a:lnTo>
                  <a:lnTo>
                    <a:pt x="217" y="72"/>
                  </a:lnTo>
                  <a:lnTo>
                    <a:pt x="209" y="72"/>
                  </a:lnTo>
                  <a:lnTo>
                    <a:pt x="201" y="64"/>
                  </a:lnTo>
                  <a:lnTo>
                    <a:pt x="201" y="56"/>
                  </a:lnTo>
                  <a:lnTo>
                    <a:pt x="217" y="40"/>
                  </a:lnTo>
                  <a:lnTo>
                    <a:pt x="217" y="24"/>
                  </a:lnTo>
                  <a:lnTo>
                    <a:pt x="217" y="8"/>
                  </a:lnTo>
                  <a:lnTo>
                    <a:pt x="217" y="0"/>
                  </a:lnTo>
                  <a:lnTo>
                    <a:pt x="209" y="8"/>
                  </a:lnTo>
                  <a:lnTo>
                    <a:pt x="193" y="8"/>
                  </a:lnTo>
                  <a:lnTo>
                    <a:pt x="144" y="8"/>
                  </a:lnTo>
                  <a:lnTo>
                    <a:pt x="104" y="24"/>
                  </a:lnTo>
                  <a:lnTo>
                    <a:pt x="88" y="32"/>
                  </a:lnTo>
                  <a:lnTo>
                    <a:pt x="88" y="56"/>
                  </a:lnTo>
                  <a:lnTo>
                    <a:pt x="96" y="72"/>
                  </a:lnTo>
                  <a:lnTo>
                    <a:pt x="88" y="80"/>
                  </a:lnTo>
                  <a:lnTo>
                    <a:pt x="72" y="80"/>
                  </a:lnTo>
                  <a:lnTo>
                    <a:pt x="64" y="88"/>
                  </a:lnTo>
                  <a:lnTo>
                    <a:pt x="64" y="96"/>
                  </a:lnTo>
                  <a:lnTo>
                    <a:pt x="40" y="104"/>
                  </a:lnTo>
                  <a:lnTo>
                    <a:pt x="16" y="120"/>
                  </a:lnTo>
                  <a:lnTo>
                    <a:pt x="0" y="128"/>
                  </a:lnTo>
                  <a:lnTo>
                    <a:pt x="0" y="144"/>
                  </a:lnTo>
                  <a:lnTo>
                    <a:pt x="0" y="152"/>
                  </a:lnTo>
                  <a:lnTo>
                    <a:pt x="40" y="18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6" name="Rectangle 657"/>
            <p:cNvSpPr>
              <a:spLocks noChangeArrowheads="1"/>
            </p:cNvSpPr>
            <p:nvPr/>
          </p:nvSpPr>
          <p:spPr bwMode="auto">
            <a:xfrm>
              <a:off x="4321423" y="3089233"/>
              <a:ext cx="0" cy="10966"/>
            </a:xfrm>
            <a:prstGeom prst="rect">
              <a:avLst/>
            </a:prstGeom>
            <a:grpFill/>
            <a:ln w="6350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</a:pPr>
              <a:endParaRPr lang="en-US">
                <a:solidFill>
                  <a:srgbClr val="4D4D4D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117" name="Freeform 658"/>
            <p:cNvSpPr/>
            <p:nvPr/>
          </p:nvSpPr>
          <p:spPr bwMode="auto">
            <a:xfrm>
              <a:off x="4321423" y="2896229"/>
              <a:ext cx="344338" cy="354207"/>
            </a:xfrm>
            <a:custGeom>
              <a:avLst/>
              <a:gdLst>
                <a:gd name="T0" fmla="*/ 2147483647 w 257"/>
                <a:gd name="T1" fmla="*/ 2147483647 h 264"/>
                <a:gd name="T2" fmla="*/ 2147483647 w 257"/>
                <a:gd name="T3" fmla="*/ 2147483647 h 264"/>
                <a:gd name="T4" fmla="*/ 2147483647 w 257"/>
                <a:gd name="T5" fmla="*/ 2147483647 h 264"/>
                <a:gd name="T6" fmla="*/ 2147483647 w 257"/>
                <a:gd name="T7" fmla="*/ 2147483647 h 264"/>
                <a:gd name="T8" fmla="*/ 2147483647 w 257"/>
                <a:gd name="T9" fmla="*/ 2147483647 h 264"/>
                <a:gd name="T10" fmla="*/ 2147483647 w 257"/>
                <a:gd name="T11" fmla="*/ 2147483647 h 264"/>
                <a:gd name="T12" fmla="*/ 2147483647 w 257"/>
                <a:gd name="T13" fmla="*/ 2147483647 h 264"/>
                <a:gd name="T14" fmla="*/ 2147483647 w 257"/>
                <a:gd name="T15" fmla="*/ 2147483647 h 264"/>
                <a:gd name="T16" fmla="*/ 2147483647 w 257"/>
                <a:gd name="T17" fmla="*/ 2147483647 h 264"/>
                <a:gd name="T18" fmla="*/ 2147483647 w 257"/>
                <a:gd name="T19" fmla="*/ 2147483647 h 264"/>
                <a:gd name="T20" fmla="*/ 2147483647 w 257"/>
                <a:gd name="T21" fmla="*/ 2147483647 h 264"/>
                <a:gd name="T22" fmla="*/ 2147483647 w 257"/>
                <a:gd name="T23" fmla="*/ 2147483647 h 264"/>
                <a:gd name="T24" fmla="*/ 2147483647 w 257"/>
                <a:gd name="T25" fmla="*/ 2147483647 h 264"/>
                <a:gd name="T26" fmla="*/ 2147483647 w 257"/>
                <a:gd name="T27" fmla="*/ 2147483647 h 264"/>
                <a:gd name="T28" fmla="*/ 2147483647 w 257"/>
                <a:gd name="T29" fmla="*/ 2147483647 h 264"/>
                <a:gd name="T30" fmla="*/ 2147483647 w 257"/>
                <a:gd name="T31" fmla="*/ 2147483647 h 264"/>
                <a:gd name="T32" fmla="*/ 2147483647 w 257"/>
                <a:gd name="T33" fmla="*/ 2147483647 h 264"/>
                <a:gd name="T34" fmla="*/ 2147483647 w 257"/>
                <a:gd name="T35" fmla="*/ 2147483647 h 264"/>
                <a:gd name="T36" fmla="*/ 2147483647 w 257"/>
                <a:gd name="T37" fmla="*/ 2147483647 h 264"/>
                <a:gd name="T38" fmla="*/ 0 w 257"/>
                <a:gd name="T39" fmla="*/ 2147483647 h 264"/>
                <a:gd name="T40" fmla="*/ 0 w 257"/>
                <a:gd name="T41" fmla="*/ 2147483647 h 264"/>
                <a:gd name="T42" fmla="*/ 2147483647 w 257"/>
                <a:gd name="T43" fmla="*/ 2147483647 h 264"/>
                <a:gd name="T44" fmla="*/ 2147483647 w 257"/>
                <a:gd name="T45" fmla="*/ 2147483647 h 264"/>
                <a:gd name="T46" fmla="*/ 2147483647 w 257"/>
                <a:gd name="T47" fmla="*/ 2147483647 h 264"/>
                <a:gd name="T48" fmla="*/ 2147483647 w 257"/>
                <a:gd name="T49" fmla="*/ 2147483647 h 264"/>
                <a:gd name="T50" fmla="*/ 2147483647 w 257"/>
                <a:gd name="T51" fmla="*/ 2147483647 h 264"/>
                <a:gd name="T52" fmla="*/ 2147483647 w 257"/>
                <a:gd name="T53" fmla="*/ 2147483647 h 264"/>
                <a:gd name="T54" fmla="*/ 2147483647 w 257"/>
                <a:gd name="T55" fmla="*/ 2147483647 h 264"/>
                <a:gd name="T56" fmla="*/ 2147483647 w 257"/>
                <a:gd name="T57" fmla="*/ 2147483647 h 264"/>
                <a:gd name="T58" fmla="*/ 2147483647 w 257"/>
                <a:gd name="T59" fmla="*/ 2147483647 h 264"/>
                <a:gd name="T60" fmla="*/ 2147483647 w 257"/>
                <a:gd name="T61" fmla="*/ 2147483647 h 264"/>
                <a:gd name="T62" fmla="*/ 2147483647 w 257"/>
                <a:gd name="T63" fmla="*/ 2147483647 h 264"/>
                <a:gd name="T64" fmla="*/ 2147483647 w 257"/>
                <a:gd name="T65" fmla="*/ 2147483647 h 264"/>
                <a:gd name="T66" fmla="*/ 2147483647 w 257"/>
                <a:gd name="T67" fmla="*/ 2147483647 h 264"/>
                <a:gd name="T68" fmla="*/ 2147483647 w 257"/>
                <a:gd name="T69" fmla="*/ 2147483647 h 264"/>
                <a:gd name="T70" fmla="*/ 2147483647 w 257"/>
                <a:gd name="T71" fmla="*/ 2147483647 h 264"/>
                <a:gd name="T72" fmla="*/ 2147483647 w 257"/>
                <a:gd name="T73" fmla="*/ 2147483647 h 264"/>
                <a:gd name="T74" fmla="*/ 2147483647 w 257"/>
                <a:gd name="T75" fmla="*/ 2147483647 h 264"/>
                <a:gd name="T76" fmla="*/ 2147483647 w 257"/>
                <a:gd name="T77" fmla="*/ 2147483647 h 264"/>
                <a:gd name="T78" fmla="*/ 2147483647 w 257"/>
                <a:gd name="T79" fmla="*/ 2147483647 h 264"/>
                <a:gd name="T80" fmla="*/ 0 w 257"/>
                <a:gd name="T81" fmla="*/ 2147483647 h 264"/>
                <a:gd name="T82" fmla="*/ 0 w 257"/>
                <a:gd name="T83" fmla="*/ 2147483647 h 26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57"/>
                <a:gd name="T127" fmla="*/ 0 h 264"/>
                <a:gd name="T128" fmla="*/ 257 w 257"/>
                <a:gd name="T129" fmla="*/ 264 h 26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57" h="264">
                  <a:moveTo>
                    <a:pt x="40" y="184"/>
                  </a:moveTo>
                  <a:lnTo>
                    <a:pt x="144" y="256"/>
                  </a:lnTo>
                  <a:lnTo>
                    <a:pt x="152" y="264"/>
                  </a:lnTo>
                  <a:lnTo>
                    <a:pt x="160" y="264"/>
                  </a:lnTo>
                  <a:lnTo>
                    <a:pt x="185" y="248"/>
                  </a:lnTo>
                  <a:lnTo>
                    <a:pt x="257" y="200"/>
                  </a:lnTo>
                  <a:lnTo>
                    <a:pt x="241" y="184"/>
                  </a:lnTo>
                  <a:lnTo>
                    <a:pt x="233" y="184"/>
                  </a:lnTo>
                  <a:lnTo>
                    <a:pt x="225" y="168"/>
                  </a:lnTo>
                  <a:lnTo>
                    <a:pt x="233" y="160"/>
                  </a:lnTo>
                  <a:lnTo>
                    <a:pt x="233" y="120"/>
                  </a:lnTo>
                  <a:lnTo>
                    <a:pt x="225" y="112"/>
                  </a:lnTo>
                  <a:lnTo>
                    <a:pt x="233" y="104"/>
                  </a:lnTo>
                  <a:lnTo>
                    <a:pt x="225" y="96"/>
                  </a:lnTo>
                  <a:lnTo>
                    <a:pt x="225" y="80"/>
                  </a:lnTo>
                  <a:lnTo>
                    <a:pt x="217" y="72"/>
                  </a:lnTo>
                  <a:lnTo>
                    <a:pt x="209" y="72"/>
                  </a:lnTo>
                  <a:lnTo>
                    <a:pt x="201" y="64"/>
                  </a:lnTo>
                  <a:lnTo>
                    <a:pt x="201" y="56"/>
                  </a:lnTo>
                  <a:lnTo>
                    <a:pt x="217" y="40"/>
                  </a:lnTo>
                  <a:lnTo>
                    <a:pt x="217" y="24"/>
                  </a:lnTo>
                  <a:lnTo>
                    <a:pt x="217" y="8"/>
                  </a:lnTo>
                  <a:lnTo>
                    <a:pt x="217" y="0"/>
                  </a:lnTo>
                  <a:lnTo>
                    <a:pt x="209" y="8"/>
                  </a:lnTo>
                  <a:lnTo>
                    <a:pt x="193" y="8"/>
                  </a:lnTo>
                  <a:lnTo>
                    <a:pt x="144" y="8"/>
                  </a:lnTo>
                  <a:lnTo>
                    <a:pt x="104" y="24"/>
                  </a:lnTo>
                  <a:lnTo>
                    <a:pt x="88" y="32"/>
                  </a:lnTo>
                  <a:lnTo>
                    <a:pt x="88" y="56"/>
                  </a:lnTo>
                  <a:lnTo>
                    <a:pt x="96" y="72"/>
                  </a:lnTo>
                  <a:lnTo>
                    <a:pt x="88" y="80"/>
                  </a:lnTo>
                  <a:lnTo>
                    <a:pt x="72" y="80"/>
                  </a:lnTo>
                  <a:lnTo>
                    <a:pt x="64" y="88"/>
                  </a:lnTo>
                  <a:lnTo>
                    <a:pt x="64" y="96"/>
                  </a:lnTo>
                  <a:lnTo>
                    <a:pt x="40" y="104"/>
                  </a:lnTo>
                  <a:lnTo>
                    <a:pt x="16" y="120"/>
                  </a:lnTo>
                  <a:lnTo>
                    <a:pt x="0" y="128"/>
                  </a:lnTo>
                  <a:lnTo>
                    <a:pt x="0" y="144"/>
                  </a:lnTo>
                  <a:lnTo>
                    <a:pt x="0" y="152"/>
                  </a:lnTo>
                  <a:lnTo>
                    <a:pt x="40" y="184"/>
                  </a:lnTo>
                  <a:lnTo>
                    <a:pt x="144" y="256"/>
                  </a:lnTo>
                  <a:lnTo>
                    <a:pt x="152" y="264"/>
                  </a:lnTo>
                  <a:lnTo>
                    <a:pt x="160" y="264"/>
                  </a:lnTo>
                  <a:lnTo>
                    <a:pt x="185" y="248"/>
                  </a:lnTo>
                  <a:lnTo>
                    <a:pt x="257" y="200"/>
                  </a:lnTo>
                  <a:lnTo>
                    <a:pt x="241" y="184"/>
                  </a:lnTo>
                  <a:lnTo>
                    <a:pt x="233" y="184"/>
                  </a:lnTo>
                  <a:lnTo>
                    <a:pt x="225" y="168"/>
                  </a:lnTo>
                  <a:lnTo>
                    <a:pt x="233" y="160"/>
                  </a:lnTo>
                  <a:lnTo>
                    <a:pt x="233" y="120"/>
                  </a:lnTo>
                  <a:lnTo>
                    <a:pt x="225" y="112"/>
                  </a:lnTo>
                  <a:lnTo>
                    <a:pt x="233" y="104"/>
                  </a:lnTo>
                  <a:lnTo>
                    <a:pt x="225" y="96"/>
                  </a:lnTo>
                  <a:lnTo>
                    <a:pt x="225" y="80"/>
                  </a:lnTo>
                  <a:lnTo>
                    <a:pt x="217" y="72"/>
                  </a:lnTo>
                  <a:lnTo>
                    <a:pt x="209" y="72"/>
                  </a:lnTo>
                  <a:lnTo>
                    <a:pt x="201" y="64"/>
                  </a:lnTo>
                  <a:lnTo>
                    <a:pt x="201" y="56"/>
                  </a:lnTo>
                  <a:lnTo>
                    <a:pt x="217" y="40"/>
                  </a:lnTo>
                  <a:lnTo>
                    <a:pt x="217" y="24"/>
                  </a:lnTo>
                  <a:lnTo>
                    <a:pt x="217" y="8"/>
                  </a:lnTo>
                  <a:lnTo>
                    <a:pt x="217" y="0"/>
                  </a:lnTo>
                  <a:lnTo>
                    <a:pt x="209" y="8"/>
                  </a:lnTo>
                  <a:lnTo>
                    <a:pt x="193" y="8"/>
                  </a:lnTo>
                  <a:lnTo>
                    <a:pt x="144" y="8"/>
                  </a:lnTo>
                  <a:lnTo>
                    <a:pt x="104" y="24"/>
                  </a:lnTo>
                  <a:lnTo>
                    <a:pt x="88" y="32"/>
                  </a:lnTo>
                  <a:lnTo>
                    <a:pt x="88" y="56"/>
                  </a:lnTo>
                  <a:lnTo>
                    <a:pt x="96" y="72"/>
                  </a:lnTo>
                  <a:lnTo>
                    <a:pt x="88" y="80"/>
                  </a:lnTo>
                  <a:lnTo>
                    <a:pt x="72" y="80"/>
                  </a:lnTo>
                  <a:lnTo>
                    <a:pt x="64" y="88"/>
                  </a:lnTo>
                  <a:lnTo>
                    <a:pt x="64" y="96"/>
                  </a:lnTo>
                  <a:lnTo>
                    <a:pt x="40" y="104"/>
                  </a:lnTo>
                  <a:lnTo>
                    <a:pt x="16" y="120"/>
                  </a:lnTo>
                  <a:lnTo>
                    <a:pt x="0" y="128"/>
                  </a:lnTo>
                  <a:lnTo>
                    <a:pt x="0" y="144"/>
                  </a:lnTo>
                  <a:lnTo>
                    <a:pt x="0" y="152"/>
                  </a:lnTo>
                  <a:lnTo>
                    <a:pt x="40" y="18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8" name="Freeform 659"/>
            <p:cNvSpPr/>
            <p:nvPr/>
          </p:nvSpPr>
          <p:spPr bwMode="auto">
            <a:xfrm>
              <a:off x="4342259" y="2874296"/>
              <a:ext cx="10966" cy="1097"/>
            </a:xfrm>
            <a:custGeom>
              <a:avLst/>
              <a:gdLst>
                <a:gd name="T0" fmla="*/ 2147483647 w 8"/>
                <a:gd name="T1" fmla="*/ 0 h 1943"/>
                <a:gd name="T2" fmla="*/ 0 w 8"/>
                <a:gd name="T3" fmla="*/ 0 h 1943"/>
                <a:gd name="T4" fmla="*/ 2147483647 w 8"/>
                <a:gd name="T5" fmla="*/ 0 h 1943"/>
                <a:gd name="T6" fmla="*/ 0 60000 65536"/>
                <a:gd name="T7" fmla="*/ 0 60000 65536"/>
                <a:gd name="T8" fmla="*/ 0 60000 65536"/>
                <a:gd name="T9" fmla="*/ 0 w 8"/>
                <a:gd name="T10" fmla="*/ 0 h 1943"/>
                <a:gd name="T11" fmla="*/ 8 w 8"/>
                <a:gd name="T12" fmla="*/ 1943 h 19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1943">
                  <a:moveTo>
                    <a:pt x="8" y="0"/>
                  </a:moveTo>
                  <a:lnTo>
                    <a:pt x="0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9" name="Freeform 660"/>
            <p:cNvSpPr/>
            <p:nvPr/>
          </p:nvSpPr>
          <p:spPr bwMode="auto">
            <a:xfrm>
              <a:off x="4353225" y="2799726"/>
              <a:ext cx="10966" cy="1097"/>
            </a:xfrm>
            <a:custGeom>
              <a:avLst/>
              <a:gdLst>
                <a:gd name="T0" fmla="*/ 0 w 8"/>
                <a:gd name="T1" fmla="*/ 0 h 1943"/>
                <a:gd name="T2" fmla="*/ 2147483647 w 8"/>
                <a:gd name="T3" fmla="*/ 0 h 1943"/>
                <a:gd name="T4" fmla="*/ 0 w 8"/>
                <a:gd name="T5" fmla="*/ 0 h 1943"/>
                <a:gd name="T6" fmla="*/ 0 60000 65536"/>
                <a:gd name="T7" fmla="*/ 0 60000 65536"/>
                <a:gd name="T8" fmla="*/ 0 60000 65536"/>
                <a:gd name="T9" fmla="*/ 0 w 8"/>
                <a:gd name="T10" fmla="*/ 0 h 1943"/>
                <a:gd name="T11" fmla="*/ 8 w 8"/>
                <a:gd name="T12" fmla="*/ 1943 h 19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1943">
                  <a:moveTo>
                    <a:pt x="0" y="0"/>
                  </a:move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0" name="Rectangle 661"/>
            <p:cNvSpPr>
              <a:spLocks noChangeArrowheads="1"/>
            </p:cNvSpPr>
            <p:nvPr/>
          </p:nvSpPr>
          <p:spPr bwMode="auto">
            <a:xfrm>
              <a:off x="4342259" y="2874296"/>
              <a:ext cx="10966" cy="0"/>
            </a:xfrm>
            <a:prstGeom prst="rect">
              <a:avLst/>
            </a:prstGeom>
            <a:grpFill/>
            <a:ln w="6350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</a:pPr>
              <a:endParaRPr lang="en-US">
                <a:solidFill>
                  <a:srgbClr val="4D4D4D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121" name="Freeform 662"/>
            <p:cNvSpPr/>
            <p:nvPr/>
          </p:nvSpPr>
          <p:spPr bwMode="auto">
            <a:xfrm>
              <a:off x="4353225" y="2799726"/>
              <a:ext cx="10966" cy="1097"/>
            </a:xfrm>
            <a:custGeom>
              <a:avLst/>
              <a:gdLst>
                <a:gd name="T0" fmla="*/ 0 w 8"/>
                <a:gd name="T1" fmla="*/ 0 h 1943"/>
                <a:gd name="T2" fmla="*/ 0 w 8"/>
                <a:gd name="T3" fmla="*/ 0 h 1943"/>
                <a:gd name="T4" fmla="*/ 2147483647 w 8"/>
                <a:gd name="T5" fmla="*/ 0 h 1943"/>
                <a:gd name="T6" fmla="*/ 0 w 8"/>
                <a:gd name="T7" fmla="*/ 0 h 194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1943"/>
                <a:gd name="T14" fmla="*/ 8 w 8"/>
                <a:gd name="T15" fmla="*/ 1943 h 194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1943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2" name="Freeform 663"/>
            <p:cNvSpPr/>
            <p:nvPr/>
          </p:nvSpPr>
          <p:spPr bwMode="auto">
            <a:xfrm>
              <a:off x="4310457" y="2755862"/>
              <a:ext cx="203971" cy="161203"/>
            </a:xfrm>
            <a:custGeom>
              <a:avLst/>
              <a:gdLst>
                <a:gd name="T0" fmla="*/ 2147483647 w 152"/>
                <a:gd name="T1" fmla="*/ 2147483647 h 120"/>
                <a:gd name="T2" fmla="*/ 2147483647 w 152"/>
                <a:gd name="T3" fmla="*/ 2147483647 h 120"/>
                <a:gd name="T4" fmla="*/ 2147483647 w 152"/>
                <a:gd name="T5" fmla="*/ 2147483647 h 120"/>
                <a:gd name="T6" fmla="*/ 2147483647 w 152"/>
                <a:gd name="T7" fmla="*/ 2147483647 h 120"/>
                <a:gd name="T8" fmla="*/ 2147483647 w 152"/>
                <a:gd name="T9" fmla="*/ 2147483647 h 120"/>
                <a:gd name="T10" fmla="*/ 2147483647 w 152"/>
                <a:gd name="T11" fmla="*/ 0 h 120"/>
                <a:gd name="T12" fmla="*/ 2147483647 w 152"/>
                <a:gd name="T13" fmla="*/ 0 h 120"/>
                <a:gd name="T14" fmla="*/ 2147483647 w 152"/>
                <a:gd name="T15" fmla="*/ 0 h 120"/>
                <a:gd name="T16" fmla="*/ 2147483647 w 152"/>
                <a:gd name="T17" fmla="*/ 0 h 120"/>
                <a:gd name="T18" fmla="*/ 0 w 152"/>
                <a:gd name="T19" fmla="*/ 2147483647 h 120"/>
                <a:gd name="T20" fmla="*/ 2147483647 w 152"/>
                <a:gd name="T21" fmla="*/ 2147483647 h 120"/>
                <a:gd name="T22" fmla="*/ 2147483647 w 152"/>
                <a:gd name="T23" fmla="*/ 2147483647 h 120"/>
                <a:gd name="T24" fmla="*/ 2147483647 w 152"/>
                <a:gd name="T25" fmla="*/ 2147483647 h 120"/>
                <a:gd name="T26" fmla="*/ 2147483647 w 152"/>
                <a:gd name="T27" fmla="*/ 2147483647 h 120"/>
                <a:gd name="T28" fmla="*/ 2147483647 w 152"/>
                <a:gd name="T29" fmla="*/ 2147483647 h 120"/>
                <a:gd name="T30" fmla="*/ 2147483647 w 152"/>
                <a:gd name="T31" fmla="*/ 2147483647 h 120"/>
                <a:gd name="T32" fmla="*/ 2147483647 w 152"/>
                <a:gd name="T33" fmla="*/ 2147483647 h 120"/>
                <a:gd name="T34" fmla="*/ 2147483647 w 152"/>
                <a:gd name="T35" fmla="*/ 2147483647 h 120"/>
                <a:gd name="T36" fmla="*/ 2147483647 w 152"/>
                <a:gd name="T37" fmla="*/ 2147483647 h 120"/>
                <a:gd name="T38" fmla="*/ 2147483647 w 152"/>
                <a:gd name="T39" fmla="*/ 2147483647 h 120"/>
                <a:gd name="T40" fmla="*/ 2147483647 w 152"/>
                <a:gd name="T41" fmla="*/ 2147483647 h 120"/>
                <a:gd name="T42" fmla="*/ 2147483647 w 152"/>
                <a:gd name="T43" fmla="*/ 2147483647 h 120"/>
                <a:gd name="T44" fmla="*/ 2147483647 w 152"/>
                <a:gd name="T45" fmla="*/ 2147483647 h 120"/>
                <a:gd name="T46" fmla="*/ 2147483647 w 152"/>
                <a:gd name="T47" fmla="*/ 2147483647 h 120"/>
                <a:gd name="T48" fmla="*/ 2147483647 w 152"/>
                <a:gd name="T49" fmla="*/ 2147483647 h 120"/>
                <a:gd name="T50" fmla="*/ 2147483647 w 152"/>
                <a:gd name="T51" fmla="*/ 2147483647 h 120"/>
                <a:gd name="T52" fmla="*/ 2147483647 w 152"/>
                <a:gd name="T53" fmla="*/ 2147483647 h 120"/>
                <a:gd name="T54" fmla="*/ 2147483647 w 152"/>
                <a:gd name="T55" fmla="*/ 2147483647 h 120"/>
                <a:gd name="T56" fmla="*/ 2147483647 w 152"/>
                <a:gd name="T57" fmla="*/ 2147483647 h 120"/>
                <a:gd name="T58" fmla="*/ 2147483647 w 152"/>
                <a:gd name="T59" fmla="*/ 2147483647 h 120"/>
                <a:gd name="T60" fmla="*/ 2147483647 w 152"/>
                <a:gd name="T61" fmla="*/ 2147483647 h 120"/>
                <a:gd name="T62" fmla="*/ 2147483647 w 152"/>
                <a:gd name="T63" fmla="*/ 2147483647 h 120"/>
                <a:gd name="T64" fmla="*/ 2147483647 w 152"/>
                <a:gd name="T65" fmla="*/ 2147483647 h 120"/>
                <a:gd name="T66" fmla="*/ 2147483647 w 152"/>
                <a:gd name="T67" fmla="*/ 2147483647 h 12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52"/>
                <a:gd name="T103" fmla="*/ 0 h 120"/>
                <a:gd name="T104" fmla="*/ 152 w 152"/>
                <a:gd name="T105" fmla="*/ 120 h 120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52" h="120">
                  <a:moveTo>
                    <a:pt x="136" y="16"/>
                  </a:moveTo>
                  <a:lnTo>
                    <a:pt x="128" y="16"/>
                  </a:lnTo>
                  <a:lnTo>
                    <a:pt x="112" y="16"/>
                  </a:lnTo>
                  <a:lnTo>
                    <a:pt x="104" y="16"/>
                  </a:lnTo>
                  <a:lnTo>
                    <a:pt x="96" y="8"/>
                  </a:lnTo>
                  <a:lnTo>
                    <a:pt x="48" y="0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8"/>
                  </a:lnTo>
                  <a:lnTo>
                    <a:pt x="8" y="32"/>
                  </a:lnTo>
                  <a:lnTo>
                    <a:pt x="16" y="24"/>
                  </a:lnTo>
                  <a:lnTo>
                    <a:pt x="32" y="24"/>
                  </a:lnTo>
                  <a:lnTo>
                    <a:pt x="32" y="32"/>
                  </a:lnTo>
                  <a:lnTo>
                    <a:pt x="40" y="32"/>
                  </a:lnTo>
                  <a:lnTo>
                    <a:pt x="32" y="48"/>
                  </a:lnTo>
                  <a:lnTo>
                    <a:pt x="32" y="64"/>
                  </a:lnTo>
                  <a:lnTo>
                    <a:pt x="24" y="80"/>
                  </a:lnTo>
                  <a:lnTo>
                    <a:pt x="24" y="88"/>
                  </a:lnTo>
                  <a:lnTo>
                    <a:pt x="32" y="88"/>
                  </a:lnTo>
                  <a:lnTo>
                    <a:pt x="24" y="88"/>
                  </a:lnTo>
                  <a:lnTo>
                    <a:pt x="24" y="96"/>
                  </a:lnTo>
                  <a:lnTo>
                    <a:pt x="24" y="104"/>
                  </a:lnTo>
                  <a:lnTo>
                    <a:pt x="32" y="104"/>
                  </a:lnTo>
                  <a:lnTo>
                    <a:pt x="48" y="120"/>
                  </a:lnTo>
                  <a:lnTo>
                    <a:pt x="72" y="112"/>
                  </a:lnTo>
                  <a:lnTo>
                    <a:pt x="96" y="104"/>
                  </a:lnTo>
                  <a:lnTo>
                    <a:pt x="104" y="88"/>
                  </a:lnTo>
                  <a:lnTo>
                    <a:pt x="120" y="72"/>
                  </a:lnTo>
                  <a:lnTo>
                    <a:pt x="120" y="64"/>
                  </a:lnTo>
                  <a:lnTo>
                    <a:pt x="128" y="40"/>
                  </a:lnTo>
                  <a:lnTo>
                    <a:pt x="152" y="24"/>
                  </a:lnTo>
                  <a:lnTo>
                    <a:pt x="144" y="24"/>
                  </a:lnTo>
                  <a:lnTo>
                    <a:pt x="136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3" name="Freeform 664"/>
            <p:cNvSpPr/>
            <p:nvPr/>
          </p:nvSpPr>
          <p:spPr bwMode="auto">
            <a:xfrm>
              <a:off x="4310457" y="2788760"/>
              <a:ext cx="53735" cy="107468"/>
            </a:xfrm>
            <a:custGeom>
              <a:avLst/>
              <a:gdLst>
                <a:gd name="T0" fmla="*/ 2147483647 w 40"/>
                <a:gd name="T1" fmla="*/ 2147483647 h 80"/>
                <a:gd name="T2" fmla="*/ 2147483647 w 40"/>
                <a:gd name="T3" fmla="*/ 2147483647 h 80"/>
                <a:gd name="T4" fmla="*/ 2147483647 w 40"/>
                <a:gd name="T5" fmla="*/ 2147483647 h 80"/>
                <a:gd name="T6" fmla="*/ 2147483647 w 40"/>
                <a:gd name="T7" fmla="*/ 2147483647 h 80"/>
                <a:gd name="T8" fmla="*/ 2147483647 w 40"/>
                <a:gd name="T9" fmla="*/ 2147483647 h 80"/>
                <a:gd name="T10" fmla="*/ 2147483647 w 40"/>
                <a:gd name="T11" fmla="*/ 2147483647 h 80"/>
                <a:gd name="T12" fmla="*/ 2147483647 w 40"/>
                <a:gd name="T13" fmla="*/ 2147483647 h 80"/>
                <a:gd name="T14" fmla="*/ 2147483647 w 40"/>
                <a:gd name="T15" fmla="*/ 2147483647 h 80"/>
                <a:gd name="T16" fmla="*/ 2147483647 w 40"/>
                <a:gd name="T17" fmla="*/ 2147483647 h 80"/>
                <a:gd name="T18" fmla="*/ 2147483647 w 40"/>
                <a:gd name="T19" fmla="*/ 0 h 80"/>
                <a:gd name="T20" fmla="*/ 2147483647 w 40"/>
                <a:gd name="T21" fmla="*/ 0 h 80"/>
                <a:gd name="T22" fmla="*/ 2147483647 w 40"/>
                <a:gd name="T23" fmla="*/ 0 h 80"/>
                <a:gd name="T24" fmla="*/ 2147483647 w 40"/>
                <a:gd name="T25" fmla="*/ 2147483647 h 80"/>
                <a:gd name="T26" fmla="*/ 0 w 40"/>
                <a:gd name="T27" fmla="*/ 2147483647 h 80"/>
                <a:gd name="T28" fmla="*/ 2147483647 w 40"/>
                <a:gd name="T29" fmla="*/ 2147483647 h 80"/>
                <a:gd name="T30" fmla="*/ 2147483647 w 40"/>
                <a:gd name="T31" fmla="*/ 2147483647 h 80"/>
                <a:gd name="T32" fmla="*/ 0 w 40"/>
                <a:gd name="T33" fmla="*/ 2147483647 h 80"/>
                <a:gd name="T34" fmla="*/ 2147483647 w 40"/>
                <a:gd name="T35" fmla="*/ 2147483647 h 80"/>
                <a:gd name="T36" fmla="*/ 2147483647 w 40"/>
                <a:gd name="T37" fmla="*/ 2147483647 h 80"/>
                <a:gd name="T38" fmla="*/ 2147483647 w 40"/>
                <a:gd name="T39" fmla="*/ 2147483647 h 80"/>
                <a:gd name="T40" fmla="*/ 2147483647 w 40"/>
                <a:gd name="T41" fmla="*/ 2147483647 h 80"/>
                <a:gd name="T42" fmla="*/ 2147483647 w 40"/>
                <a:gd name="T43" fmla="*/ 2147483647 h 8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0"/>
                <a:gd name="T67" fmla="*/ 0 h 80"/>
                <a:gd name="T68" fmla="*/ 40 w 40"/>
                <a:gd name="T69" fmla="*/ 80 h 8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0" h="80">
                  <a:moveTo>
                    <a:pt x="24" y="64"/>
                  </a:moveTo>
                  <a:lnTo>
                    <a:pt x="24" y="56"/>
                  </a:lnTo>
                  <a:lnTo>
                    <a:pt x="32" y="48"/>
                  </a:lnTo>
                  <a:lnTo>
                    <a:pt x="32" y="40"/>
                  </a:lnTo>
                  <a:lnTo>
                    <a:pt x="32" y="32"/>
                  </a:lnTo>
                  <a:lnTo>
                    <a:pt x="32" y="24"/>
                  </a:lnTo>
                  <a:lnTo>
                    <a:pt x="32" y="16"/>
                  </a:lnTo>
                  <a:lnTo>
                    <a:pt x="40" y="8"/>
                  </a:lnTo>
                  <a:lnTo>
                    <a:pt x="32" y="8"/>
                  </a:lnTo>
                  <a:lnTo>
                    <a:pt x="32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8"/>
                  </a:lnTo>
                  <a:lnTo>
                    <a:pt x="8" y="24"/>
                  </a:lnTo>
                  <a:lnTo>
                    <a:pt x="8" y="40"/>
                  </a:lnTo>
                  <a:lnTo>
                    <a:pt x="0" y="56"/>
                  </a:lnTo>
                  <a:lnTo>
                    <a:pt x="8" y="64"/>
                  </a:lnTo>
                  <a:lnTo>
                    <a:pt x="8" y="80"/>
                  </a:lnTo>
                  <a:lnTo>
                    <a:pt x="24" y="80"/>
                  </a:lnTo>
                  <a:lnTo>
                    <a:pt x="24" y="72"/>
                  </a:lnTo>
                  <a:lnTo>
                    <a:pt x="24" y="6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4" name="Freeform 665"/>
            <p:cNvSpPr/>
            <p:nvPr/>
          </p:nvSpPr>
          <p:spPr bwMode="auto">
            <a:xfrm>
              <a:off x="4353225" y="2799726"/>
              <a:ext cx="10966" cy="42768"/>
            </a:xfrm>
            <a:custGeom>
              <a:avLst/>
              <a:gdLst>
                <a:gd name="T0" fmla="*/ 0 w 8"/>
                <a:gd name="T1" fmla="*/ 2147483647 h 32"/>
                <a:gd name="T2" fmla="*/ 0 w 8"/>
                <a:gd name="T3" fmla="*/ 2147483647 h 32"/>
                <a:gd name="T4" fmla="*/ 0 w 8"/>
                <a:gd name="T5" fmla="*/ 2147483647 h 32"/>
                <a:gd name="T6" fmla="*/ 0 w 8"/>
                <a:gd name="T7" fmla="*/ 2147483647 h 32"/>
                <a:gd name="T8" fmla="*/ 2147483647 w 8"/>
                <a:gd name="T9" fmla="*/ 0 h 32"/>
                <a:gd name="T10" fmla="*/ 0 w 8"/>
                <a:gd name="T11" fmla="*/ 2147483647 h 32"/>
                <a:gd name="T12" fmla="*/ 0 w 8"/>
                <a:gd name="T13" fmla="*/ 2147483647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32"/>
                <a:gd name="T23" fmla="*/ 8 w 8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32">
                  <a:moveTo>
                    <a:pt x="0" y="16"/>
                  </a:moveTo>
                  <a:lnTo>
                    <a:pt x="0" y="24"/>
                  </a:lnTo>
                  <a:lnTo>
                    <a:pt x="0" y="32"/>
                  </a:lnTo>
                  <a:lnTo>
                    <a:pt x="0" y="16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5" name="Freeform 666"/>
            <p:cNvSpPr/>
            <p:nvPr/>
          </p:nvSpPr>
          <p:spPr bwMode="auto">
            <a:xfrm>
              <a:off x="4310457" y="2788760"/>
              <a:ext cx="53735" cy="107468"/>
            </a:xfrm>
            <a:custGeom>
              <a:avLst/>
              <a:gdLst>
                <a:gd name="T0" fmla="*/ 2147483647 w 40"/>
                <a:gd name="T1" fmla="*/ 2147483647 h 80"/>
                <a:gd name="T2" fmla="*/ 2147483647 w 40"/>
                <a:gd name="T3" fmla="*/ 2147483647 h 80"/>
                <a:gd name="T4" fmla="*/ 2147483647 w 40"/>
                <a:gd name="T5" fmla="*/ 2147483647 h 80"/>
                <a:gd name="T6" fmla="*/ 2147483647 w 40"/>
                <a:gd name="T7" fmla="*/ 2147483647 h 80"/>
                <a:gd name="T8" fmla="*/ 2147483647 w 40"/>
                <a:gd name="T9" fmla="*/ 2147483647 h 80"/>
                <a:gd name="T10" fmla="*/ 2147483647 w 40"/>
                <a:gd name="T11" fmla="*/ 2147483647 h 80"/>
                <a:gd name="T12" fmla="*/ 2147483647 w 40"/>
                <a:gd name="T13" fmla="*/ 2147483647 h 80"/>
                <a:gd name="T14" fmla="*/ 2147483647 w 40"/>
                <a:gd name="T15" fmla="*/ 2147483647 h 80"/>
                <a:gd name="T16" fmla="*/ 2147483647 w 40"/>
                <a:gd name="T17" fmla="*/ 2147483647 h 80"/>
                <a:gd name="T18" fmla="*/ 2147483647 w 40"/>
                <a:gd name="T19" fmla="*/ 2147483647 h 80"/>
                <a:gd name="T20" fmla="*/ 2147483647 w 40"/>
                <a:gd name="T21" fmla="*/ 2147483647 h 80"/>
                <a:gd name="T22" fmla="*/ 2147483647 w 40"/>
                <a:gd name="T23" fmla="*/ 0 h 80"/>
                <a:gd name="T24" fmla="*/ 2147483647 w 40"/>
                <a:gd name="T25" fmla="*/ 0 h 80"/>
                <a:gd name="T26" fmla="*/ 2147483647 w 40"/>
                <a:gd name="T27" fmla="*/ 0 h 80"/>
                <a:gd name="T28" fmla="*/ 2147483647 w 40"/>
                <a:gd name="T29" fmla="*/ 2147483647 h 80"/>
                <a:gd name="T30" fmla="*/ 2147483647 w 40"/>
                <a:gd name="T31" fmla="*/ 2147483647 h 80"/>
                <a:gd name="T32" fmla="*/ 0 w 40"/>
                <a:gd name="T33" fmla="*/ 2147483647 h 80"/>
                <a:gd name="T34" fmla="*/ 2147483647 w 40"/>
                <a:gd name="T35" fmla="*/ 2147483647 h 80"/>
                <a:gd name="T36" fmla="*/ 2147483647 w 40"/>
                <a:gd name="T37" fmla="*/ 2147483647 h 80"/>
                <a:gd name="T38" fmla="*/ 0 w 40"/>
                <a:gd name="T39" fmla="*/ 2147483647 h 80"/>
                <a:gd name="T40" fmla="*/ 2147483647 w 40"/>
                <a:gd name="T41" fmla="*/ 2147483647 h 80"/>
                <a:gd name="T42" fmla="*/ 2147483647 w 40"/>
                <a:gd name="T43" fmla="*/ 2147483647 h 80"/>
                <a:gd name="T44" fmla="*/ 2147483647 w 40"/>
                <a:gd name="T45" fmla="*/ 2147483647 h 80"/>
                <a:gd name="T46" fmla="*/ 2147483647 w 40"/>
                <a:gd name="T47" fmla="*/ 2147483647 h 80"/>
                <a:gd name="T48" fmla="*/ 2147483647 w 40"/>
                <a:gd name="T49" fmla="*/ 2147483647 h 8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0"/>
                <a:gd name="T76" fmla="*/ 0 h 80"/>
                <a:gd name="T77" fmla="*/ 40 w 40"/>
                <a:gd name="T78" fmla="*/ 80 h 80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0" h="80">
                  <a:moveTo>
                    <a:pt x="24" y="64"/>
                  </a:moveTo>
                  <a:lnTo>
                    <a:pt x="24" y="64"/>
                  </a:lnTo>
                  <a:lnTo>
                    <a:pt x="24" y="56"/>
                  </a:lnTo>
                  <a:lnTo>
                    <a:pt x="32" y="48"/>
                  </a:lnTo>
                  <a:lnTo>
                    <a:pt x="32" y="40"/>
                  </a:lnTo>
                  <a:lnTo>
                    <a:pt x="32" y="32"/>
                  </a:lnTo>
                  <a:lnTo>
                    <a:pt x="32" y="24"/>
                  </a:lnTo>
                  <a:lnTo>
                    <a:pt x="32" y="16"/>
                  </a:lnTo>
                  <a:lnTo>
                    <a:pt x="40" y="8"/>
                  </a:lnTo>
                  <a:lnTo>
                    <a:pt x="32" y="8"/>
                  </a:lnTo>
                  <a:lnTo>
                    <a:pt x="32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8"/>
                  </a:lnTo>
                  <a:lnTo>
                    <a:pt x="8" y="24"/>
                  </a:lnTo>
                  <a:lnTo>
                    <a:pt x="8" y="40"/>
                  </a:lnTo>
                  <a:lnTo>
                    <a:pt x="0" y="56"/>
                  </a:lnTo>
                  <a:lnTo>
                    <a:pt x="8" y="64"/>
                  </a:lnTo>
                  <a:lnTo>
                    <a:pt x="8" y="80"/>
                  </a:lnTo>
                  <a:lnTo>
                    <a:pt x="24" y="80"/>
                  </a:lnTo>
                  <a:lnTo>
                    <a:pt x="24" y="72"/>
                  </a:lnTo>
                  <a:lnTo>
                    <a:pt x="24" y="6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6" name="Freeform 667"/>
            <p:cNvSpPr/>
            <p:nvPr/>
          </p:nvSpPr>
          <p:spPr bwMode="auto">
            <a:xfrm>
              <a:off x="4353225" y="2799726"/>
              <a:ext cx="10966" cy="42768"/>
            </a:xfrm>
            <a:custGeom>
              <a:avLst/>
              <a:gdLst>
                <a:gd name="T0" fmla="*/ 0 w 8"/>
                <a:gd name="T1" fmla="*/ 2147483647 h 32"/>
                <a:gd name="T2" fmla="*/ 0 w 8"/>
                <a:gd name="T3" fmla="*/ 2147483647 h 32"/>
                <a:gd name="T4" fmla="*/ 0 w 8"/>
                <a:gd name="T5" fmla="*/ 2147483647 h 32"/>
                <a:gd name="T6" fmla="*/ 0 w 8"/>
                <a:gd name="T7" fmla="*/ 2147483647 h 32"/>
                <a:gd name="T8" fmla="*/ 2147483647 w 8"/>
                <a:gd name="T9" fmla="*/ 0 h 32"/>
                <a:gd name="T10" fmla="*/ 0 w 8"/>
                <a:gd name="T11" fmla="*/ 2147483647 h 32"/>
                <a:gd name="T12" fmla="*/ 0 w 8"/>
                <a:gd name="T13" fmla="*/ 2147483647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32"/>
                <a:gd name="T23" fmla="*/ 8 w 8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32">
                  <a:moveTo>
                    <a:pt x="0" y="16"/>
                  </a:moveTo>
                  <a:lnTo>
                    <a:pt x="0" y="24"/>
                  </a:lnTo>
                  <a:lnTo>
                    <a:pt x="0" y="32"/>
                  </a:lnTo>
                  <a:lnTo>
                    <a:pt x="0" y="16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7" name="Freeform 668"/>
            <p:cNvSpPr/>
            <p:nvPr/>
          </p:nvSpPr>
          <p:spPr bwMode="auto">
            <a:xfrm>
              <a:off x="4342259" y="2874296"/>
              <a:ext cx="2193" cy="21932"/>
            </a:xfrm>
            <a:custGeom>
              <a:avLst/>
              <a:gdLst>
                <a:gd name="T0" fmla="*/ 0 w 1942"/>
                <a:gd name="T1" fmla="*/ 0 h 16"/>
                <a:gd name="T2" fmla="*/ 0 w 1942"/>
                <a:gd name="T3" fmla="*/ 2147483647 h 16"/>
                <a:gd name="T4" fmla="*/ 0 w 1942"/>
                <a:gd name="T5" fmla="*/ 2147483647 h 16"/>
                <a:gd name="T6" fmla="*/ 0 w 1942"/>
                <a:gd name="T7" fmla="*/ 2147483647 h 16"/>
                <a:gd name="T8" fmla="*/ 0 w 1942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2"/>
                <a:gd name="T16" fmla="*/ 0 h 16"/>
                <a:gd name="T17" fmla="*/ 1942 w 1942"/>
                <a:gd name="T18" fmla="*/ 16 h 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2" h="16">
                  <a:moveTo>
                    <a:pt x="0" y="0"/>
                  </a:moveTo>
                  <a:lnTo>
                    <a:pt x="0" y="8"/>
                  </a:lnTo>
                  <a:lnTo>
                    <a:pt x="0" y="16"/>
                  </a:lnTo>
                  <a:lnTo>
                    <a:pt x="0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8" name="Freeform 669"/>
            <p:cNvSpPr/>
            <p:nvPr/>
          </p:nvSpPr>
          <p:spPr bwMode="auto">
            <a:xfrm>
              <a:off x="4342259" y="2842495"/>
              <a:ext cx="10966" cy="20835"/>
            </a:xfrm>
            <a:custGeom>
              <a:avLst/>
              <a:gdLst>
                <a:gd name="T0" fmla="*/ 0 w 8"/>
                <a:gd name="T1" fmla="*/ 2147483647 h 16"/>
                <a:gd name="T2" fmla="*/ 2147483647 w 8"/>
                <a:gd name="T3" fmla="*/ 0 h 16"/>
                <a:gd name="T4" fmla="*/ 2147483647 w 8"/>
                <a:gd name="T5" fmla="*/ 2147483647 h 16"/>
                <a:gd name="T6" fmla="*/ 0 w 8"/>
                <a:gd name="T7" fmla="*/ 2147483647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16"/>
                <a:gd name="T14" fmla="*/ 8 w 8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16">
                  <a:moveTo>
                    <a:pt x="0" y="16"/>
                  </a:moveTo>
                  <a:lnTo>
                    <a:pt x="8" y="0"/>
                  </a:lnTo>
                  <a:lnTo>
                    <a:pt x="8" y="8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9" name="Freeform 670"/>
            <p:cNvSpPr/>
            <p:nvPr/>
          </p:nvSpPr>
          <p:spPr bwMode="auto">
            <a:xfrm>
              <a:off x="4342259" y="2863330"/>
              <a:ext cx="2193" cy="10966"/>
            </a:xfrm>
            <a:custGeom>
              <a:avLst/>
              <a:gdLst>
                <a:gd name="T0" fmla="*/ 0 w 1942"/>
                <a:gd name="T1" fmla="*/ 2147483647 h 8"/>
                <a:gd name="T2" fmla="*/ 0 w 1942"/>
                <a:gd name="T3" fmla="*/ 0 h 8"/>
                <a:gd name="T4" fmla="*/ 0 w 1942"/>
                <a:gd name="T5" fmla="*/ 2147483647 h 8"/>
                <a:gd name="T6" fmla="*/ 0 60000 65536"/>
                <a:gd name="T7" fmla="*/ 0 60000 65536"/>
                <a:gd name="T8" fmla="*/ 0 60000 65536"/>
                <a:gd name="T9" fmla="*/ 0 w 1942"/>
                <a:gd name="T10" fmla="*/ 0 h 8"/>
                <a:gd name="T11" fmla="*/ 1942 w 1942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2" h="8">
                  <a:moveTo>
                    <a:pt x="0" y="8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0" name="Freeform 671"/>
            <p:cNvSpPr/>
            <p:nvPr/>
          </p:nvSpPr>
          <p:spPr bwMode="auto">
            <a:xfrm>
              <a:off x="4342259" y="2842495"/>
              <a:ext cx="10966" cy="20835"/>
            </a:xfrm>
            <a:custGeom>
              <a:avLst/>
              <a:gdLst>
                <a:gd name="T0" fmla="*/ 0 w 8"/>
                <a:gd name="T1" fmla="*/ 2147483647 h 16"/>
                <a:gd name="T2" fmla="*/ 2147483647 w 8"/>
                <a:gd name="T3" fmla="*/ 0 h 16"/>
                <a:gd name="T4" fmla="*/ 2147483647 w 8"/>
                <a:gd name="T5" fmla="*/ 2147483647 h 16"/>
                <a:gd name="T6" fmla="*/ 0 w 8"/>
                <a:gd name="T7" fmla="*/ 2147483647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16"/>
                <a:gd name="T14" fmla="*/ 8 w 8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16">
                  <a:moveTo>
                    <a:pt x="0" y="16"/>
                  </a:moveTo>
                  <a:lnTo>
                    <a:pt x="8" y="0"/>
                  </a:lnTo>
                  <a:lnTo>
                    <a:pt x="8" y="8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1" name="Freeform 672"/>
            <p:cNvSpPr/>
            <p:nvPr/>
          </p:nvSpPr>
          <p:spPr bwMode="auto">
            <a:xfrm>
              <a:off x="4342259" y="2863330"/>
              <a:ext cx="2193" cy="10966"/>
            </a:xfrm>
            <a:custGeom>
              <a:avLst/>
              <a:gdLst>
                <a:gd name="T0" fmla="*/ 0 w 1942"/>
                <a:gd name="T1" fmla="*/ 2147483647 h 8"/>
                <a:gd name="T2" fmla="*/ 0 w 1942"/>
                <a:gd name="T3" fmla="*/ 0 h 8"/>
                <a:gd name="T4" fmla="*/ 0 w 1942"/>
                <a:gd name="T5" fmla="*/ 2147483647 h 8"/>
                <a:gd name="T6" fmla="*/ 0 w 1942"/>
                <a:gd name="T7" fmla="*/ 2147483647 h 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42"/>
                <a:gd name="T13" fmla="*/ 0 h 8"/>
                <a:gd name="T14" fmla="*/ 1942 w 1942"/>
                <a:gd name="T15" fmla="*/ 8 h 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42" h="8">
                  <a:moveTo>
                    <a:pt x="0" y="8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2" name="Freeform 673"/>
            <p:cNvSpPr/>
            <p:nvPr/>
          </p:nvSpPr>
          <p:spPr bwMode="auto">
            <a:xfrm>
              <a:off x="5320441" y="2896229"/>
              <a:ext cx="10966" cy="10966"/>
            </a:xfrm>
            <a:custGeom>
              <a:avLst/>
              <a:gdLst>
                <a:gd name="T0" fmla="*/ 0 w 8"/>
                <a:gd name="T1" fmla="*/ 0 h 8"/>
                <a:gd name="T2" fmla="*/ 2147483647 w 8"/>
                <a:gd name="T3" fmla="*/ 2147483647 h 8"/>
                <a:gd name="T4" fmla="*/ 0 w 8"/>
                <a:gd name="T5" fmla="*/ 0 h 8"/>
                <a:gd name="T6" fmla="*/ 0 60000 65536"/>
                <a:gd name="T7" fmla="*/ 0 60000 65536"/>
                <a:gd name="T8" fmla="*/ 0 60000 65536"/>
                <a:gd name="T9" fmla="*/ 0 w 8"/>
                <a:gd name="T10" fmla="*/ 0 h 8"/>
                <a:gd name="T11" fmla="*/ 8 w 8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8">
                  <a:moveTo>
                    <a:pt x="0" y="0"/>
                  </a:move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3" name="Freeform 674"/>
            <p:cNvSpPr/>
            <p:nvPr/>
          </p:nvSpPr>
          <p:spPr bwMode="auto">
            <a:xfrm>
              <a:off x="5288639" y="2863330"/>
              <a:ext cx="10966" cy="21932"/>
            </a:xfrm>
            <a:custGeom>
              <a:avLst/>
              <a:gdLst>
                <a:gd name="T0" fmla="*/ 0 w 8"/>
                <a:gd name="T1" fmla="*/ 0 h 16"/>
                <a:gd name="T2" fmla="*/ 2147483647 w 8"/>
                <a:gd name="T3" fmla="*/ 2147483647 h 16"/>
                <a:gd name="T4" fmla="*/ 2147483647 w 8"/>
                <a:gd name="T5" fmla="*/ 2147483647 h 16"/>
                <a:gd name="T6" fmla="*/ 0 w 8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16"/>
                <a:gd name="T14" fmla="*/ 8 w 8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16">
                  <a:moveTo>
                    <a:pt x="0" y="0"/>
                  </a:moveTo>
                  <a:lnTo>
                    <a:pt x="8" y="16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75"/>
            <p:cNvSpPr/>
            <p:nvPr/>
          </p:nvSpPr>
          <p:spPr bwMode="auto">
            <a:xfrm>
              <a:off x="5320441" y="2896229"/>
              <a:ext cx="10966" cy="10966"/>
            </a:xfrm>
            <a:custGeom>
              <a:avLst/>
              <a:gdLst>
                <a:gd name="T0" fmla="*/ 0 w 8"/>
                <a:gd name="T1" fmla="*/ 0 h 8"/>
                <a:gd name="T2" fmla="*/ 2147483647 w 8"/>
                <a:gd name="T3" fmla="*/ 2147483647 h 8"/>
                <a:gd name="T4" fmla="*/ 2147483647 w 8"/>
                <a:gd name="T5" fmla="*/ 2147483647 h 8"/>
                <a:gd name="T6" fmla="*/ 0 w 8"/>
                <a:gd name="T7" fmla="*/ 0 h 8"/>
                <a:gd name="T8" fmla="*/ 0 w 8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8"/>
                <a:gd name="T17" fmla="*/ 8 w 8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8">
                  <a:moveTo>
                    <a:pt x="0" y="0"/>
                  </a:move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Freeform 676"/>
            <p:cNvSpPr/>
            <p:nvPr/>
          </p:nvSpPr>
          <p:spPr bwMode="auto">
            <a:xfrm>
              <a:off x="5288639" y="2863330"/>
              <a:ext cx="10966" cy="21932"/>
            </a:xfrm>
            <a:custGeom>
              <a:avLst/>
              <a:gdLst>
                <a:gd name="T0" fmla="*/ 0 w 8"/>
                <a:gd name="T1" fmla="*/ 0 h 16"/>
                <a:gd name="T2" fmla="*/ 2147483647 w 8"/>
                <a:gd name="T3" fmla="*/ 2147483647 h 16"/>
                <a:gd name="T4" fmla="*/ 2147483647 w 8"/>
                <a:gd name="T5" fmla="*/ 2147483647 h 16"/>
                <a:gd name="T6" fmla="*/ 0 w 8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16"/>
                <a:gd name="T14" fmla="*/ 8 w 8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16">
                  <a:moveTo>
                    <a:pt x="0" y="0"/>
                  </a:moveTo>
                  <a:lnTo>
                    <a:pt x="8" y="16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Freeform 677"/>
            <p:cNvSpPr/>
            <p:nvPr/>
          </p:nvSpPr>
          <p:spPr bwMode="auto">
            <a:xfrm>
              <a:off x="6169222" y="3196702"/>
              <a:ext cx="128304" cy="203971"/>
            </a:xfrm>
            <a:custGeom>
              <a:avLst/>
              <a:gdLst>
                <a:gd name="T0" fmla="*/ 2147483647 w 96"/>
                <a:gd name="T1" fmla="*/ 2147483647 h 152"/>
                <a:gd name="T2" fmla="*/ 2147483647 w 96"/>
                <a:gd name="T3" fmla="*/ 2147483647 h 152"/>
                <a:gd name="T4" fmla="*/ 2147483647 w 96"/>
                <a:gd name="T5" fmla="*/ 2147483647 h 152"/>
                <a:gd name="T6" fmla="*/ 2147483647 w 96"/>
                <a:gd name="T7" fmla="*/ 2147483647 h 152"/>
                <a:gd name="T8" fmla="*/ 2147483647 w 96"/>
                <a:gd name="T9" fmla="*/ 2147483647 h 152"/>
                <a:gd name="T10" fmla="*/ 2147483647 w 96"/>
                <a:gd name="T11" fmla="*/ 2147483647 h 152"/>
                <a:gd name="T12" fmla="*/ 2147483647 w 96"/>
                <a:gd name="T13" fmla="*/ 2147483647 h 152"/>
                <a:gd name="T14" fmla="*/ 2147483647 w 96"/>
                <a:gd name="T15" fmla="*/ 2147483647 h 152"/>
                <a:gd name="T16" fmla="*/ 2147483647 w 96"/>
                <a:gd name="T17" fmla="*/ 2147483647 h 152"/>
                <a:gd name="T18" fmla="*/ 2147483647 w 96"/>
                <a:gd name="T19" fmla="*/ 2147483647 h 152"/>
                <a:gd name="T20" fmla="*/ 2147483647 w 96"/>
                <a:gd name="T21" fmla="*/ 2147483647 h 152"/>
                <a:gd name="T22" fmla="*/ 2147483647 w 96"/>
                <a:gd name="T23" fmla="*/ 0 h 152"/>
                <a:gd name="T24" fmla="*/ 2147483647 w 96"/>
                <a:gd name="T25" fmla="*/ 2147483647 h 152"/>
                <a:gd name="T26" fmla="*/ 0 w 96"/>
                <a:gd name="T27" fmla="*/ 2147483647 h 152"/>
                <a:gd name="T28" fmla="*/ 2147483647 w 96"/>
                <a:gd name="T29" fmla="*/ 2147483647 h 152"/>
                <a:gd name="T30" fmla="*/ 2147483647 w 96"/>
                <a:gd name="T31" fmla="*/ 2147483647 h 152"/>
                <a:gd name="T32" fmla="*/ 2147483647 w 96"/>
                <a:gd name="T33" fmla="*/ 2147483647 h 152"/>
                <a:gd name="T34" fmla="*/ 2147483647 w 96"/>
                <a:gd name="T35" fmla="*/ 2147483647 h 152"/>
                <a:gd name="T36" fmla="*/ 2147483647 w 96"/>
                <a:gd name="T37" fmla="*/ 2147483647 h 152"/>
                <a:gd name="T38" fmla="*/ 2147483647 w 96"/>
                <a:gd name="T39" fmla="*/ 2147483647 h 152"/>
                <a:gd name="T40" fmla="*/ 2147483647 w 96"/>
                <a:gd name="T41" fmla="*/ 2147483647 h 152"/>
                <a:gd name="T42" fmla="*/ 2147483647 w 96"/>
                <a:gd name="T43" fmla="*/ 2147483647 h 152"/>
                <a:gd name="T44" fmla="*/ 2147483647 w 96"/>
                <a:gd name="T45" fmla="*/ 2147483647 h 152"/>
                <a:gd name="T46" fmla="*/ 2147483647 w 96"/>
                <a:gd name="T47" fmla="*/ 2147483647 h 152"/>
                <a:gd name="T48" fmla="*/ 2147483647 w 96"/>
                <a:gd name="T49" fmla="*/ 2147483647 h 152"/>
                <a:gd name="T50" fmla="*/ 2147483647 w 96"/>
                <a:gd name="T51" fmla="*/ 2147483647 h 152"/>
                <a:gd name="T52" fmla="*/ 2147483647 w 96"/>
                <a:gd name="T53" fmla="*/ 2147483647 h 15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96"/>
                <a:gd name="T82" fmla="*/ 0 h 152"/>
                <a:gd name="T83" fmla="*/ 96 w 96"/>
                <a:gd name="T84" fmla="*/ 152 h 152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96" h="152">
                  <a:moveTo>
                    <a:pt x="72" y="136"/>
                  </a:moveTo>
                  <a:lnTo>
                    <a:pt x="80" y="136"/>
                  </a:lnTo>
                  <a:lnTo>
                    <a:pt x="96" y="128"/>
                  </a:lnTo>
                  <a:lnTo>
                    <a:pt x="96" y="104"/>
                  </a:lnTo>
                  <a:lnTo>
                    <a:pt x="96" y="80"/>
                  </a:lnTo>
                  <a:lnTo>
                    <a:pt x="80" y="72"/>
                  </a:lnTo>
                  <a:lnTo>
                    <a:pt x="64" y="48"/>
                  </a:lnTo>
                  <a:lnTo>
                    <a:pt x="56" y="32"/>
                  </a:lnTo>
                  <a:lnTo>
                    <a:pt x="56" y="24"/>
                  </a:lnTo>
                  <a:lnTo>
                    <a:pt x="56" y="16"/>
                  </a:lnTo>
                  <a:lnTo>
                    <a:pt x="40" y="16"/>
                  </a:lnTo>
                  <a:lnTo>
                    <a:pt x="32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8" y="48"/>
                  </a:lnTo>
                  <a:lnTo>
                    <a:pt x="40" y="48"/>
                  </a:lnTo>
                  <a:lnTo>
                    <a:pt x="48" y="56"/>
                  </a:lnTo>
                  <a:lnTo>
                    <a:pt x="72" y="88"/>
                  </a:lnTo>
                  <a:lnTo>
                    <a:pt x="64" y="96"/>
                  </a:lnTo>
                  <a:lnTo>
                    <a:pt x="40" y="104"/>
                  </a:lnTo>
                  <a:lnTo>
                    <a:pt x="32" y="112"/>
                  </a:lnTo>
                  <a:lnTo>
                    <a:pt x="32" y="128"/>
                  </a:lnTo>
                  <a:lnTo>
                    <a:pt x="48" y="144"/>
                  </a:lnTo>
                  <a:lnTo>
                    <a:pt x="56" y="152"/>
                  </a:lnTo>
                  <a:lnTo>
                    <a:pt x="64" y="144"/>
                  </a:lnTo>
                  <a:lnTo>
                    <a:pt x="72" y="13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Freeform 678"/>
            <p:cNvSpPr/>
            <p:nvPr/>
          </p:nvSpPr>
          <p:spPr bwMode="auto">
            <a:xfrm>
              <a:off x="6211990" y="3174769"/>
              <a:ext cx="118435" cy="246739"/>
            </a:xfrm>
            <a:custGeom>
              <a:avLst/>
              <a:gdLst>
                <a:gd name="T0" fmla="*/ 2147483647 w 88"/>
                <a:gd name="T1" fmla="*/ 0 h 184"/>
                <a:gd name="T2" fmla="*/ 0 w 88"/>
                <a:gd name="T3" fmla="*/ 0 h 184"/>
                <a:gd name="T4" fmla="*/ 0 w 88"/>
                <a:gd name="T5" fmla="*/ 2147483647 h 184"/>
                <a:gd name="T6" fmla="*/ 2147483647 w 88"/>
                <a:gd name="T7" fmla="*/ 2147483647 h 184"/>
                <a:gd name="T8" fmla="*/ 2147483647 w 88"/>
                <a:gd name="T9" fmla="*/ 2147483647 h 184"/>
                <a:gd name="T10" fmla="*/ 2147483647 w 88"/>
                <a:gd name="T11" fmla="*/ 2147483647 h 184"/>
                <a:gd name="T12" fmla="*/ 2147483647 w 88"/>
                <a:gd name="T13" fmla="*/ 2147483647 h 184"/>
                <a:gd name="T14" fmla="*/ 2147483647 w 88"/>
                <a:gd name="T15" fmla="*/ 2147483647 h 184"/>
                <a:gd name="T16" fmla="*/ 2147483647 w 88"/>
                <a:gd name="T17" fmla="*/ 2147483647 h 184"/>
                <a:gd name="T18" fmla="*/ 2147483647 w 88"/>
                <a:gd name="T19" fmla="*/ 2147483647 h 184"/>
                <a:gd name="T20" fmla="*/ 2147483647 w 88"/>
                <a:gd name="T21" fmla="*/ 2147483647 h 184"/>
                <a:gd name="T22" fmla="*/ 2147483647 w 88"/>
                <a:gd name="T23" fmla="*/ 2147483647 h 184"/>
                <a:gd name="T24" fmla="*/ 2147483647 w 88"/>
                <a:gd name="T25" fmla="*/ 2147483647 h 184"/>
                <a:gd name="T26" fmla="*/ 2147483647 w 88"/>
                <a:gd name="T27" fmla="*/ 2147483647 h 184"/>
                <a:gd name="T28" fmla="*/ 2147483647 w 88"/>
                <a:gd name="T29" fmla="*/ 2147483647 h 184"/>
                <a:gd name="T30" fmla="*/ 2147483647 w 88"/>
                <a:gd name="T31" fmla="*/ 2147483647 h 184"/>
                <a:gd name="T32" fmla="*/ 2147483647 w 88"/>
                <a:gd name="T33" fmla="*/ 2147483647 h 184"/>
                <a:gd name="T34" fmla="*/ 2147483647 w 88"/>
                <a:gd name="T35" fmla="*/ 2147483647 h 184"/>
                <a:gd name="T36" fmla="*/ 2147483647 w 88"/>
                <a:gd name="T37" fmla="*/ 2147483647 h 184"/>
                <a:gd name="T38" fmla="*/ 2147483647 w 88"/>
                <a:gd name="T39" fmla="*/ 2147483647 h 184"/>
                <a:gd name="T40" fmla="*/ 2147483647 w 88"/>
                <a:gd name="T41" fmla="*/ 2147483647 h 184"/>
                <a:gd name="T42" fmla="*/ 2147483647 w 88"/>
                <a:gd name="T43" fmla="*/ 2147483647 h 184"/>
                <a:gd name="T44" fmla="*/ 2147483647 w 88"/>
                <a:gd name="T45" fmla="*/ 2147483647 h 184"/>
                <a:gd name="T46" fmla="*/ 2147483647 w 88"/>
                <a:gd name="T47" fmla="*/ 2147483647 h 184"/>
                <a:gd name="T48" fmla="*/ 2147483647 w 88"/>
                <a:gd name="T49" fmla="*/ 2147483647 h 184"/>
                <a:gd name="T50" fmla="*/ 2147483647 w 88"/>
                <a:gd name="T51" fmla="*/ 2147483647 h 184"/>
                <a:gd name="T52" fmla="*/ 2147483647 w 88"/>
                <a:gd name="T53" fmla="*/ 2147483647 h 184"/>
                <a:gd name="T54" fmla="*/ 2147483647 w 88"/>
                <a:gd name="T55" fmla="*/ 0 h 18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88"/>
                <a:gd name="T85" fmla="*/ 0 h 184"/>
                <a:gd name="T86" fmla="*/ 88 w 88"/>
                <a:gd name="T87" fmla="*/ 184 h 18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88" h="184">
                  <a:moveTo>
                    <a:pt x="40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24" y="32"/>
                  </a:lnTo>
                  <a:lnTo>
                    <a:pt x="24" y="40"/>
                  </a:lnTo>
                  <a:lnTo>
                    <a:pt x="24" y="48"/>
                  </a:lnTo>
                  <a:lnTo>
                    <a:pt x="32" y="64"/>
                  </a:lnTo>
                  <a:lnTo>
                    <a:pt x="48" y="88"/>
                  </a:lnTo>
                  <a:lnTo>
                    <a:pt x="64" y="96"/>
                  </a:lnTo>
                  <a:lnTo>
                    <a:pt x="64" y="120"/>
                  </a:lnTo>
                  <a:lnTo>
                    <a:pt x="64" y="144"/>
                  </a:lnTo>
                  <a:lnTo>
                    <a:pt x="48" y="152"/>
                  </a:lnTo>
                  <a:lnTo>
                    <a:pt x="40" y="152"/>
                  </a:lnTo>
                  <a:lnTo>
                    <a:pt x="32" y="160"/>
                  </a:lnTo>
                  <a:lnTo>
                    <a:pt x="24" y="168"/>
                  </a:lnTo>
                  <a:lnTo>
                    <a:pt x="32" y="168"/>
                  </a:lnTo>
                  <a:lnTo>
                    <a:pt x="40" y="184"/>
                  </a:lnTo>
                  <a:lnTo>
                    <a:pt x="72" y="160"/>
                  </a:lnTo>
                  <a:lnTo>
                    <a:pt x="88" y="144"/>
                  </a:lnTo>
                  <a:lnTo>
                    <a:pt x="72" y="88"/>
                  </a:lnTo>
                  <a:lnTo>
                    <a:pt x="64" y="80"/>
                  </a:lnTo>
                  <a:lnTo>
                    <a:pt x="48" y="56"/>
                  </a:lnTo>
                  <a:lnTo>
                    <a:pt x="40" y="40"/>
                  </a:lnTo>
                  <a:lnTo>
                    <a:pt x="48" y="32"/>
                  </a:lnTo>
                  <a:lnTo>
                    <a:pt x="64" y="24"/>
                  </a:lnTo>
                  <a:lnTo>
                    <a:pt x="56" y="16"/>
                  </a:lnTo>
                  <a:lnTo>
                    <a:pt x="4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Freeform 679"/>
            <p:cNvSpPr/>
            <p:nvPr/>
          </p:nvSpPr>
          <p:spPr bwMode="auto">
            <a:xfrm>
              <a:off x="6169222" y="3196702"/>
              <a:ext cx="128304" cy="203971"/>
            </a:xfrm>
            <a:custGeom>
              <a:avLst/>
              <a:gdLst>
                <a:gd name="T0" fmla="*/ 2147483647 w 96"/>
                <a:gd name="T1" fmla="*/ 2147483647 h 152"/>
                <a:gd name="T2" fmla="*/ 2147483647 w 96"/>
                <a:gd name="T3" fmla="*/ 2147483647 h 152"/>
                <a:gd name="T4" fmla="*/ 2147483647 w 96"/>
                <a:gd name="T5" fmla="*/ 2147483647 h 152"/>
                <a:gd name="T6" fmla="*/ 2147483647 w 96"/>
                <a:gd name="T7" fmla="*/ 2147483647 h 152"/>
                <a:gd name="T8" fmla="*/ 2147483647 w 96"/>
                <a:gd name="T9" fmla="*/ 2147483647 h 152"/>
                <a:gd name="T10" fmla="*/ 2147483647 w 96"/>
                <a:gd name="T11" fmla="*/ 2147483647 h 152"/>
                <a:gd name="T12" fmla="*/ 2147483647 w 96"/>
                <a:gd name="T13" fmla="*/ 2147483647 h 152"/>
                <a:gd name="T14" fmla="*/ 2147483647 w 96"/>
                <a:gd name="T15" fmla="*/ 2147483647 h 152"/>
                <a:gd name="T16" fmla="*/ 2147483647 w 96"/>
                <a:gd name="T17" fmla="*/ 2147483647 h 152"/>
                <a:gd name="T18" fmla="*/ 2147483647 w 96"/>
                <a:gd name="T19" fmla="*/ 2147483647 h 152"/>
                <a:gd name="T20" fmla="*/ 2147483647 w 96"/>
                <a:gd name="T21" fmla="*/ 2147483647 h 152"/>
                <a:gd name="T22" fmla="*/ 2147483647 w 96"/>
                <a:gd name="T23" fmla="*/ 0 h 152"/>
                <a:gd name="T24" fmla="*/ 2147483647 w 96"/>
                <a:gd name="T25" fmla="*/ 0 h 152"/>
                <a:gd name="T26" fmla="*/ 2147483647 w 96"/>
                <a:gd name="T27" fmla="*/ 2147483647 h 152"/>
                <a:gd name="T28" fmla="*/ 0 w 96"/>
                <a:gd name="T29" fmla="*/ 2147483647 h 152"/>
                <a:gd name="T30" fmla="*/ 0 w 96"/>
                <a:gd name="T31" fmla="*/ 2147483647 h 152"/>
                <a:gd name="T32" fmla="*/ 2147483647 w 96"/>
                <a:gd name="T33" fmla="*/ 2147483647 h 152"/>
                <a:gd name="T34" fmla="*/ 2147483647 w 96"/>
                <a:gd name="T35" fmla="*/ 2147483647 h 152"/>
                <a:gd name="T36" fmla="*/ 2147483647 w 96"/>
                <a:gd name="T37" fmla="*/ 2147483647 h 152"/>
                <a:gd name="T38" fmla="*/ 2147483647 w 96"/>
                <a:gd name="T39" fmla="*/ 2147483647 h 152"/>
                <a:gd name="T40" fmla="*/ 2147483647 w 96"/>
                <a:gd name="T41" fmla="*/ 2147483647 h 152"/>
                <a:gd name="T42" fmla="*/ 2147483647 w 96"/>
                <a:gd name="T43" fmla="*/ 2147483647 h 152"/>
                <a:gd name="T44" fmla="*/ 2147483647 w 96"/>
                <a:gd name="T45" fmla="*/ 2147483647 h 152"/>
                <a:gd name="T46" fmla="*/ 2147483647 w 96"/>
                <a:gd name="T47" fmla="*/ 2147483647 h 152"/>
                <a:gd name="T48" fmla="*/ 2147483647 w 96"/>
                <a:gd name="T49" fmla="*/ 2147483647 h 152"/>
                <a:gd name="T50" fmla="*/ 2147483647 w 96"/>
                <a:gd name="T51" fmla="*/ 2147483647 h 152"/>
                <a:gd name="T52" fmla="*/ 2147483647 w 96"/>
                <a:gd name="T53" fmla="*/ 2147483647 h 152"/>
                <a:gd name="T54" fmla="*/ 2147483647 w 96"/>
                <a:gd name="T55" fmla="*/ 2147483647 h 152"/>
                <a:gd name="T56" fmla="*/ 2147483647 w 96"/>
                <a:gd name="T57" fmla="*/ 2147483647 h 1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96"/>
                <a:gd name="T88" fmla="*/ 0 h 152"/>
                <a:gd name="T89" fmla="*/ 96 w 96"/>
                <a:gd name="T90" fmla="*/ 152 h 15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96" h="152">
                  <a:moveTo>
                    <a:pt x="72" y="136"/>
                  </a:moveTo>
                  <a:lnTo>
                    <a:pt x="80" y="136"/>
                  </a:lnTo>
                  <a:lnTo>
                    <a:pt x="96" y="128"/>
                  </a:lnTo>
                  <a:lnTo>
                    <a:pt x="96" y="104"/>
                  </a:lnTo>
                  <a:lnTo>
                    <a:pt x="96" y="80"/>
                  </a:lnTo>
                  <a:lnTo>
                    <a:pt x="80" y="72"/>
                  </a:lnTo>
                  <a:lnTo>
                    <a:pt x="64" y="48"/>
                  </a:lnTo>
                  <a:lnTo>
                    <a:pt x="56" y="32"/>
                  </a:lnTo>
                  <a:lnTo>
                    <a:pt x="56" y="24"/>
                  </a:lnTo>
                  <a:lnTo>
                    <a:pt x="56" y="16"/>
                  </a:lnTo>
                  <a:lnTo>
                    <a:pt x="40" y="16"/>
                  </a:lnTo>
                  <a:lnTo>
                    <a:pt x="32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8" y="48"/>
                  </a:lnTo>
                  <a:lnTo>
                    <a:pt x="40" y="48"/>
                  </a:lnTo>
                  <a:lnTo>
                    <a:pt x="48" y="56"/>
                  </a:lnTo>
                  <a:lnTo>
                    <a:pt x="72" y="88"/>
                  </a:lnTo>
                  <a:lnTo>
                    <a:pt x="64" y="96"/>
                  </a:lnTo>
                  <a:lnTo>
                    <a:pt x="40" y="104"/>
                  </a:lnTo>
                  <a:lnTo>
                    <a:pt x="32" y="112"/>
                  </a:lnTo>
                  <a:lnTo>
                    <a:pt x="32" y="128"/>
                  </a:lnTo>
                  <a:lnTo>
                    <a:pt x="48" y="144"/>
                  </a:lnTo>
                  <a:lnTo>
                    <a:pt x="56" y="152"/>
                  </a:lnTo>
                  <a:lnTo>
                    <a:pt x="64" y="144"/>
                  </a:lnTo>
                  <a:lnTo>
                    <a:pt x="72" y="13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Freeform 680"/>
            <p:cNvSpPr/>
            <p:nvPr/>
          </p:nvSpPr>
          <p:spPr bwMode="auto">
            <a:xfrm>
              <a:off x="6216376" y="3174769"/>
              <a:ext cx="118435" cy="246739"/>
            </a:xfrm>
            <a:custGeom>
              <a:avLst/>
              <a:gdLst>
                <a:gd name="T0" fmla="*/ 2147483647 w 88"/>
                <a:gd name="T1" fmla="*/ 0 h 184"/>
                <a:gd name="T2" fmla="*/ 0 w 88"/>
                <a:gd name="T3" fmla="*/ 0 h 184"/>
                <a:gd name="T4" fmla="*/ 0 w 88"/>
                <a:gd name="T5" fmla="*/ 2147483647 h 184"/>
                <a:gd name="T6" fmla="*/ 0 w 88"/>
                <a:gd name="T7" fmla="*/ 2147483647 h 184"/>
                <a:gd name="T8" fmla="*/ 2147483647 w 88"/>
                <a:gd name="T9" fmla="*/ 2147483647 h 184"/>
                <a:gd name="T10" fmla="*/ 2147483647 w 88"/>
                <a:gd name="T11" fmla="*/ 2147483647 h 184"/>
                <a:gd name="T12" fmla="*/ 2147483647 w 88"/>
                <a:gd name="T13" fmla="*/ 2147483647 h 184"/>
                <a:gd name="T14" fmla="*/ 2147483647 w 88"/>
                <a:gd name="T15" fmla="*/ 2147483647 h 184"/>
                <a:gd name="T16" fmla="*/ 2147483647 w 88"/>
                <a:gd name="T17" fmla="*/ 2147483647 h 184"/>
                <a:gd name="T18" fmla="*/ 2147483647 w 88"/>
                <a:gd name="T19" fmla="*/ 2147483647 h 184"/>
                <a:gd name="T20" fmla="*/ 2147483647 w 88"/>
                <a:gd name="T21" fmla="*/ 2147483647 h 184"/>
                <a:gd name="T22" fmla="*/ 2147483647 w 88"/>
                <a:gd name="T23" fmla="*/ 2147483647 h 184"/>
                <a:gd name="T24" fmla="*/ 2147483647 w 88"/>
                <a:gd name="T25" fmla="*/ 2147483647 h 184"/>
                <a:gd name="T26" fmla="*/ 2147483647 w 88"/>
                <a:gd name="T27" fmla="*/ 2147483647 h 184"/>
                <a:gd name="T28" fmla="*/ 2147483647 w 88"/>
                <a:gd name="T29" fmla="*/ 2147483647 h 184"/>
                <a:gd name="T30" fmla="*/ 2147483647 w 88"/>
                <a:gd name="T31" fmla="*/ 2147483647 h 184"/>
                <a:gd name="T32" fmla="*/ 2147483647 w 88"/>
                <a:gd name="T33" fmla="*/ 2147483647 h 184"/>
                <a:gd name="T34" fmla="*/ 2147483647 w 88"/>
                <a:gd name="T35" fmla="*/ 2147483647 h 184"/>
                <a:gd name="T36" fmla="*/ 2147483647 w 88"/>
                <a:gd name="T37" fmla="*/ 2147483647 h 184"/>
                <a:gd name="T38" fmla="*/ 2147483647 w 88"/>
                <a:gd name="T39" fmla="*/ 2147483647 h 184"/>
                <a:gd name="T40" fmla="*/ 2147483647 w 88"/>
                <a:gd name="T41" fmla="*/ 2147483647 h 184"/>
                <a:gd name="T42" fmla="*/ 2147483647 w 88"/>
                <a:gd name="T43" fmla="*/ 2147483647 h 184"/>
                <a:gd name="T44" fmla="*/ 2147483647 w 88"/>
                <a:gd name="T45" fmla="*/ 2147483647 h 184"/>
                <a:gd name="T46" fmla="*/ 2147483647 w 88"/>
                <a:gd name="T47" fmla="*/ 2147483647 h 184"/>
                <a:gd name="T48" fmla="*/ 2147483647 w 88"/>
                <a:gd name="T49" fmla="*/ 2147483647 h 184"/>
                <a:gd name="T50" fmla="*/ 2147483647 w 88"/>
                <a:gd name="T51" fmla="*/ 2147483647 h 184"/>
                <a:gd name="T52" fmla="*/ 2147483647 w 88"/>
                <a:gd name="T53" fmla="*/ 2147483647 h 184"/>
                <a:gd name="T54" fmla="*/ 2147483647 w 88"/>
                <a:gd name="T55" fmla="*/ 2147483647 h 184"/>
                <a:gd name="T56" fmla="*/ 2147483647 w 88"/>
                <a:gd name="T57" fmla="*/ 0 h 18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88"/>
                <a:gd name="T88" fmla="*/ 0 h 184"/>
                <a:gd name="T89" fmla="*/ 88 w 88"/>
                <a:gd name="T90" fmla="*/ 184 h 184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88" h="184">
                  <a:moveTo>
                    <a:pt x="40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24" y="32"/>
                  </a:lnTo>
                  <a:lnTo>
                    <a:pt x="24" y="40"/>
                  </a:lnTo>
                  <a:lnTo>
                    <a:pt x="24" y="48"/>
                  </a:lnTo>
                  <a:lnTo>
                    <a:pt x="32" y="64"/>
                  </a:lnTo>
                  <a:lnTo>
                    <a:pt x="48" y="88"/>
                  </a:lnTo>
                  <a:lnTo>
                    <a:pt x="64" y="96"/>
                  </a:lnTo>
                  <a:lnTo>
                    <a:pt x="64" y="120"/>
                  </a:lnTo>
                  <a:lnTo>
                    <a:pt x="64" y="144"/>
                  </a:lnTo>
                  <a:lnTo>
                    <a:pt x="48" y="152"/>
                  </a:lnTo>
                  <a:lnTo>
                    <a:pt x="40" y="152"/>
                  </a:lnTo>
                  <a:lnTo>
                    <a:pt x="32" y="160"/>
                  </a:lnTo>
                  <a:lnTo>
                    <a:pt x="24" y="168"/>
                  </a:lnTo>
                  <a:lnTo>
                    <a:pt x="32" y="168"/>
                  </a:lnTo>
                  <a:lnTo>
                    <a:pt x="40" y="184"/>
                  </a:lnTo>
                  <a:lnTo>
                    <a:pt x="72" y="160"/>
                  </a:lnTo>
                  <a:lnTo>
                    <a:pt x="88" y="144"/>
                  </a:lnTo>
                  <a:lnTo>
                    <a:pt x="72" y="88"/>
                  </a:lnTo>
                  <a:lnTo>
                    <a:pt x="64" y="80"/>
                  </a:lnTo>
                  <a:lnTo>
                    <a:pt x="48" y="56"/>
                  </a:lnTo>
                  <a:lnTo>
                    <a:pt x="40" y="40"/>
                  </a:lnTo>
                  <a:lnTo>
                    <a:pt x="48" y="32"/>
                  </a:lnTo>
                  <a:lnTo>
                    <a:pt x="64" y="24"/>
                  </a:lnTo>
                  <a:lnTo>
                    <a:pt x="56" y="16"/>
                  </a:lnTo>
                  <a:lnTo>
                    <a:pt x="4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Freeform 681"/>
            <p:cNvSpPr/>
            <p:nvPr/>
          </p:nvSpPr>
          <p:spPr bwMode="auto">
            <a:xfrm>
              <a:off x="5825981" y="3046465"/>
              <a:ext cx="139271" cy="64700"/>
            </a:xfrm>
            <a:custGeom>
              <a:avLst/>
              <a:gdLst>
                <a:gd name="T0" fmla="*/ 2147483647 w 104"/>
                <a:gd name="T1" fmla="*/ 2147483647 h 48"/>
                <a:gd name="T2" fmla="*/ 2147483647 w 104"/>
                <a:gd name="T3" fmla="*/ 2147483647 h 48"/>
                <a:gd name="T4" fmla="*/ 2147483647 w 104"/>
                <a:gd name="T5" fmla="*/ 0 h 48"/>
                <a:gd name="T6" fmla="*/ 2147483647 w 104"/>
                <a:gd name="T7" fmla="*/ 0 h 48"/>
                <a:gd name="T8" fmla="*/ 0 w 104"/>
                <a:gd name="T9" fmla="*/ 2147483647 h 48"/>
                <a:gd name="T10" fmla="*/ 2147483647 w 104"/>
                <a:gd name="T11" fmla="*/ 2147483647 h 48"/>
                <a:gd name="T12" fmla="*/ 2147483647 w 104"/>
                <a:gd name="T13" fmla="*/ 2147483647 h 48"/>
                <a:gd name="T14" fmla="*/ 2147483647 w 104"/>
                <a:gd name="T15" fmla="*/ 2147483647 h 48"/>
                <a:gd name="T16" fmla="*/ 2147483647 w 104"/>
                <a:gd name="T17" fmla="*/ 2147483647 h 48"/>
                <a:gd name="T18" fmla="*/ 2147483647 w 104"/>
                <a:gd name="T19" fmla="*/ 2147483647 h 48"/>
                <a:gd name="T20" fmla="*/ 2147483647 w 104"/>
                <a:gd name="T21" fmla="*/ 2147483647 h 48"/>
                <a:gd name="T22" fmla="*/ 2147483647 w 104"/>
                <a:gd name="T23" fmla="*/ 2147483647 h 4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4"/>
                <a:gd name="T37" fmla="*/ 0 h 48"/>
                <a:gd name="T38" fmla="*/ 104 w 104"/>
                <a:gd name="T39" fmla="*/ 48 h 4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4" h="48">
                  <a:moveTo>
                    <a:pt x="72" y="24"/>
                  </a:moveTo>
                  <a:lnTo>
                    <a:pt x="48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40" y="40"/>
                  </a:lnTo>
                  <a:lnTo>
                    <a:pt x="72" y="40"/>
                  </a:lnTo>
                  <a:lnTo>
                    <a:pt x="88" y="48"/>
                  </a:lnTo>
                  <a:lnTo>
                    <a:pt x="96" y="48"/>
                  </a:lnTo>
                  <a:lnTo>
                    <a:pt x="104" y="32"/>
                  </a:lnTo>
                  <a:lnTo>
                    <a:pt x="96" y="24"/>
                  </a:lnTo>
                  <a:lnTo>
                    <a:pt x="72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Freeform 682"/>
            <p:cNvSpPr/>
            <p:nvPr/>
          </p:nvSpPr>
          <p:spPr bwMode="auto">
            <a:xfrm>
              <a:off x="5728382" y="2509124"/>
              <a:ext cx="1030819" cy="719380"/>
            </a:xfrm>
            <a:custGeom>
              <a:avLst/>
              <a:gdLst>
                <a:gd name="T0" fmla="*/ 2147483647 w 768"/>
                <a:gd name="T1" fmla="*/ 2147483647 h 536"/>
                <a:gd name="T2" fmla="*/ 2147483647 w 768"/>
                <a:gd name="T3" fmla="*/ 0 h 536"/>
                <a:gd name="T4" fmla="*/ 2147483647 w 768"/>
                <a:gd name="T5" fmla="*/ 2147483647 h 536"/>
                <a:gd name="T6" fmla="*/ 2147483647 w 768"/>
                <a:gd name="T7" fmla="*/ 2147483647 h 536"/>
                <a:gd name="T8" fmla="*/ 2147483647 w 768"/>
                <a:gd name="T9" fmla="*/ 2147483647 h 536"/>
                <a:gd name="T10" fmla="*/ 2147483647 w 768"/>
                <a:gd name="T11" fmla="*/ 2147483647 h 536"/>
                <a:gd name="T12" fmla="*/ 2147483647 w 768"/>
                <a:gd name="T13" fmla="*/ 2147483647 h 536"/>
                <a:gd name="T14" fmla="*/ 2147483647 w 768"/>
                <a:gd name="T15" fmla="*/ 2147483647 h 536"/>
                <a:gd name="T16" fmla="*/ 2147483647 w 768"/>
                <a:gd name="T17" fmla="*/ 2147483647 h 536"/>
                <a:gd name="T18" fmla="*/ 2147483647 w 768"/>
                <a:gd name="T19" fmla="*/ 2147483647 h 536"/>
                <a:gd name="T20" fmla="*/ 2147483647 w 768"/>
                <a:gd name="T21" fmla="*/ 2147483647 h 536"/>
                <a:gd name="T22" fmla="*/ 2147483647 w 768"/>
                <a:gd name="T23" fmla="*/ 2147483647 h 536"/>
                <a:gd name="T24" fmla="*/ 2147483647 w 768"/>
                <a:gd name="T25" fmla="*/ 2147483647 h 536"/>
                <a:gd name="T26" fmla="*/ 2147483647 w 768"/>
                <a:gd name="T27" fmla="*/ 2147483647 h 536"/>
                <a:gd name="T28" fmla="*/ 0 w 768"/>
                <a:gd name="T29" fmla="*/ 2147483647 h 536"/>
                <a:gd name="T30" fmla="*/ 0 w 768"/>
                <a:gd name="T31" fmla="*/ 2147483647 h 536"/>
                <a:gd name="T32" fmla="*/ 2147483647 w 768"/>
                <a:gd name="T33" fmla="*/ 2147483647 h 536"/>
                <a:gd name="T34" fmla="*/ 2147483647 w 768"/>
                <a:gd name="T35" fmla="*/ 2147483647 h 536"/>
                <a:gd name="T36" fmla="*/ 2147483647 w 768"/>
                <a:gd name="T37" fmla="*/ 2147483647 h 536"/>
                <a:gd name="T38" fmla="*/ 2147483647 w 768"/>
                <a:gd name="T39" fmla="*/ 2147483647 h 536"/>
                <a:gd name="T40" fmla="*/ 2147483647 w 768"/>
                <a:gd name="T41" fmla="*/ 2147483647 h 536"/>
                <a:gd name="T42" fmla="*/ 2147483647 w 768"/>
                <a:gd name="T43" fmla="*/ 2147483647 h 536"/>
                <a:gd name="T44" fmla="*/ 2147483647 w 768"/>
                <a:gd name="T45" fmla="*/ 2147483647 h 536"/>
                <a:gd name="T46" fmla="*/ 2147483647 w 768"/>
                <a:gd name="T47" fmla="*/ 2147483647 h 536"/>
                <a:gd name="T48" fmla="*/ 2147483647 w 768"/>
                <a:gd name="T49" fmla="*/ 2147483647 h 536"/>
                <a:gd name="T50" fmla="*/ 2147483647 w 768"/>
                <a:gd name="T51" fmla="*/ 2147483647 h 536"/>
                <a:gd name="T52" fmla="*/ 2147483647 w 768"/>
                <a:gd name="T53" fmla="*/ 2147483647 h 536"/>
                <a:gd name="T54" fmla="*/ 2147483647 w 768"/>
                <a:gd name="T55" fmla="*/ 2147483647 h 536"/>
                <a:gd name="T56" fmla="*/ 2147483647 w 768"/>
                <a:gd name="T57" fmla="*/ 2147483647 h 536"/>
                <a:gd name="T58" fmla="*/ 2147483647 w 768"/>
                <a:gd name="T59" fmla="*/ 2147483647 h 536"/>
                <a:gd name="T60" fmla="*/ 2147483647 w 768"/>
                <a:gd name="T61" fmla="*/ 2147483647 h 536"/>
                <a:gd name="T62" fmla="*/ 2147483647 w 768"/>
                <a:gd name="T63" fmla="*/ 2147483647 h 536"/>
                <a:gd name="T64" fmla="*/ 2147483647 w 768"/>
                <a:gd name="T65" fmla="*/ 2147483647 h 536"/>
                <a:gd name="T66" fmla="*/ 2147483647 w 768"/>
                <a:gd name="T67" fmla="*/ 2147483647 h 536"/>
                <a:gd name="T68" fmla="*/ 2147483647 w 768"/>
                <a:gd name="T69" fmla="*/ 2147483647 h 536"/>
                <a:gd name="T70" fmla="*/ 2147483647 w 768"/>
                <a:gd name="T71" fmla="*/ 2147483647 h 536"/>
                <a:gd name="T72" fmla="*/ 2147483647 w 768"/>
                <a:gd name="T73" fmla="*/ 2147483647 h 536"/>
                <a:gd name="T74" fmla="*/ 2147483647 w 768"/>
                <a:gd name="T75" fmla="*/ 2147483647 h 536"/>
                <a:gd name="T76" fmla="*/ 2147483647 w 768"/>
                <a:gd name="T77" fmla="*/ 2147483647 h 536"/>
                <a:gd name="T78" fmla="*/ 2147483647 w 768"/>
                <a:gd name="T79" fmla="*/ 2147483647 h 536"/>
                <a:gd name="T80" fmla="*/ 2147483647 w 768"/>
                <a:gd name="T81" fmla="*/ 2147483647 h 536"/>
                <a:gd name="T82" fmla="*/ 2147483647 w 768"/>
                <a:gd name="T83" fmla="*/ 2147483647 h 536"/>
                <a:gd name="T84" fmla="*/ 2147483647 w 768"/>
                <a:gd name="T85" fmla="*/ 2147483647 h 536"/>
                <a:gd name="T86" fmla="*/ 2147483647 w 768"/>
                <a:gd name="T87" fmla="*/ 2147483647 h 536"/>
                <a:gd name="T88" fmla="*/ 2147483647 w 768"/>
                <a:gd name="T89" fmla="*/ 2147483647 h 536"/>
                <a:gd name="T90" fmla="*/ 2147483647 w 768"/>
                <a:gd name="T91" fmla="*/ 2147483647 h 536"/>
                <a:gd name="T92" fmla="*/ 2147483647 w 768"/>
                <a:gd name="T93" fmla="*/ 2147483647 h 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768"/>
                <a:gd name="T142" fmla="*/ 0 h 536"/>
                <a:gd name="T143" fmla="*/ 768 w 768"/>
                <a:gd name="T144" fmla="*/ 536 h 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768" h="536">
                  <a:moveTo>
                    <a:pt x="744" y="152"/>
                  </a:moveTo>
                  <a:lnTo>
                    <a:pt x="768" y="96"/>
                  </a:lnTo>
                  <a:lnTo>
                    <a:pt x="720" y="96"/>
                  </a:lnTo>
                  <a:lnTo>
                    <a:pt x="712" y="80"/>
                  </a:lnTo>
                  <a:lnTo>
                    <a:pt x="680" y="72"/>
                  </a:lnTo>
                  <a:lnTo>
                    <a:pt x="640" y="0"/>
                  </a:lnTo>
                  <a:lnTo>
                    <a:pt x="600" y="0"/>
                  </a:lnTo>
                  <a:lnTo>
                    <a:pt x="592" y="16"/>
                  </a:lnTo>
                  <a:lnTo>
                    <a:pt x="568" y="64"/>
                  </a:lnTo>
                  <a:lnTo>
                    <a:pt x="544" y="64"/>
                  </a:lnTo>
                  <a:lnTo>
                    <a:pt x="536" y="72"/>
                  </a:lnTo>
                  <a:lnTo>
                    <a:pt x="544" y="72"/>
                  </a:lnTo>
                  <a:lnTo>
                    <a:pt x="536" y="72"/>
                  </a:lnTo>
                  <a:lnTo>
                    <a:pt x="528" y="88"/>
                  </a:lnTo>
                  <a:lnTo>
                    <a:pt x="528" y="104"/>
                  </a:lnTo>
                  <a:lnTo>
                    <a:pt x="568" y="112"/>
                  </a:lnTo>
                  <a:lnTo>
                    <a:pt x="576" y="128"/>
                  </a:lnTo>
                  <a:lnTo>
                    <a:pt x="536" y="136"/>
                  </a:lnTo>
                  <a:lnTo>
                    <a:pt x="512" y="152"/>
                  </a:lnTo>
                  <a:lnTo>
                    <a:pt x="480" y="160"/>
                  </a:lnTo>
                  <a:lnTo>
                    <a:pt x="472" y="192"/>
                  </a:lnTo>
                  <a:lnTo>
                    <a:pt x="432" y="192"/>
                  </a:lnTo>
                  <a:lnTo>
                    <a:pt x="384" y="224"/>
                  </a:lnTo>
                  <a:lnTo>
                    <a:pt x="344" y="200"/>
                  </a:lnTo>
                  <a:lnTo>
                    <a:pt x="296" y="200"/>
                  </a:lnTo>
                  <a:lnTo>
                    <a:pt x="264" y="160"/>
                  </a:lnTo>
                  <a:lnTo>
                    <a:pt x="208" y="144"/>
                  </a:lnTo>
                  <a:lnTo>
                    <a:pt x="208" y="104"/>
                  </a:lnTo>
                  <a:lnTo>
                    <a:pt x="184" y="96"/>
                  </a:lnTo>
                  <a:lnTo>
                    <a:pt x="176" y="88"/>
                  </a:lnTo>
                  <a:lnTo>
                    <a:pt x="176" y="96"/>
                  </a:lnTo>
                  <a:lnTo>
                    <a:pt x="176" y="88"/>
                  </a:lnTo>
                  <a:lnTo>
                    <a:pt x="168" y="88"/>
                  </a:lnTo>
                  <a:lnTo>
                    <a:pt x="168" y="96"/>
                  </a:lnTo>
                  <a:lnTo>
                    <a:pt x="168" y="88"/>
                  </a:lnTo>
                  <a:lnTo>
                    <a:pt x="152" y="96"/>
                  </a:lnTo>
                  <a:lnTo>
                    <a:pt x="144" y="120"/>
                  </a:lnTo>
                  <a:lnTo>
                    <a:pt x="112" y="112"/>
                  </a:lnTo>
                  <a:lnTo>
                    <a:pt x="104" y="152"/>
                  </a:lnTo>
                  <a:lnTo>
                    <a:pt x="80" y="160"/>
                  </a:lnTo>
                  <a:lnTo>
                    <a:pt x="72" y="208"/>
                  </a:lnTo>
                  <a:lnTo>
                    <a:pt x="56" y="224"/>
                  </a:lnTo>
                  <a:lnTo>
                    <a:pt x="32" y="240"/>
                  </a:lnTo>
                  <a:lnTo>
                    <a:pt x="0" y="248"/>
                  </a:lnTo>
                  <a:lnTo>
                    <a:pt x="0" y="264"/>
                  </a:lnTo>
                  <a:lnTo>
                    <a:pt x="8" y="272"/>
                  </a:lnTo>
                  <a:lnTo>
                    <a:pt x="8" y="280"/>
                  </a:lnTo>
                  <a:lnTo>
                    <a:pt x="0" y="288"/>
                  </a:lnTo>
                  <a:lnTo>
                    <a:pt x="8" y="296"/>
                  </a:lnTo>
                  <a:lnTo>
                    <a:pt x="24" y="296"/>
                  </a:lnTo>
                  <a:lnTo>
                    <a:pt x="32" y="312"/>
                  </a:lnTo>
                  <a:lnTo>
                    <a:pt x="48" y="312"/>
                  </a:lnTo>
                  <a:lnTo>
                    <a:pt x="72" y="312"/>
                  </a:lnTo>
                  <a:lnTo>
                    <a:pt x="80" y="320"/>
                  </a:lnTo>
                  <a:lnTo>
                    <a:pt x="64" y="344"/>
                  </a:lnTo>
                  <a:lnTo>
                    <a:pt x="64" y="360"/>
                  </a:lnTo>
                  <a:lnTo>
                    <a:pt x="56" y="368"/>
                  </a:lnTo>
                  <a:lnTo>
                    <a:pt x="64" y="384"/>
                  </a:lnTo>
                  <a:lnTo>
                    <a:pt x="88" y="392"/>
                  </a:lnTo>
                  <a:lnTo>
                    <a:pt x="80" y="400"/>
                  </a:lnTo>
                  <a:lnTo>
                    <a:pt x="88" y="400"/>
                  </a:lnTo>
                  <a:lnTo>
                    <a:pt x="120" y="408"/>
                  </a:lnTo>
                  <a:lnTo>
                    <a:pt x="144" y="424"/>
                  </a:lnTo>
                  <a:lnTo>
                    <a:pt x="168" y="424"/>
                  </a:lnTo>
                  <a:lnTo>
                    <a:pt x="176" y="432"/>
                  </a:lnTo>
                  <a:lnTo>
                    <a:pt x="184" y="432"/>
                  </a:lnTo>
                  <a:lnTo>
                    <a:pt x="192" y="440"/>
                  </a:lnTo>
                  <a:lnTo>
                    <a:pt x="208" y="440"/>
                  </a:lnTo>
                  <a:lnTo>
                    <a:pt x="224" y="440"/>
                  </a:lnTo>
                  <a:lnTo>
                    <a:pt x="240" y="424"/>
                  </a:lnTo>
                  <a:lnTo>
                    <a:pt x="256" y="416"/>
                  </a:lnTo>
                  <a:lnTo>
                    <a:pt x="272" y="416"/>
                  </a:lnTo>
                  <a:lnTo>
                    <a:pt x="288" y="424"/>
                  </a:lnTo>
                  <a:lnTo>
                    <a:pt x="296" y="424"/>
                  </a:lnTo>
                  <a:lnTo>
                    <a:pt x="304" y="432"/>
                  </a:lnTo>
                  <a:lnTo>
                    <a:pt x="312" y="448"/>
                  </a:lnTo>
                  <a:lnTo>
                    <a:pt x="304" y="472"/>
                  </a:lnTo>
                  <a:lnTo>
                    <a:pt x="304" y="480"/>
                  </a:lnTo>
                  <a:lnTo>
                    <a:pt x="312" y="488"/>
                  </a:lnTo>
                  <a:lnTo>
                    <a:pt x="320" y="496"/>
                  </a:lnTo>
                  <a:lnTo>
                    <a:pt x="320" y="504"/>
                  </a:lnTo>
                  <a:lnTo>
                    <a:pt x="344" y="512"/>
                  </a:lnTo>
                  <a:lnTo>
                    <a:pt x="336" y="520"/>
                  </a:lnTo>
                  <a:lnTo>
                    <a:pt x="360" y="512"/>
                  </a:lnTo>
                  <a:lnTo>
                    <a:pt x="360" y="496"/>
                  </a:lnTo>
                  <a:lnTo>
                    <a:pt x="400" y="496"/>
                  </a:lnTo>
                  <a:lnTo>
                    <a:pt x="416" y="512"/>
                  </a:lnTo>
                  <a:lnTo>
                    <a:pt x="424" y="520"/>
                  </a:lnTo>
                  <a:lnTo>
                    <a:pt x="432" y="520"/>
                  </a:lnTo>
                  <a:lnTo>
                    <a:pt x="456" y="536"/>
                  </a:lnTo>
                  <a:lnTo>
                    <a:pt x="456" y="520"/>
                  </a:lnTo>
                  <a:lnTo>
                    <a:pt x="488" y="512"/>
                  </a:lnTo>
                  <a:lnTo>
                    <a:pt x="496" y="504"/>
                  </a:lnTo>
                  <a:lnTo>
                    <a:pt x="504" y="504"/>
                  </a:lnTo>
                  <a:lnTo>
                    <a:pt x="512" y="504"/>
                  </a:lnTo>
                  <a:lnTo>
                    <a:pt x="528" y="496"/>
                  </a:lnTo>
                  <a:lnTo>
                    <a:pt x="544" y="488"/>
                  </a:lnTo>
                  <a:lnTo>
                    <a:pt x="568" y="472"/>
                  </a:lnTo>
                  <a:lnTo>
                    <a:pt x="576" y="456"/>
                  </a:lnTo>
                  <a:lnTo>
                    <a:pt x="584" y="440"/>
                  </a:lnTo>
                  <a:lnTo>
                    <a:pt x="600" y="416"/>
                  </a:lnTo>
                  <a:lnTo>
                    <a:pt x="600" y="400"/>
                  </a:lnTo>
                  <a:lnTo>
                    <a:pt x="592" y="392"/>
                  </a:lnTo>
                  <a:lnTo>
                    <a:pt x="600" y="384"/>
                  </a:lnTo>
                  <a:lnTo>
                    <a:pt x="592" y="368"/>
                  </a:lnTo>
                  <a:lnTo>
                    <a:pt x="576" y="328"/>
                  </a:lnTo>
                  <a:lnTo>
                    <a:pt x="576" y="320"/>
                  </a:lnTo>
                  <a:lnTo>
                    <a:pt x="592" y="304"/>
                  </a:lnTo>
                  <a:lnTo>
                    <a:pt x="608" y="296"/>
                  </a:lnTo>
                  <a:lnTo>
                    <a:pt x="608" y="288"/>
                  </a:lnTo>
                  <a:lnTo>
                    <a:pt x="584" y="288"/>
                  </a:lnTo>
                  <a:lnTo>
                    <a:pt x="576" y="288"/>
                  </a:lnTo>
                  <a:lnTo>
                    <a:pt x="568" y="288"/>
                  </a:lnTo>
                  <a:lnTo>
                    <a:pt x="560" y="272"/>
                  </a:lnTo>
                  <a:lnTo>
                    <a:pt x="552" y="264"/>
                  </a:lnTo>
                  <a:lnTo>
                    <a:pt x="568" y="256"/>
                  </a:lnTo>
                  <a:lnTo>
                    <a:pt x="584" y="248"/>
                  </a:lnTo>
                  <a:lnTo>
                    <a:pt x="600" y="232"/>
                  </a:lnTo>
                  <a:lnTo>
                    <a:pt x="608" y="232"/>
                  </a:lnTo>
                  <a:lnTo>
                    <a:pt x="600" y="248"/>
                  </a:lnTo>
                  <a:lnTo>
                    <a:pt x="608" y="256"/>
                  </a:lnTo>
                  <a:lnTo>
                    <a:pt x="616" y="256"/>
                  </a:lnTo>
                  <a:lnTo>
                    <a:pt x="640" y="248"/>
                  </a:lnTo>
                  <a:lnTo>
                    <a:pt x="656" y="256"/>
                  </a:lnTo>
                  <a:lnTo>
                    <a:pt x="664" y="272"/>
                  </a:lnTo>
                  <a:lnTo>
                    <a:pt x="664" y="280"/>
                  </a:lnTo>
                  <a:lnTo>
                    <a:pt x="664" y="304"/>
                  </a:lnTo>
                  <a:lnTo>
                    <a:pt x="656" y="328"/>
                  </a:lnTo>
                  <a:lnTo>
                    <a:pt x="672" y="328"/>
                  </a:lnTo>
                  <a:lnTo>
                    <a:pt x="688" y="320"/>
                  </a:lnTo>
                  <a:lnTo>
                    <a:pt x="696" y="312"/>
                  </a:lnTo>
                  <a:lnTo>
                    <a:pt x="704" y="304"/>
                  </a:lnTo>
                  <a:lnTo>
                    <a:pt x="688" y="272"/>
                  </a:lnTo>
                  <a:lnTo>
                    <a:pt x="688" y="264"/>
                  </a:lnTo>
                  <a:lnTo>
                    <a:pt x="688" y="248"/>
                  </a:lnTo>
                  <a:lnTo>
                    <a:pt x="688" y="240"/>
                  </a:lnTo>
                  <a:lnTo>
                    <a:pt x="680" y="224"/>
                  </a:lnTo>
                  <a:lnTo>
                    <a:pt x="688" y="216"/>
                  </a:lnTo>
                  <a:lnTo>
                    <a:pt x="704" y="200"/>
                  </a:lnTo>
                  <a:lnTo>
                    <a:pt x="720" y="200"/>
                  </a:lnTo>
                  <a:lnTo>
                    <a:pt x="728" y="160"/>
                  </a:lnTo>
                  <a:lnTo>
                    <a:pt x="744" y="15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Freeform 683"/>
            <p:cNvSpPr/>
            <p:nvPr/>
          </p:nvSpPr>
          <p:spPr bwMode="auto">
            <a:xfrm>
              <a:off x="5965252" y="2542022"/>
              <a:ext cx="536245" cy="267574"/>
            </a:xfrm>
            <a:custGeom>
              <a:avLst/>
              <a:gdLst>
                <a:gd name="T0" fmla="*/ 2147483647 w 400"/>
                <a:gd name="T1" fmla="*/ 2147483647 h 200"/>
                <a:gd name="T2" fmla="*/ 2147483647 w 400"/>
                <a:gd name="T3" fmla="*/ 2147483647 h 200"/>
                <a:gd name="T4" fmla="*/ 2147483647 w 400"/>
                <a:gd name="T5" fmla="*/ 2147483647 h 200"/>
                <a:gd name="T6" fmla="*/ 2147483647 w 400"/>
                <a:gd name="T7" fmla="*/ 2147483647 h 200"/>
                <a:gd name="T8" fmla="*/ 2147483647 w 400"/>
                <a:gd name="T9" fmla="*/ 2147483647 h 200"/>
                <a:gd name="T10" fmla="*/ 2147483647 w 400"/>
                <a:gd name="T11" fmla="*/ 2147483647 h 200"/>
                <a:gd name="T12" fmla="*/ 2147483647 w 400"/>
                <a:gd name="T13" fmla="*/ 2147483647 h 200"/>
                <a:gd name="T14" fmla="*/ 2147483647 w 400"/>
                <a:gd name="T15" fmla="*/ 2147483647 h 200"/>
                <a:gd name="T16" fmla="*/ 2147483647 w 400"/>
                <a:gd name="T17" fmla="*/ 2147483647 h 200"/>
                <a:gd name="T18" fmla="*/ 2147483647 w 400"/>
                <a:gd name="T19" fmla="*/ 2147483647 h 200"/>
                <a:gd name="T20" fmla="*/ 2147483647 w 400"/>
                <a:gd name="T21" fmla="*/ 2147483647 h 200"/>
                <a:gd name="T22" fmla="*/ 2147483647 w 400"/>
                <a:gd name="T23" fmla="*/ 2147483647 h 200"/>
                <a:gd name="T24" fmla="*/ 2147483647 w 400"/>
                <a:gd name="T25" fmla="*/ 2147483647 h 200"/>
                <a:gd name="T26" fmla="*/ 2147483647 w 400"/>
                <a:gd name="T27" fmla="*/ 2147483647 h 200"/>
                <a:gd name="T28" fmla="*/ 2147483647 w 400"/>
                <a:gd name="T29" fmla="*/ 2147483647 h 200"/>
                <a:gd name="T30" fmla="*/ 2147483647 w 400"/>
                <a:gd name="T31" fmla="*/ 2147483647 h 200"/>
                <a:gd name="T32" fmla="*/ 2147483647 w 400"/>
                <a:gd name="T33" fmla="*/ 2147483647 h 200"/>
                <a:gd name="T34" fmla="*/ 2147483647 w 400"/>
                <a:gd name="T35" fmla="*/ 2147483647 h 200"/>
                <a:gd name="T36" fmla="*/ 2147483647 w 400"/>
                <a:gd name="T37" fmla="*/ 2147483647 h 200"/>
                <a:gd name="T38" fmla="*/ 2147483647 w 400"/>
                <a:gd name="T39" fmla="*/ 2147483647 h 200"/>
                <a:gd name="T40" fmla="*/ 2147483647 w 400"/>
                <a:gd name="T41" fmla="*/ 2147483647 h 200"/>
                <a:gd name="T42" fmla="*/ 2147483647 w 400"/>
                <a:gd name="T43" fmla="*/ 0 h 200"/>
                <a:gd name="T44" fmla="*/ 2147483647 w 400"/>
                <a:gd name="T45" fmla="*/ 2147483647 h 200"/>
                <a:gd name="T46" fmla="*/ 2147483647 w 400"/>
                <a:gd name="T47" fmla="*/ 2147483647 h 200"/>
                <a:gd name="T48" fmla="*/ 2147483647 w 400"/>
                <a:gd name="T49" fmla="*/ 2147483647 h 200"/>
                <a:gd name="T50" fmla="*/ 2147483647 w 400"/>
                <a:gd name="T51" fmla="*/ 2147483647 h 200"/>
                <a:gd name="T52" fmla="*/ 2147483647 w 400"/>
                <a:gd name="T53" fmla="*/ 2147483647 h 200"/>
                <a:gd name="T54" fmla="*/ 0 w 400"/>
                <a:gd name="T55" fmla="*/ 2147483647 h 200"/>
                <a:gd name="T56" fmla="*/ 2147483647 w 400"/>
                <a:gd name="T57" fmla="*/ 2147483647 h 200"/>
                <a:gd name="T58" fmla="*/ 2147483647 w 400"/>
                <a:gd name="T59" fmla="*/ 2147483647 h 20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400"/>
                <a:gd name="T91" fmla="*/ 0 h 200"/>
                <a:gd name="T92" fmla="*/ 400 w 400"/>
                <a:gd name="T93" fmla="*/ 200 h 200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400" h="200">
                  <a:moveTo>
                    <a:pt x="32" y="80"/>
                  </a:moveTo>
                  <a:lnTo>
                    <a:pt x="32" y="120"/>
                  </a:lnTo>
                  <a:lnTo>
                    <a:pt x="88" y="136"/>
                  </a:lnTo>
                  <a:lnTo>
                    <a:pt x="120" y="176"/>
                  </a:lnTo>
                  <a:lnTo>
                    <a:pt x="168" y="176"/>
                  </a:lnTo>
                  <a:lnTo>
                    <a:pt x="208" y="200"/>
                  </a:lnTo>
                  <a:lnTo>
                    <a:pt x="256" y="168"/>
                  </a:lnTo>
                  <a:lnTo>
                    <a:pt x="296" y="168"/>
                  </a:lnTo>
                  <a:lnTo>
                    <a:pt x="304" y="136"/>
                  </a:lnTo>
                  <a:lnTo>
                    <a:pt x="336" y="128"/>
                  </a:lnTo>
                  <a:lnTo>
                    <a:pt x="360" y="112"/>
                  </a:lnTo>
                  <a:lnTo>
                    <a:pt x="400" y="104"/>
                  </a:lnTo>
                  <a:lnTo>
                    <a:pt x="392" y="88"/>
                  </a:lnTo>
                  <a:lnTo>
                    <a:pt x="352" y="80"/>
                  </a:lnTo>
                  <a:lnTo>
                    <a:pt x="352" y="64"/>
                  </a:lnTo>
                  <a:lnTo>
                    <a:pt x="360" y="48"/>
                  </a:lnTo>
                  <a:lnTo>
                    <a:pt x="336" y="40"/>
                  </a:lnTo>
                  <a:lnTo>
                    <a:pt x="272" y="56"/>
                  </a:lnTo>
                  <a:lnTo>
                    <a:pt x="248" y="32"/>
                  </a:lnTo>
                  <a:lnTo>
                    <a:pt x="208" y="32"/>
                  </a:lnTo>
                  <a:lnTo>
                    <a:pt x="192" y="24"/>
                  </a:lnTo>
                  <a:lnTo>
                    <a:pt x="144" y="0"/>
                  </a:lnTo>
                  <a:lnTo>
                    <a:pt x="128" y="16"/>
                  </a:lnTo>
                  <a:lnTo>
                    <a:pt x="112" y="40"/>
                  </a:lnTo>
                  <a:lnTo>
                    <a:pt x="80" y="32"/>
                  </a:lnTo>
                  <a:lnTo>
                    <a:pt x="40" y="32"/>
                  </a:lnTo>
                  <a:lnTo>
                    <a:pt x="8" y="48"/>
                  </a:lnTo>
                  <a:lnTo>
                    <a:pt x="0" y="64"/>
                  </a:lnTo>
                  <a:lnTo>
                    <a:pt x="8" y="72"/>
                  </a:lnTo>
                  <a:lnTo>
                    <a:pt x="32" y="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3" name="Freeform 684"/>
            <p:cNvSpPr/>
            <p:nvPr/>
          </p:nvSpPr>
          <p:spPr bwMode="auto">
            <a:xfrm>
              <a:off x="5825981" y="3046465"/>
              <a:ext cx="139271" cy="64700"/>
            </a:xfrm>
            <a:custGeom>
              <a:avLst/>
              <a:gdLst>
                <a:gd name="T0" fmla="*/ 2147483647 w 104"/>
                <a:gd name="T1" fmla="*/ 2147483647 h 48"/>
                <a:gd name="T2" fmla="*/ 2147483647 w 104"/>
                <a:gd name="T3" fmla="*/ 2147483647 h 48"/>
                <a:gd name="T4" fmla="*/ 2147483647 w 104"/>
                <a:gd name="T5" fmla="*/ 0 h 48"/>
                <a:gd name="T6" fmla="*/ 2147483647 w 104"/>
                <a:gd name="T7" fmla="*/ 0 h 48"/>
                <a:gd name="T8" fmla="*/ 0 w 104"/>
                <a:gd name="T9" fmla="*/ 2147483647 h 48"/>
                <a:gd name="T10" fmla="*/ 2147483647 w 104"/>
                <a:gd name="T11" fmla="*/ 2147483647 h 48"/>
                <a:gd name="T12" fmla="*/ 2147483647 w 104"/>
                <a:gd name="T13" fmla="*/ 2147483647 h 48"/>
                <a:gd name="T14" fmla="*/ 2147483647 w 104"/>
                <a:gd name="T15" fmla="*/ 2147483647 h 48"/>
                <a:gd name="T16" fmla="*/ 2147483647 w 104"/>
                <a:gd name="T17" fmla="*/ 2147483647 h 48"/>
                <a:gd name="T18" fmla="*/ 2147483647 w 104"/>
                <a:gd name="T19" fmla="*/ 2147483647 h 48"/>
                <a:gd name="T20" fmla="*/ 2147483647 w 104"/>
                <a:gd name="T21" fmla="*/ 2147483647 h 48"/>
                <a:gd name="T22" fmla="*/ 2147483647 w 104"/>
                <a:gd name="T23" fmla="*/ 2147483647 h 48"/>
                <a:gd name="T24" fmla="*/ 2147483647 w 104"/>
                <a:gd name="T25" fmla="*/ 2147483647 h 4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04"/>
                <a:gd name="T40" fmla="*/ 0 h 48"/>
                <a:gd name="T41" fmla="*/ 104 w 104"/>
                <a:gd name="T42" fmla="*/ 48 h 4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04" h="48">
                  <a:moveTo>
                    <a:pt x="72" y="24"/>
                  </a:moveTo>
                  <a:lnTo>
                    <a:pt x="48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40" y="40"/>
                  </a:lnTo>
                  <a:lnTo>
                    <a:pt x="72" y="40"/>
                  </a:lnTo>
                  <a:lnTo>
                    <a:pt x="88" y="48"/>
                  </a:lnTo>
                  <a:lnTo>
                    <a:pt x="96" y="48"/>
                  </a:lnTo>
                  <a:lnTo>
                    <a:pt x="104" y="32"/>
                  </a:lnTo>
                  <a:lnTo>
                    <a:pt x="96" y="24"/>
                  </a:lnTo>
                  <a:lnTo>
                    <a:pt x="72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Freeform 685"/>
            <p:cNvSpPr/>
            <p:nvPr/>
          </p:nvSpPr>
          <p:spPr bwMode="auto">
            <a:xfrm>
              <a:off x="5965252" y="2542022"/>
              <a:ext cx="536245" cy="267574"/>
            </a:xfrm>
            <a:custGeom>
              <a:avLst/>
              <a:gdLst>
                <a:gd name="T0" fmla="*/ 2147483647 w 400"/>
                <a:gd name="T1" fmla="*/ 2147483647 h 200"/>
                <a:gd name="T2" fmla="*/ 2147483647 w 400"/>
                <a:gd name="T3" fmla="*/ 2147483647 h 200"/>
                <a:gd name="T4" fmla="*/ 2147483647 w 400"/>
                <a:gd name="T5" fmla="*/ 2147483647 h 200"/>
                <a:gd name="T6" fmla="*/ 2147483647 w 400"/>
                <a:gd name="T7" fmla="*/ 2147483647 h 200"/>
                <a:gd name="T8" fmla="*/ 2147483647 w 400"/>
                <a:gd name="T9" fmla="*/ 2147483647 h 200"/>
                <a:gd name="T10" fmla="*/ 2147483647 w 400"/>
                <a:gd name="T11" fmla="*/ 2147483647 h 200"/>
                <a:gd name="T12" fmla="*/ 2147483647 w 400"/>
                <a:gd name="T13" fmla="*/ 2147483647 h 200"/>
                <a:gd name="T14" fmla="*/ 2147483647 w 400"/>
                <a:gd name="T15" fmla="*/ 2147483647 h 200"/>
                <a:gd name="T16" fmla="*/ 2147483647 w 400"/>
                <a:gd name="T17" fmla="*/ 2147483647 h 200"/>
                <a:gd name="T18" fmla="*/ 2147483647 w 400"/>
                <a:gd name="T19" fmla="*/ 2147483647 h 200"/>
                <a:gd name="T20" fmla="*/ 2147483647 w 400"/>
                <a:gd name="T21" fmla="*/ 2147483647 h 200"/>
                <a:gd name="T22" fmla="*/ 2147483647 w 400"/>
                <a:gd name="T23" fmla="*/ 2147483647 h 200"/>
                <a:gd name="T24" fmla="*/ 2147483647 w 400"/>
                <a:gd name="T25" fmla="*/ 2147483647 h 200"/>
                <a:gd name="T26" fmla="*/ 2147483647 w 400"/>
                <a:gd name="T27" fmla="*/ 2147483647 h 200"/>
                <a:gd name="T28" fmla="*/ 2147483647 w 400"/>
                <a:gd name="T29" fmla="*/ 2147483647 h 200"/>
                <a:gd name="T30" fmla="*/ 2147483647 w 400"/>
                <a:gd name="T31" fmla="*/ 2147483647 h 200"/>
                <a:gd name="T32" fmla="*/ 2147483647 w 400"/>
                <a:gd name="T33" fmla="*/ 2147483647 h 200"/>
                <a:gd name="T34" fmla="*/ 2147483647 w 400"/>
                <a:gd name="T35" fmla="*/ 2147483647 h 200"/>
                <a:gd name="T36" fmla="*/ 2147483647 w 400"/>
                <a:gd name="T37" fmla="*/ 2147483647 h 200"/>
                <a:gd name="T38" fmla="*/ 2147483647 w 400"/>
                <a:gd name="T39" fmla="*/ 2147483647 h 200"/>
                <a:gd name="T40" fmla="*/ 2147483647 w 400"/>
                <a:gd name="T41" fmla="*/ 2147483647 h 200"/>
                <a:gd name="T42" fmla="*/ 2147483647 w 400"/>
                <a:gd name="T43" fmla="*/ 0 h 200"/>
                <a:gd name="T44" fmla="*/ 2147483647 w 400"/>
                <a:gd name="T45" fmla="*/ 2147483647 h 200"/>
                <a:gd name="T46" fmla="*/ 2147483647 w 400"/>
                <a:gd name="T47" fmla="*/ 2147483647 h 200"/>
                <a:gd name="T48" fmla="*/ 2147483647 w 400"/>
                <a:gd name="T49" fmla="*/ 2147483647 h 200"/>
                <a:gd name="T50" fmla="*/ 2147483647 w 400"/>
                <a:gd name="T51" fmla="*/ 2147483647 h 200"/>
                <a:gd name="T52" fmla="*/ 2147483647 w 400"/>
                <a:gd name="T53" fmla="*/ 2147483647 h 200"/>
                <a:gd name="T54" fmla="*/ 0 w 400"/>
                <a:gd name="T55" fmla="*/ 2147483647 h 200"/>
                <a:gd name="T56" fmla="*/ 2147483647 w 400"/>
                <a:gd name="T57" fmla="*/ 2147483647 h 200"/>
                <a:gd name="T58" fmla="*/ 2147483647 w 400"/>
                <a:gd name="T59" fmla="*/ 2147483647 h 20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400"/>
                <a:gd name="T91" fmla="*/ 0 h 200"/>
                <a:gd name="T92" fmla="*/ 400 w 400"/>
                <a:gd name="T93" fmla="*/ 200 h 200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400" h="200">
                  <a:moveTo>
                    <a:pt x="32" y="80"/>
                  </a:moveTo>
                  <a:lnTo>
                    <a:pt x="32" y="120"/>
                  </a:lnTo>
                  <a:lnTo>
                    <a:pt x="88" y="136"/>
                  </a:lnTo>
                  <a:lnTo>
                    <a:pt x="120" y="176"/>
                  </a:lnTo>
                  <a:lnTo>
                    <a:pt x="168" y="176"/>
                  </a:lnTo>
                  <a:lnTo>
                    <a:pt x="208" y="200"/>
                  </a:lnTo>
                  <a:lnTo>
                    <a:pt x="256" y="168"/>
                  </a:lnTo>
                  <a:lnTo>
                    <a:pt x="296" y="168"/>
                  </a:lnTo>
                  <a:lnTo>
                    <a:pt x="304" y="136"/>
                  </a:lnTo>
                  <a:lnTo>
                    <a:pt x="336" y="128"/>
                  </a:lnTo>
                  <a:lnTo>
                    <a:pt x="360" y="112"/>
                  </a:lnTo>
                  <a:lnTo>
                    <a:pt x="400" y="104"/>
                  </a:lnTo>
                  <a:lnTo>
                    <a:pt x="392" y="88"/>
                  </a:lnTo>
                  <a:lnTo>
                    <a:pt x="352" y="80"/>
                  </a:lnTo>
                  <a:lnTo>
                    <a:pt x="352" y="64"/>
                  </a:lnTo>
                  <a:lnTo>
                    <a:pt x="360" y="48"/>
                  </a:lnTo>
                  <a:lnTo>
                    <a:pt x="336" y="40"/>
                  </a:lnTo>
                  <a:lnTo>
                    <a:pt x="272" y="56"/>
                  </a:lnTo>
                  <a:lnTo>
                    <a:pt x="248" y="32"/>
                  </a:lnTo>
                  <a:lnTo>
                    <a:pt x="208" y="32"/>
                  </a:lnTo>
                  <a:lnTo>
                    <a:pt x="192" y="24"/>
                  </a:lnTo>
                  <a:lnTo>
                    <a:pt x="144" y="0"/>
                  </a:lnTo>
                  <a:lnTo>
                    <a:pt x="128" y="16"/>
                  </a:lnTo>
                  <a:lnTo>
                    <a:pt x="112" y="40"/>
                  </a:lnTo>
                  <a:lnTo>
                    <a:pt x="80" y="32"/>
                  </a:lnTo>
                  <a:lnTo>
                    <a:pt x="40" y="32"/>
                  </a:lnTo>
                  <a:lnTo>
                    <a:pt x="8" y="48"/>
                  </a:lnTo>
                  <a:lnTo>
                    <a:pt x="0" y="64"/>
                  </a:lnTo>
                  <a:lnTo>
                    <a:pt x="8" y="72"/>
                  </a:lnTo>
                  <a:lnTo>
                    <a:pt x="32" y="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Freeform 686"/>
            <p:cNvSpPr/>
            <p:nvPr/>
          </p:nvSpPr>
          <p:spPr bwMode="auto">
            <a:xfrm>
              <a:off x="4815998" y="1897212"/>
              <a:ext cx="183135" cy="398071"/>
            </a:xfrm>
            <a:custGeom>
              <a:avLst/>
              <a:gdLst>
                <a:gd name="T0" fmla="*/ 2147483647 w 136"/>
                <a:gd name="T1" fmla="*/ 2147483647 h 296"/>
                <a:gd name="T2" fmla="*/ 2147483647 w 136"/>
                <a:gd name="T3" fmla="*/ 2147483647 h 296"/>
                <a:gd name="T4" fmla="*/ 2147483647 w 136"/>
                <a:gd name="T5" fmla="*/ 2147483647 h 296"/>
                <a:gd name="T6" fmla="*/ 2147483647 w 136"/>
                <a:gd name="T7" fmla="*/ 2147483647 h 296"/>
                <a:gd name="T8" fmla="*/ 2147483647 w 136"/>
                <a:gd name="T9" fmla="*/ 2147483647 h 296"/>
                <a:gd name="T10" fmla="*/ 2147483647 w 136"/>
                <a:gd name="T11" fmla="*/ 2147483647 h 296"/>
                <a:gd name="T12" fmla="*/ 2147483647 w 136"/>
                <a:gd name="T13" fmla="*/ 2147483647 h 296"/>
                <a:gd name="T14" fmla="*/ 2147483647 w 136"/>
                <a:gd name="T15" fmla="*/ 2147483647 h 296"/>
                <a:gd name="T16" fmla="*/ 2147483647 w 136"/>
                <a:gd name="T17" fmla="*/ 2147483647 h 296"/>
                <a:gd name="T18" fmla="*/ 2147483647 w 136"/>
                <a:gd name="T19" fmla="*/ 2147483647 h 296"/>
                <a:gd name="T20" fmla="*/ 2147483647 w 136"/>
                <a:gd name="T21" fmla="*/ 2147483647 h 296"/>
                <a:gd name="T22" fmla="*/ 2147483647 w 136"/>
                <a:gd name="T23" fmla="*/ 2147483647 h 296"/>
                <a:gd name="T24" fmla="*/ 2147483647 w 136"/>
                <a:gd name="T25" fmla="*/ 2147483647 h 296"/>
                <a:gd name="T26" fmla="*/ 2147483647 w 136"/>
                <a:gd name="T27" fmla="*/ 2147483647 h 296"/>
                <a:gd name="T28" fmla="*/ 2147483647 w 136"/>
                <a:gd name="T29" fmla="*/ 2147483647 h 296"/>
                <a:gd name="T30" fmla="*/ 2147483647 w 136"/>
                <a:gd name="T31" fmla="*/ 2147483647 h 296"/>
                <a:gd name="T32" fmla="*/ 2147483647 w 136"/>
                <a:gd name="T33" fmla="*/ 2147483647 h 296"/>
                <a:gd name="T34" fmla="*/ 2147483647 w 136"/>
                <a:gd name="T35" fmla="*/ 0 h 296"/>
                <a:gd name="T36" fmla="*/ 2147483647 w 136"/>
                <a:gd name="T37" fmla="*/ 0 h 296"/>
                <a:gd name="T38" fmla="*/ 2147483647 w 136"/>
                <a:gd name="T39" fmla="*/ 2147483647 h 296"/>
                <a:gd name="T40" fmla="*/ 2147483647 w 136"/>
                <a:gd name="T41" fmla="*/ 2147483647 h 296"/>
                <a:gd name="T42" fmla="*/ 2147483647 w 136"/>
                <a:gd name="T43" fmla="*/ 2147483647 h 296"/>
                <a:gd name="T44" fmla="*/ 2147483647 w 136"/>
                <a:gd name="T45" fmla="*/ 2147483647 h 296"/>
                <a:gd name="T46" fmla="*/ 2147483647 w 136"/>
                <a:gd name="T47" fmla="*/ 2147483647 h 296"/>
                <a:gd name="T48" fmla="*/ 2147483647 w 136"/>
                <a:gd name="T49" fmla="*/ 2147483647 h 296"/>
                <a:gd name="T50" fmla="*/ 2147483647 w 136"/>
                <a:gd name="T51" fmla="*/ 2147483647 h 296"/>
                <a:gd name="T52" fmla="*/ 2147483647 w 136"/>
                <a:gd name="T53" fmla="*/ 2147483647 h 296"/>
                <a:gd name="T54" fmla="*/ 0 w 136"/>
                <a:gd name="T55" fmla="*/ 2147483647 h 296"/>
                <a:gd name="T56" fmla="*/ 2147483647 w 136"/>
                <a:gd name="T57" fmla="*/ 2147483647 h 296"/>
                <a:gd name="T58" fmla="*/ 2147483647 w 136"/>
                <a:gd name="T59" fmla="*/ 2147483647 h 296"/>
                <a:gd name="T60" fmla="*/ 2147483647 w 136"/>
                <a:gd name="T61" fmla="*/ 2147483647 h 296"/>
                <a:gd name="T62" fmla="*/ 2147483647 w 136"/>
                <a:gd name="T63" fmla="*/ 2147483647 h 296"/>
                <a:gd name="T64" fmla="*/ 2147483647 w 136"/>
                <a:gd name="T65" fmla="*/ 2147483647 h 296"/>
                <a:gd name="T66" fmla="*/ 2147483647 w 136"/>
                <a:gd name="T67" fmla="*/ 2147483647 h 296"/>
                <a:gd name="T68" fmla="*/ 2147483647 w 136"/>
                <a:gd name="T69" fmla="*/ 2147483647 h 296"/>
                <a:gd name="T70" fmla="*/ 2147483647 w 136"/>
                <a:gd name="T71" fmla="*/ 2147483647 h 296"/>
                <a:gd name="T72" fmla="*/ 2147483647 w 136"/>
                <a:gd name="T73" fmla="*/ 2147483647 h 296"/>
                <a:gd name="T74" fmla="*/ 2147483647 w 136"/>
                <a:gd name="T75" fmla="*/ 2147483647 h 296"/>
                <a:gd name="T76" fmla="*/ 2147483647 w 136"/>
                <a:gd name="T77" fmla="*/ 2147483647 h 296"/>
                <a:gd name="T78" fmla="*/ 2147483647 w 136"/>
                <a:gd name="T79" fmla="*/ 2147483647 h 296"/>
                <a:gd name="T80" fmla="*/ 2147483647 w 136"/>
                <a:gd name="T81" fmla="*/ 2147483647 h 296"/>
                <a:gd name="T82" fmla="*/ 2147483647 w 136"/>
                <a:gd name="T83" fmla="*/ 2147483647 h 296"/>
                <a:gd name="T84" fmla="*/ 2147483647 w 136"/>
                <a:gd name="T85" fmla="*/ 2147483647 h 296"/>
                <a:gd name="T86" fmla="*/ 2147483647 w 136"/>
                <a:gd name="T87" fmla="*/ 2147483647 h 296"/>
                <a:gd name="T88" fmla="*/ 2147483647 w 136"/>
                <a:gd name="T89" fmla="*/ 2147483647 h 296"/>
                <a:gd name="T90" fmla="*/ 2147483647 w 136"/>
                <a:gd name="T91" fmla="*/ 2147483647 h 296"/>
                <a:gd name="T92" fmla="*/ 2147483647 w 136"/>
                <a:gd name="T93" fmla="*/ 2147483647 h 296"/>
                <a:gd name="T94" fmla="*/ 2147483647 w 136"/>
                <a:gd name="T95" fmla="*/ 2147483647 h 296"/>
                <a:gd name="T96" fmla="*/ 2147483647 w 136"/>
                <a:gd name="T97" fmla="*/ 2147483647 h 296"/>
                <a:gd name="T98" fmla="*/ 2147483647 w 136"/>
                <a:gd name="T99" fmla="*/ 2147483647 h 296"/>
                <a:gd name="T100" fmla="*/ 2147483647 w 136"/>
                <a:gd name="T101" fmla="*/ 2147483647 h 296"/>
                <a:gd name="T102" fmla="*/ 2147483647 w 136"/>
                <a:gd name="T103" fmla="*/ 2147483647 h 296"/>
                <a:gd name="T104" fmla="*/ 2147483647 w 136"/>
                <a:gd name="T105" fmla="*/ 2147483647 h 29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36"/>
                <a:gd name="T160" fmla="*/ 0 h 296"/>
                <a:gd name="T161" fmla="*/ 136 w 136"/>
                <a:gd name="T162" fmla="*/ 296 h 29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36" h="296">
                  <a:moveTo>
                    <a:pt x="136" y="216"/>
                  </a:moveTo>
                  <a:lnTo>
                    <a:pt x="128" y="216"/>
                  </a:lnTo>
                  <a:lnTo>
                    <a:pt x="120" y="208"/>
                  </a:lnTo>
                  <a:lnTo>
                    <a:pt x="128" y="184"/>
                  </a:lnTo>
                  <a:lnTo>
                    <a:pt x="120" y="176"/>
                  </a:lnTo>
                  <a:lnTo>
                    <a:pt x="120" y="168"/>
                  </a:lnTo>
                  <a:lnTo>
                    <a:pt x="120" y="160"/>
                  </a:lnTo>
                  <a:lnTo>
                    <a:pt x="112" y="152"/>
                  </a:lnTo>
                  <a:lnTo>
                    <a:pt x="120" y="144"/>
                  </a:lnTo>
                  <a:lnTo>
                    <a:pt x="112" y="104"/>
                  </a:lnTo>
                  <a:lnTo>
                    <a:pt x="120" y="80"/>
                  </a:lnTo>
                  <a:lnTo>
                    <a:pt x="112" y="64"/>
                  </a:lnTo>
                  <a:lnTo>
                    <a:pt x="104" y="56"/>
                  </a:lnTo>
                  <a:lnTo>
                    <a:pt x="104" y="40"/>
                  </a:lnTo>
                  <a:lnTo>
                    <a:pt x="104" y="32"/>
                  </a:lnTo>
                  <a:lnTo>
                    <a:pt x="112" y="24"/>
                  </a:lnTo>
                  <a:lnTo>
                    <a:pt x="112" y="8"/>
                  </a:lnTo>
                  <a:lnTo>
                    <a:pt x="96" y="0"/>
                  </a:lnTo>
                  <a:lnTo>
                    <a:pt x="80" y="0"/>
                  </a:lnTo>
                  <a:lnTo>
                    <a:pt x="72" y="8"/>
                  </a:lnTo>
                  <a:lnTo>
                    <a:pt x="64" y="32"/>
                  </a:lnTo>
                  <a:lnTo>
                    <a:pt x="48" y="40"/>
                  </a:lnTo>
                  <a:lnTo>
                    <a:pt x="32" y="40"/>
                  </a:lnTo>
                  <a:lnTo>
                    <a:pt x="24" y="40"/>
                  </a:lnTo>
                  <a:lnTo>
                    <a:pt x="16" y="32"/>
                  </a:lnTo>
                  <a:lnTo>
                    <a:pt x="8" y="24"/>
                  </a:lnTo>
                  <a:lnTo>
                    <a:pt x="8" y="32"/>
                  </a:lnTo>
                  <a:lnTo>
                    <a:pt x="0" y="32"/>
                  </a:lnTo>
                  <a:lnTo>
                    <a:pt x="8" y="40"/>
                  </a:lnTo>
                  <a:lnTo>
                    <a:pt x="16" y="48"/>
                  </a:lnTo>
                  <a:lnTo>
                    <a:pt x="24" y="56"/>
                  </a:lnTo>
                  <a:lnTo>
                    <a:pt x="32" y="56"/>
                  </a:lnTo>
                  <a:lnTo>
                    <a:pt x="40" y="72"/>
                  </a:lnTo>
                  <a:lnTo>
                    <a:pt x="40" y="88"/>
                  </a:lnTo>
                  <a:lnTo>
                    <a:pt x="40" y="104"/>
                  </a:lnTo>
                  <a:lnTo>
                    <a:pt x="40" y="112"/>
                  </a:lnTo>
                  <a:lnTo>
                    <a:pt x="40" y="120"/>
                  </a:lnTo>
                  <a:lnTo>
                    <a:pt x="40" y="136"/>
                  </a:lnTo>
                  <a:lnTo>
                    <a:pt x="40" y="144"/>
                  </a:lnTo>
                  <a:lnTo>
                    <a:pt x="48" y="144"/>
                  </a:lnTo>
                  <a:lnTo>
                    <a:pt x="56" y="160"/>
                  </a:lnTo>
                  <a:lnTo>
                    <a:pt x="40" y="192"/>
                  </a:lnTo>
                  <a:lnTo>
                    <a:pt x="16" y="208"/>
                  </a:lnTo>
                  <a:lnTo>
                    <a:pt x="8" y="232"/>
                  </a:lnTo>
                  <a:lnTo>
                    <a:pt x="8" y="264"/>
                  </a:lnTo>
                  <a:lnTo>
                    <a:pt x="16" y="280"/>
                  </a:lnTo>
                  <a:lnTo>
                    <a:pt x="24" y="288"/>
                  </a:lnTo>
                  <a:lnTo>
                    <a:pt x="32" y="296"/>
                  </a:lnTo>
                  <a:lnTo>
                    <a:pt x="48" y="296"/>
                  </a:lnTo>
                  <a:lnTo>
                    <a:pt x="80" y="288"/>
                  </a:lnTo>
                  <a:lnTo>
                    <a:pt x="88" y="288"/>
                  </a:lnTo>
                  <a:lnTo>
                    <a:pt x="136" y="232"/>
                  </a:lnTo>
                  <a:lnTo>
                    <a:pt x="136" y="2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6" name="Freeform 687"/>
            <p:cNvSpPr/>
            <p:nvPr/>
          </p:nvSpPr>
          <p:spPr bwMode="auto">
            <a:xfrm>
              <a:off x="5010098" y="2531056"/>
              <a:ext cx="9870" cy="10966"/>
            </a:xfrm>
            <a:custGeom>
              <a:avLst/>
              <a:gdLst>
                <a:gd name="T0" fmla="*/ 2147483647 w 8"/>
                <a:gd name="T1" fmla="*/ 2147483647 h 8"/>
                <a:gd name="T2" fmla="*/ 0 w 8"/>
                <a:gd name="T3" fmla="*/ 0 h 8"/>
                <a:gd name="T4" fmla="*/ 0 w 8"/>
                <a:gd name="T5" fmla="*/ 2147483647 h 8"/>
                <a:gd name="T6" fmla="*/ 2147483647 w 8"/>
                <a:gd name="T7" fmla="*/ 2147483647 h 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8"/>
                <a:gd name="T14" fmla="*/ 8 w 8"/>
                <a:gd name="T15" fmla="*/ 8 h 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8">
                  <a:moveTo>
                    <a:pt x="8" y="8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7" name="Freeform 688"/>
            <p:cNvSpPr/>
            <p:nvPr/>
          </p:nvSpPr>
          <p:spPr bwMode="auto">
            <a:xfrm>
              <a:off x="4934432" y="1446502"/>
              <a:ext cx="2597884" cy="1395993"/>
            </a:xfrm>
            <a:custGeom>
              <a:avLst/>
              <a:gdLst>
                <a:gd name="T0" fmla="*/ 2147483647 w 1936"/>
                <a:gd name="T1" fmla="*/ 2147483647 h 1040"/>
                <a:gd name="T2" fmla="*/ 2147483647 w 1936"/>
                <a:gd name="T3" fmla="*/ 2147483647 h 1040"/>
                <a:gd name="T4" fmla="*/ 2147483647 w 1936"/>
                <a:gd name="T5" fmla="*/ 2147483647 h 1040"/>
                <a:gd name="T6" fmla="*/ 2147483647 w 1936"/>
                <a:gd name="T7" fmla="*/ 2147483647 h 1040"/>
                <a:gd name="T8" fmla="*/ 2147483647 w 1936"/>
                <a:gd name="T9" fmla="*/ 2147483647 h 1040"/>
                <a:gd name="T10" fmla="*/ 2147483647 w 1936"/>
                <a:gd name="T11" fmla="*/ 2147483647 h 1040"/>
                <a:gd name="T12" fmla="*/ 2147483647 w 1936"/>
                <a:gd name="T13" fmla="*/ 2147483647 h 1040"/>
                <a:gd name="T14" fmla="*/ 2147483647 w 1936"/>
                <a:gd name="T15" fmla="*/ 2147483647 h 1040"/>
                <a:gd name="T16" fmla="*/ 2147483647 w 1936"/>
                <a:gd name="T17" fmla="*/ 2147483647 h 1040"/>
                <a:gd name="T18" fmla="*/ 2147483647 w 1936"/>
                <a:gd name="T19" fmla="*/ 2147483647 h 1040"/>
                <a:gd name="T20" fmla="*/ 2147483647 w 1936"/>
                <a:gd name="T21" fmla="*/ 2147483647 h 1040"/>
                <a:gd name="T22" fmla="*/ 2147483647 w 1936"/>
                <a:gd name="T23" fmla="*/ 2147483647 h 1040"/>
                <a:gd name="T24" fmla="*/ 2147483647 w 1936"/>
                <a:gd name="T25" fmla="*/ 2147483647 h 1040"/>
                <a:gd name="T26" fmla="*/ 2147483647 w 1936"/>
                <a:gd name="T27" fmla="*/ 2147483647 h 1040"/>
                <a:gd name="T28" fmla="*/ 2147483647 w 1936"/>
                <a:gd name="T29" fmla="*/ 2147483647 h 1040"/>
                <a:gd name="T30" fmla="*/ 2147483647 w 1936"/>
                <a:gd name="T31" fmla="*/ 2147483647 h 1040"/>
                <a:gd name="T32" fmla="*/ 2147483647 w 1936"/>
                <a:gd name="T33" fmla="*/ 2147483647 h 1040"/>
                <a:gd name="T34" fmla="*/ 2147483647 w 1936"/>
                <a:gd name="T35" fmla="*/ 2147483647 h 1040"/>
                <a:gd name="T36" fmla="*/ 2147483647 w 1936"/>
                <a:gd name="T37" fmla="*/ 2147483647 h 1040"/>
                <a:gd name="T38" fmla="*/ 2147483647 w 1936"/>
                <a:gd name="T39" fmla="*/ 2147483647 h 1040"/>
                <a:gd name="T40" fmla="*/ 2147483647 w 1936"/>
                <a:gd name="T41" fmla="*/ 2147483647 h 1040"/>
                <a:gd name="T42" fmla="*/ 2147483647 w 1936"/>
                <a:gd name="T43" fmla="*/ 2147483647 h 1040"/>
                <a:gd name="T44" fmla="*/ 2147483647 w 1936"/>
                <a:gd name="T45" fmla="*/ 2147483647 h 1040"/>
                <a:gd name="T46" fmla="*/ 2147483647 w 1936"/>
                <a:gd name="T47" fmla="*/ 2147483647 h 1040"/>
                <a:gd name="T48" fmla="*/ 2147483647 w 1936"/>
                <a:gd name="T49" fmla="*/ 2147483647 h 1040"/>
                <a:gd name="T50" fmla="*/ 2147483647 w 1936"/>
                <a:gd name="T51" fmla="*/ 2147483647 h 1040"/>
                <a:gd name="T52" fmla="*/ 2147483647 w 1936"/>
                <a:gd name="T53" fmla="*/ 2147483647 h 1040"/>
                <a:gd name="T54" fmla="*/ 2147483647 w 1936"/>
                <a:gd name="T55" fmla="*/ 2147483647 h 1040"/>
                <a:gd name="T56" fmla="*/ 2147483647 w 1936"/>
                <a:gd name="T57" fmla="*/ 2147483647 h 1040"/>
                <a:gd name="T58" fmla="*/ 2147483647 w 1936"/>
                <a:gd name="T59" fmla="*/ 2147483647 h 1040"/>
                <a:gd name="T60" fmla="*/ 2147483647 w 1936"/>
                <a:gd name="T61" fmla="*/ 2147483647 h 1040"/>
                <a:gd name="T62" fmla="*/ 2147483647 w 1936"/>
                <a:gd name="T63" fmla="*/ 2147483647 h 1040"/>
                <a:gd name="T64" fmla="*/ 2147483647 w 1936"/>
                <a:gd name="T65" fmla="*/ 2147483647 h 1040"/>
                <a:gd name="T66" fmla="*/ 2147483647 w 1936"/>
                <a:gd name="T67" fmla="*/ 2147483647 h 1040"/>
                <a:gd name="T68" fmla="*/ 2147483647 w 1936"/>
                <a:gd name="T69" fmla="*/ 2147483647 h 1040"/>
                <a:gd name="T70" fmla="*/ 2147483647 w 1936"/>
                <a:gd name="T71" fmla="*/ 2147483647 h 1040"/>
                <a:gd name="T72" fmla="*/ 2147483647 w 1936"/>
                <a:gd name="T73" fmla="*/ 2147483647 h 1040"/>
                <a:gd name="T74" fmla="*/ 2147483647 w 1936"/>
                <a:gd name="T75" fmla="*/ 2147483647 h 1040"/>
                <a:gd name="T76" fmla="*/ 2147483647 w 1936"/>
                <a:gd name="T77" fmla="*/ 2147483647 h 1040"/>
                <a:gd name="T78" fmla="*/ 2147483647 w 1936"/>
                <a:gd name="T79" fmla="*/ 2147483647 h 1040"/>
                <a:gd name="T80" fmla="*/ 2147483647 w 1936"/>
                <a:gd name="T81" fmla="*/ 2147483647 h 1040"/>
                <a:gd name="T82" fmla="*/ 2147483647 w 1936"/>
                <a:gd name="T83" fmla="*/ 2147483647 h 1040"/>
                <a:gd name="T84" fmla="*/ 2147483647 w 1936"/>
                <a:gd name="T85" fmla="*/ 2147483647 h 1040"/>
                <a:gd name="T86" fmla="*/ 2147483647 w 1936"/>
                <a:gd name="T87" fmla="*/ 2147483647 h 1040"/>
                <a:gd name="T88" fmla="*/ 2147483647 w 1936"/>
                <a:gd name="T89" fmla="*/ 2147483647 h 1040"/>
                <a:gd name="T90" fmla="*/ 2147483647 w 1936"/>
                <a:gd name="T91" fmla="*/ 2147483647 h 1040"/>
                <a:gd name="T92" fmla="*/ 2147483647 w 1936"/>
                <a:gd name="T93" fmla="*/ 2147483647 h 1040"/>
                <a:gd name="T94" fmla="*/ 2147483647 w 1936"/>
                <a:gd name="T95" fmla="*/ 2147483647 h 1040"/>
                <a:gd name="T96" fmla="*/ 2147483647 w 1936"/>
                <a:gd name="T97" fmla="*/ 2147483647 h 1040"/>
                <a:gd name="T98" fmla="*/ 2147483647 w 1936"/>
                <a:gd name="T99" fmla="*/ 2147483647 h 1040"/>
                <a:gd name="T100" fmla="*/ 2147483647 w 1936"/>
                <a:gd name="T101" fmla="*/ 2147483647 h 1040"/>
                <a:gd name="T102" fmla="*/ 2147483647 w 1936"/>
                <a:gd name="T103" fmla="*/ 2147483647 h 1040"/>
                <a:gd name="T104" fmla="*/ 2147483647 w 1936"/>
                <a:gd name="T105" fmla="*/ 2147483647 h 1040"/>
                <a:gd name="T106" fmla="*/ 2147483647 w 1936"/>
                <a:gd name="T107" fmla="*/ 2147483647 h 1040"/>
                <a:gd name="T108" fmla="*/ 2147483647 w 1936"/>
                <a:gd name="T109" fmla="*/ 2147483647 h 1040"/>
                <a:gd name="T110" fmla="*/ 2147483647 w 1936"/>
                <a:gd name="T111" fmla="*/ 2147483647 h 1040"/>
                <a:gd name="T112" fmla="*/ 2147483647 w 1936"/>
                <a:gd name="T113" fmla="*/ 2147483647 h 1040"/>
                <a:gd name="T114" fmla="*/ 2147483647 w 1936"/>
                <a:gd name="T115" fmla="*/ 2147483647 h 1040"/>
                <a:gd name="T116" fmla="*/ 2147483647 w 1936"/>
                <a:gd name="T117" fmla="*/ 2147483647 h 1040"/>
                <a:gd name="T118" fmla="*/ 2147483647 w 1936"/>
                <a:gd name="T119" fmla="*/ 2147483647 h 1040"/>
                <a:gd name="T120" fmla="*/ 2147483647 w 1936"/>
                <a:gd name="T121" fmla="*/ 2147483647 h 1040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936"/>
                <a:gd name="T184" fmla="*/ 0 h 1040"/>
                <a:gd name="T185" fmla="*/ 1936 w 1936"/>
                <a:gd name="T186" fmla="*/ 1040 h 1040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936" h="1040">
                  <a:moveTo>
                    <a:pt x="1928" y="504"/>
                  </a:moveTo>
                  <a:lnTo>
                    <a:pt x="1936" y="384"/>
                  </a:lnTo>
                  <a:lnTo>
                    <a:pt x="1920" y="376"/>
                  </a:lnTo>
                  <a:lnTo>
                    <a:pt x="1912" y="376"/>
                  </a:lnTo>
                  <a:lnTo>
                    <a:pt x="1896" y="360"/>
                  </a:lnTo>
                  <a:lnTo>
                    <a:pt x="1880" y="352"/>
                  </a:lnTo>
                  <a:lnTo>
                    <a:pt x="1856" y="352"/>
                  </a:lnTo>
                  <a:lnTo>
                    <a:pt x="1840" y="344"/>
                  </a:lnTo>
                  <a:lnTo>
                    <a:pt x="1824" y="344"/>
                  </a:lnTo>
                  <a:lnTo>
                    <a:pt x="1816" y="344"/>
                  </a:lnTo>
                  <a:lnTo>
                    <a:pt x="1824" y="376"/>
                  </a:lnTo>
                  <a:lnTo>
                    <a:pt x="1808" y="384"/>
                  </a:lnTo>
                  <a:lnTo>
                    <a:pt x="1792" y="376"/>
                  </a:lnTo>
                  <a:lnTo>
                    <a:pt x="1784" y="360"/>
                  </a:lnTo>
                  <a:lnTo>
                    <a:pt x="1784" y="352"/>
                  </a:lnTo>
                  <a:lnTo>
                    <a:pt x="1760" y="352"/>
                  </a:lnTo>
                  <a:lnTo>
                    <a:pt x="1752" y="360"/>
                  </a:lnTo>
                  <a:lnTo>
                    <a:pt x="1728" y="352"/>
                  </a:lnTo>
                  <a:lnTo>
                    <a:pt x="1704" y="352"/>
                  </a:lnTo>
                  <a:lnTo>
                    <a:pt x="1696" y="360"/>
                  </a:lnTo>
                  <a:lnTo>
                    <a:pt x="1680" y="344"/>
                  </a:lnTo>
                  <a:lnTo>
                    <a:pt x="1680" y="320"/>
                  </a:lnTo>
                  <a:lnTo>
                    <a:pt x="1656" y="304"/>
                  </a:lnTo>
                  <a:lnTo>
                    <a:pt x="1616" y="304"/>
                  </a:lnTo>
                  <a:lnTo>
                    <a:pt x="1576" y="304"/>
                  </a:lnTo>
                  <a:lnTo>
                    <a:pt x="1576" y="296"/>
                  </a:lnTo>
                  <a:lnTo>
                    <a:pt x="1568" y="288"/>
                  </a:lnTo>
                  <a:lnTo>
                    <a:pt x="1544" y="272"/>
                  </a:lnTo>
                  <a:lnTo>
                    <a:pt x="1544" y="256"/>
                  </a:lnTo>
                  <a:lnTo>
                    <a:pt x="1448" y="232"/>
                  </a:lnTo>
                  <a:lnTo>
                    <a:pt x="1448" y="240"/>
                  </a:lnTo>
                  <a:lnTo>
                    <a:pt x="1424" y="256"/>
                  </a:lnTo>
                  <a:lnTo>
                    <a:pt x="1432" y="280"/>
                  </a:lnTo>
                  <a:lnTo>
                    <a:pt x="1408" y="288"/>
                  </a:lnTo>
                  <a:lnTo>
                    <a:pt x="1392" y="288"/>
                  </a:lnTo>
                  <a:lnTo>
                    <a:pt x="1368" y="280"/>
                  </a:lnTo>
                  <a:lnTo>
                    <a:pt x="1360" y="288"/>
                  </a:lnTo>
                  <a:lnTo>
                    <a:pt x="1344" y="280"/>
                  </a:lnTo>
                  <a:lnTo>
                    <a:pt x="1328" y="272"/>
                  </a:lnTo>
                  <a:lnTo>
                    <a:pt x="1328" y="296"/>
                  </a:lnTo>
                  <a:lnTo>
                    <a:pt x="1312" y="312"/>
                  </a:lnTo>
                  <a:lnTo>
                    <a:pt x="1296" y="288"/>
                  </a:lnTo>
                  <a:lnTo>
                    <a:pt x="1280" y="264"/>
                  </a:lnTo>
                  <a:lnTo>
                    <a:pt x="1296" y="240"/>
                  </a:lnTo>
                  <a:lnTo>
                    <a:pt x="1296" y="224"/>
                  </a:lnTo>
                  <a:lnTo>
                    <a:pt x="1280" y="208"/>
                  </a:lnTo>
                  <a:lnTo>
                    <a:pt x="1264" y="200"/>
                  </a:lnTo>
                  <a:lnTo>
                    <a:pt x="1248" y="200"/>
                  </a:lnTo>
                  <a:lnTo>
                    <a:pt x="1240" y="192"/>
                  </a:lnTo>
                  <a:lnTo>
                    <a:pt x="1224" y="184"/>
                  </a:lnTo>
                  <a:lnTo>
                    <a:pt x="1216" y="200"/>
                  </a:lnTo>
                  <a:lnTo>
                    <a:pt x="1208" y="216"/>
                  </a:lnTo>
                  <a:lnTo>
                    <a:pt x="1168" y="216"/>
                  </a:lnTo>
                  <a:lnTo>
                    <a:pt x="1152" y="208"/>
                  </a:lnTo>
                  <a:lnTo>
                    <a:pt x="1144" y="192"/>
                  </a:lnTo>
                  <a:lnTo>
                    <a:pt x="1112" y="192"/>
                  </a:lnTo>
                  <a:lnTo>
                    <a:pt x="1088" y="208"/>
                  </a:lnTo>
                  <a:lnTo>
                    <a:pt x="1088" y="192"/>
                  </a:lnTo>
                  <a:lnTo>
                    <a:pt x="1072" y="176"/>
                  </a:lnTo>
                  <a:lnTo>
                    <a:pt x="1056" y="176"/>
                  </a:lnTo>
                  <a:lnTo>
                    <a:pt x="1040" y="192"/>
                  </a:lnTo>
                  <a:lnTo>
                    <a:pt x="1016" y="208"/>
                  </a:lnTo>
                  <a:lnTo>
                    <a:pt x="992" y="224"/>
                  </a:lnTo>
                  <a:lnTo>
                    <a:pt x="1008" y="200"/>
                  </a:lnTo>
                  <a:lnTo>
                    <a:pt x="1024" y="192"/>
                  </a:lnTo>
                  <a:lnTo>
                    <a:pt x="1048" y="152"/>
                  </a:lnTo>
                  <a:lnTo>
                    <a:pt x="1064" y="136"/>
                  </a:lnTo>
                  <a:lnTo>
                    <a:pt x="1080" y="112"/>
                  </a:lnTo>
                  <a:lnTo>
                    <a:pt x="1072" y="72"/>
                  </a:lnTo>
                  <a:lnTo>
                    <a:pt x="1040" y="48"/>
                  </a:lnTo>
                  <a:lnTo>
                    <a:pt x="1016" y="40"/>
                  </a:lnTo>
                  <a:lnTo>
                    <a:pt x="1016" y="32"/>
                  </a:lnTo>
                  <a:lnTo>
                    <a:pt x="1000" y="0"/>
                  </a:lnTo>
                  <a:lnTo>
                    <a:pt x="968" y="0"/>
                  </a:lnTo>
                  <a:lnTo>
                    <a:pt x="936" y="32"/>
                  </a:lnTo>
                  <a:lnTo>
                    <a:pt x="928" y="64"/>
                  </a:lnTo>
                  <a:lnTo>
                    <a:pt x="888" y="88"/>
                  </a:lnTo>
                  <a:lnTo>
                    <a:pt x="864" y="72"/>
                  </a:lnTo>
                  <a:lnTo>
                    <a:pt x="824" y="88"/>
                  </a:lnTo>
                  <a:lnTo>
                    <a:pt x="784" y="112"/>
                  </a:lnTo>
                  <a:lnTo>
                    <a:pt x="760" y="136"/>
                  </a:lnTo>
                  <a:lnTo>
                    <a:pt x="752" y="184"/>
                  </a:lnTo>
                  <a:lnTo>
                    <a:pt x="688" y="200"/>
                  </a:lnTo>
                  <a:lnTo>
                    <a:pt x="680" y="216"/>
                  </a:lnTo>
                  <a:lnTo>
                    <a:pt x="680" y="256"/>
                  </a:lnTo>
                  <a:lnTo>
                    <a:pt x="672" y="248"/>
                  </a:lnTo>
                  <a:lnTo>
                    <a:pt x="648" y="240"/>
                  </a:lnTo>
                  <a:lnTo>
                    <a:pt x="632" y="264"/>
                  </a:lnTo>
                  <a:lnTo>
                    <a:pt x="624" y="256"/>
                  </a:lnTo>
                  <a:lnTo>
                    <a:pt x="624" y="248"/>
                  </a:lnTo>
                  <a:lnTo>
                    <a:pt x="608" y="232"/>
                  </a:lnTo>
                  <a:lnTo>
                    <a:pt x="600" y="232"/>
                  </a:lnTo>
                  <a:lnTo>
                    <a:pt x="592" y="256"/>
                  </a:lnTo>
                  <a:lnTo>
                    <a:pt x="592" y="280"/>
                  </a:lnTo>
                  <a:lnTo>
                    <a:pt x="592" y="312"/>
                  </a:lnTo>
                  <a:lnTo>
                    <a:pt x="584" y="320"/>
                  </a:lnTo>
                  <a:lnTo>
                    <a:pt x="576" y="304"/>
                  </a:lnTo>
                  <a:lnTo>
                    <a:pt x="584" y="272"/>
                  </a:lnTo>
                  <a:lnTo>
                    <a:pt x="576" y="248"/>
                  </a:lnTo>
                  <a:lnTo>
                    <a:pt x="576" y="232"/>
                  </a:lnTo>
                  <a:lnTo>
                    <a:pt x="552" y="224"/>
                  </a:lnTo>
                  <a:lnTo>
                    <a:pt x="528" y="224"/>
                  </a:lnTo>
                  <a:lnTo>
                    <a:pt x="512" y="280"/>
                  </a:lnTo>
                  <a:lnTo>
                    <a:pt x="504" y="288"/>
                  </a:lnTo>
                  <a:lnTo>
                    <a:pt x="496" y="304"/>
                  </a:lnTo>
                  <a:lnTo>
                    <a:pt x="504" y="320"/>
                  </a:lnTo>
                  <a:lnTo>
                    <a:pt x="504" y="344"/>
                  </a:lnTo>
                  <a:lnTo>
                    <a:pt x="504" y="352"/>
                  </a:lnTo>
                  <a:lnTo>
                    <a:pt x="528" y="376"/>
                  </a:lnTo>
                  <a:lnTo>
                    <a:pt x="512" y="400"/>
                  </a:lnTo>
                  <a:lnTo>
                    <a:pt x="488" y="376"/>
                  </a:lnTo>
                  <a:lnTo>
                    <a:pt x="456" y="352"/>
                  </a:lnTo>
                  <a:lnTo>
                    <a:pt x="432" y="352"/>
                  </a:lnTo>
                  <a:lnTo>
                    <a:pt x="416" y="352"/>
                  </a:lnTo>
                  <a:lnTo>
                    <a:pt x="416" y="376"/>
                  </a:lnTo>
                  <a:lnTo>
                    <a:pt x="408" y="384"/>
                  </a:lnTo>
                  <a:lnTo>
                    <a:pt x="392" y="376"/>
                  </a:lnTo>
                  <a:lnTo>
                    <a:pt x="376" y="384"/>
                  </a:lnTo>
                  <a:lnTo>
                    <a:pt x="360" y="392"/>
                  </a:lnTo>
                  <a:lnTo>
                    <a:pt x="344" y="392"/>
                  </a:lnTo>
                  <a:lnTo>
                    <a:pt x="336" y="384"/>
                  </a:lnTo>
                  <a:lnTo>
                    <a:pt x="320" y="392"/>
                  </a:lnTo>
                  <a:lnTo>
                    <a:pt x="296" y="408"/>
                  </a:lnTo>
                  <a:lnTo>
                    <a:pt x="264" y="424"/>
                  </a:lnTo>
                  <a:lnTo>
                    <a:pt x="256" y="424"/>
                  </a:lnTo>
                  <a:lnTo>
                    <a:pt x="248" y="448"/>
                  </a:lnTo>
                  <a:lnTo>
                    <a:pt x="240" y="448"/>
                  </a:lnTo>
                  <a:lnTo>
                    <a:pt x="224" y="432"/>
                  </a:lnTo>
                  <a:lnTo>
                    <a:pt x="232" y="424"/>
                  </a:lnTo>
                  <a:lnTo>
                    <a:pt x="240" y="416"/>
                  </a:lnTo>
                  <a:lnTo>
                    <a:pt x="240" y="400"/>
                  </a:lnTo>
                  <a:lnTo>
                    <a:pt x="224" y="392"/>
                  </a:lnTo>
                  <a:lnTo>
                    <a:pt x="216" y="392"/>
                  </a:lnTo>
                  <a:lnTo>
                    <a:pt x="200" y="392"/>
                  </a:lnTo>
                  <a:lnTo>
                    <a:pt x="208" y="408"/>
                  </a:lnTo>
                  <a:lnTo>
                    <a:pt x="208" y="432"/>
                  </a:lnTo>
                  <a:lnTo>
                    <a:pt x="216" y="448"/>
                  </a:lnTo>
                  <a:lnTo>
                    <a:pt x="208" y="472"/>
                  </a:lnTo>
                  <a:lnTo>
                    <a:pt x="200" y="464"/>
                  </a:lnTo>
                  <a:lnTo>
                    <a:pt x="184" y="464"/>
                  </a:lnTo>
                  <a:lnTo>
                    <a:pt x="176" y="472"/>
                  </a:lnTo>
                  <a:lnTo>
                    <a:pt x="160" y="480"/>
                  </a:lnTo>
                  <a:lnTo>
                    <a:pt x="152" y="488"/>
                  </a:lnTo>
                  <a:lnTo>
                    <a:pt x="168" y="520"/>
                  </a:lnTo>
                  <a:lnTo>
                    <a:pt x="160" y="512"/>
                  </a:lnTo>
                  <a:lnTo>
                    <a:pt x="136" y="512"/>
                  </a:lnTo>
                  <a:lnTo>
                    <a:pt x="120" y="504"/>
                  </a:lnTo>
                  <a:lnTo>
                    <a:pt x="120" y="512"/>
                  </a:lnTo>
                  <a:lnTo>
                    <a:pt x="128" y="528"/>
                  </a:lnTo>
                  <a:lnTo>
                    <a:pt x="136" y="536"/>
                  </a:lnTo>
                  <a:lnTo>
                    <a:pt x="128" y="544"/>
                  </a:lnTo>
                  <a:lnTo>
                    <a:pt x="104" y="528"/>
                  </a:lnTo>
                  <a:lnTo>
                    <a:pt x="96" y="520"/>
                  </a:lnTo>
                  <a:lnTo>
                    <a:pt x="96" y="512"/>
                  </a:lnTo>
                  <a:lnTo>
                    <a:pt x="88" y="488"/>
                  </a:lnTo>
                  <a:lnTo>
                    <a:pt x="96" y="480"/>
                  </a:lnTo>
                  <a:lnTo>
                    <a:pt x="96" y="472"/>
                  </a:lnTo>
                  <a:lnTo>
                    <a:pt x="80" y="464"/>
                  </a:lnTo>
                  <a:lnTo>
                    <a:pt x="64" y="448"/>
                  </a:lnTo>
                  <a:lnTo>
                    <a:pt x="56" y="440"/>
                  </a:lnTo>
                  <a:lnTo>
                    <a:pt x="64" y="440"/>
                  </a:lnTo>
                  <a:lnTo>
                    <a:pt x="72" y="448"/>
                  </a:lnTo>
                  <a:lnTo>
                    <a:pt x="88" y="448"/>
                  </a:lnTo>
                  <a:lnTo>
                    <a:pt x="96" y="464"/>
                  </a:lnTo>
                  <a:lnTo>
                    <a:pt x="128" y="472"/>
                  </a:lnTo>
                  <a:lnTo>
                    <a:pt x="152" y="464"/>
                  </a:lnTo>
                  <a:lnTo>
                    <a:pt x="168" y="456"/>
                  </a:lnTo>
                  <a:lnTo>
                    <a:pt x="176" y="432"/>
                  </a:lnTo>
                  <a:lnTo>
                    <a:pt x="144" y="400"/>
                  </a:lnTo>
                  <a:lnTo>
                    <a:pt x="120" y="384"/>
                  </a:lnTo>
                  <a:lnTo>
                    <a:pt x="104" y="368"/>
                  </a:lnTo>
                  <a:lnTo>
                    <a:pt x="80" y="360"/>
                  </a:lnTo>
                  <a:lnTo>
                    <a:pt x="72" y="360"/>
                  </a:lnTo>
                  <a:lnTo>
                    <a:pt x="72" y="344"/>
                  </a:lnTo>
                  <a:lnTo>
                    <a:pt x="56" y="344"/>
                  </a:lnTo>
                  <a:lnTo>
                    <a:pt x="40" y="344"/>
                  </a:lnTo>
                  <a:lnTo>
                    <a:pt x="32" y="352"/>
                  </a:lnTo>
                  <a:lnTo>
                    <a:pt x="16" y="368"/>
                  </a:lnTo>
                  <a:lnTo>
                    <a:pt x="16" y="376"/>
                  </a:lnTo>
                  <a:lnTo>
                    <a:pt x="16" y="384"/>
                  </a:lnTo>
                  <a:lnTo>
                    <a:pt x="8" y="392"/>
                  </a:lnTo>
                  <a:lnTo>
                    <a:pt x="16" y="400"/>
                  </a:lnTo>
                  <a:lnTo>
                    <a:pt x="24" y="408"/>
                  </a:lnTo>
                  <a:lnTo>
                    <a:pt x="32" y="424"/>
                  </a:lnTo>
                  <a:lnTo>
                    <a:pt x="16" y="448"/>
                  </a:lnTo>
                  <a:lnTo>
                    <a:pt x="32" y="488"/>
                  </a:lnTo>
                  <a:lnTo>
                    <a:pt x="24" y="496"/>
                  </a:lnTo>
                  <a:lnTo>
                    <a:pt x="32" y="504"/>
                  </a:lnTo>
                  <a:lnTo>
                    <a:pt x="24" y="504"/>
                  </a:lnTo>
                  <a:lnTo>
                    <a:pt x="32" y="512"/>
                  </a:lnTo>
                  <a:lnTo>
                    <a:pt x="32" y="520"/>
                  </a:lnTo>
                  <a:lnTo>
                    <a:pt x="40" y="528"/>
                  </a:lnTo>
                  <a:lnTo>
                    <a:pt x="32" y="544"/>
                  </a:lnTo>
                  <a:lnTo>
                    <a:pt x="40" y="560"/>
                  </a:lnTo>
                  <a:lnTo>
                    <a:pt x="48" y="560"/>
                  </a:lnTo>
                  <a:lnTo>
                    <a:pt x="48" y="568"/>
                  </a:lnTo>
                  <a:lnTo>
                    <a:pt x="0" y="624"/>
                  </a:lnTo>
                  <a:lnTo>
                    <a:pt x="8" y="624"/>
                  </a:lnTo>
                  <a:lnTo>
                    <a:pt x="16" y="632"/>
                  </a:lnTo>
                  <a:lnTo>
                    <a:pt x="16" y="648"/>
                  </a:lnTo>
                  <a:lnTo>
                    <a:pt x="8" y="648"/>
                  </a:lnTo>
                  <a:lnTo>
                    <a:pt x="8" y="656"/>
                  </a:lnTo>
                  <a:lnTo>
                    <a:pt x="8" y="672"/>
                  </a:lnTo>
                  <a:lnTo>
                    <a:pt x="8" y="680"/>
                  </a:lnTo>
                  <a:lnTo>
                    <a:pt x="0" y="712"/>
                  </a:lnTo>
                  <a:lnTo>
                    <a:pt x="8" y="728"/>
                  </a:lnTo>
                  <a:lnTo>
                    <a:pt x="24" y="736"/>
                  </a:lnTo>
                  <a:lnTo>
                    <a:pt x="40" y="744"/>
                  </a:lnTo>
                  <a:lnTo>
                    <a:pt x="56" y="776"/>
                  </a:lnTo>
                  <a:lnTo>
                    <a:pt x="64" y="784"/>
                  </a:lnTo>
                  <a:lnTo>
                    <a:pt x="64" y="792"/>
                  </a:lnTo>
                  <a:lnTo>
                    <a:pt x="48" y="800"/>
                  </a:lnTo>
                  <a:lnTo>
                    <a:pt x="56" y="816"/>
                  </a:lnTo>
                  <a:lnTo>
                    <a:pt x="64" y="816"/>
                  </a:lnTo>
                  <a:lnTo>
                    <a:pt x="72" y="816"/>
                  </a:lnTo>
                  <a:lnTo>
                    <a:pt x="88" y="832"/>
                  </a:lnTo>
                  <a:lnTo>
                    <a:pt x="136" y="856"/>
                  </a:lnTo>
                  <a:lnTo>
                    <a:pt x="144" y="856"/>
                  </a:lnTo>
                  <a:lnTo>
                    <a:pt x="136" y="872"/>
                  </a:lnTo>
                  <a:lnTo>
                    <a:pt x="128" y="880"/>
                  </a:lnTo>
                  <a:lnTo>
                    <a:pt x="120" y="888"/>
                  </a:lnTo>
                  <a:lnTo>
                    <a:pt x="112" y="896"/>
                  </a:lnTo>
                  <a:lnTo>
                    <a:pt x="128" y="896"/>
                  </a:lnTo>
                  <a:lnTo>
                    <a:pt x="120" y="912"/>
                  </a:lnTo>
                  <a:lnTo>
                    <a:pt x="104" y="928"/>
                  </a:lnTo>
                  <a:lnTo>
                    <a:pt x="120" y="944"/>
                  </a:lnTo>
                  <a:lnTo>
                    <a:pt x="144" y="952"/>
                  </a:lnTo>
                  <a:lnTo>
                    <a:pt x="160" y="976"/>
                  </a:lnTo>
                  <a:lnTo>
                    <a:pt x="160" y="984"/>
                  </a:lnTo>
                  <a:lnTo>
                    <a:pt x="168" y="992"/>
                  </a:lnTo>
                  <a:lnTo>
                    <a:pt x="184" y="992"/>
                  </a:lnTo>
                  <a:lnTo>
                    <a:pt x="192" y="1000"/>
                  </a:lnTo>
                  <a:lnTo>
                    <a:pt x="200" y="1016"/>
                  </a:lnTo>
                  <a:lnTo>
                    <a:pt x="200" y="1024"/>
                  </a:lnTo>
                  <a:lnTo>
                    <a:pt x="208" y="1032"/>
                  </a:lnTo>
                  <a:lnTo>
                    <a:pt x="224" y="1032"/>
                  </a:lnTo>
                  <a:lnTo>
                    <a:pt x="240" y="1024"/>
                  </a:lnTo>
                  <a:lnTo>
                    <a:pt x="248" y="1032"/>
                  </a:lnTo>
                  <a:lnTo>
                    <a:pt x="248" y="1040"/>
                  </a:lnTo>
                  <a:lnTo>
                    <a:pt x="256" y="1024"/>
                  </a:lnTo>
                  <a:lnTo>
                    <a:pt x="272" y="1008"/>
                  </a:lnTo>
                  <a:lnTo>
                    <a:pt x="256" y="976"/>
                  </a:lnTo>
                  <a:lnTo>
                    <a:pt x="224" y="936"/>
                  </a:lnTo>
                  <a:lnTo>
                    <a:pt x="240" y="912"/>
                  </a:lnTo>
                  <a:lnTo>
                    <a:pt x="256" y="904"/>
                  </a:lnTo>
                  <a:lnTo>
                    <a:pt x="256" y="896"/>
                  </a:lnTo>
                  <a:lnTo>
                    <a:pt x="256" y="904"/>
                  </a:lnTo>
                  <a:lnTo>
                    <a:pt x="256" y="896"/>
                  </a:lnTo>
                  <a:lnTo>
                    <a:pt x="240" y="888"/>
                  </a:lnTo>
                  <a:lnTo>
                    <a:pt x="256" y="856"/>
                  </a:lnTo>
                  <a:lnTo>
                    <a:pt x="296" y="840"/>
                  </a:lnTo>
                  <a:lnTo>
                    <a:pt x="328" y="832"/>
                  </a:lnTo>
                  <a:lnTo>
                    <a:pt x="352" y="848"/>
                  </a:lnTo>
                  <a:lnTo>
                    <a:pt x="376" y="840"/>
                  </a:lnTo>
                  <a:lnTo>
                    <a:pt x="400" y="848"/>
                  </a:lnTo>
                  <a:lnTo>
                    <a:pt x="432" y="840"/>
                  </a:lnTo>
                  <a:lnTo>
                    <a:pt x="424" y="816"/>
                  </a:lnTo>
                  <a:lnTo>
                    <a:pt x="440" y="784"/>
                  </a:lnTo>
                  <a:lnTo>
                    <a:pt x="488" y="760"/>
                  </a:lnTo>
                  <a:lnTo>
                    <a:pt x="536" y="752"/>
                  </a:lnTo>
                  <a:lnTo>
                    <a:pt x="568" y="792"/>
                  </a:lnTo>
                  <a:lnTo>
                    <a:pt x="608" y="776"/>
                  </a:lnTo>
                  <a:lnTo>
                    <a:pt x="624" y="776"/>
                  </a:lnTo>
                  <a:lnTo>
                    <a:pt x="640" y="808"/>
                  </a:lnTo>
                  <a:lnTo>
                    <a:pt x="656" y="848"/>
                  </a:lnTo>
                  <a:lnTo>
                    <a:pt x="696" y="848"/>
                  </a:lnTo>
                  <a:lnTo>
                    <a:pt x="728" y="864"/>
                  </a:lnTo>
                  <a:lnTo>
                    <a:pt x="760" y="864"/>
                  </a:lnTo>
                  <a:lnTo>
                    <a:pt x="760" y="888"/>
                  </a:lnTo>
                  <a:lnTo>
                    <a:pt x="768" y="888"/>
                  </a:lnTo>
                  <a:lnTo>
                    <a:pt x="776" y="872"/>
                  </a:lnTo>
                  <a:lnTo>
                    <a:pt x="808" y="856"/>
                  </a:lnTo>
                  <a:lnTo>
                    <a:pt x="848" y="848"/>
                  </a:lnTo>
                  <a:lnTo>
                    <a:pt x="880" y="864"/>
                  </a:lnTo>
                  <a:lnTo>
                    <a:pt x="896" y="840"/>
                  </a:lnTo>
                  <a:lnTo>
                    <a:pt x="912" y="824"/>
                  </a:lnTo>
                  <a:lnTo>
                    <a:pt x="960" y="840"/>
                  </a:lnTo>
                  <a:lnTo>
                    <a:pt x="976" y="856"/>
                  </a:lnTo>
                  <a:lnTo>
                    <a:pt x="1016" y="856"/>
                  </a:lnTo>
                  <a:lnTo>
                    <a:pt x="1040" y="880"/>
                  </a:lnTo>
                  <a:lnTo>
                    <a:pt x="1104" y="864"/>
                  </a:lnTo>
                  <a:lnTo>
                    <a:pt x="1128" y="872"/>
                  </a:lnTo>
                  <a:lnTo>
                    <a:pt x="1136" y="864"/>
                  </a:lnTo>
                  <a:lnTo>
                    <a:pt x="1160" y="864"/>
                  </a:lnTo>
                  <a:lnTo>
                    <a:pt x="1184" y="816"/>
                  </a:lnTo>
                  <a:lnTo>
                    <a:pt x="1192" y="800"/>
                  </a:lnTo>
                  <a:lnTo>
                    <a:pt x="1232" y="800"/>
                  </a:lnTo>
                  <a:lnTo>
                    <a:pt x="1272" y="872"/>
                  </a:lnTo>
                  <a:lnTo>
                    <a:pt x="1304" y="880"/>
                  </a:lnTo>
                  <a:lnTo>
                    <a:pt x="1312" y="896"/>
                  </a:lnTo>
                  <a:lnTo>
                    <a:pt x="1360" y="888"/>
                  </a:lnTo>
                  <a:lnTo>
                    <a:pt x="1336" y="952"/>
                  </a:lnTo>
                  <a:lnTo>
                    <a:pt x="1320" y="952"/>
                  </a:lnTo>
                  <a:lnTo>
                    <a:pt x="1304" y="1000"/>
                  </a:lnTo>
                  <a:lnTo>
                    <a:pt x="1312" y="1000"/>
                  </a:lnTo>
                  <a:lnTo>
                    <a:pt x="1320" y="1000"/>
                  </a:lnTo>
                  <a:lnTo>
                    <a:pt x="1328" y="992"/>
                  </a:lnTo>
                  <a:lnTo>
                    <a:pt x="1344" y="1000"/>
                  </a:lnTo>
                  <a:lnTo>
                    <a:pt x="1368" y="976"/>
                  </a:lnTo>
                  <a:lnTo>
                    <a:pt x="1384" y="960"/>
                  </a:lnTo>
                  <a:lnTo>
                    <a:pt x="1416" y="920"/>
                  </a:lnTo>
                  <a:lnTo>
                    <a:pt x="1432" y="888"/>
                  </a:lnTo>
                  <a:lnTo>
                    <a:pt x="1432" y="856"/>
                  </a:lnTo>
                  <a:lnTo>
                    <a:pt x="1440" y="808"/>
                  </a:lnTo>
                  <a:lnTo>
                    <a:pt x="1440" y="792"/>
                  </a:lnTo>
                  <a:lnTo>
                    <a:pt x="1424" y="776"/>
                  </a:lnTo>
                  <a:lnTo>
                    <a:pt x="1400" y="792"/>
                  </a:lnTo>
                  <a:lnTo>
                    <a:pt x="1384" y="784"/>
                  </a:lnTo>
                  <a:lnTo>
                    <a:pt x="1376" y="768"/>
                  </a:lnTo>
                  <a:lnTo>
                    <a:pt x="1368" y="768"/>
                  </a:lnTo>
                  <a:lnTo>
                    <a:pt x="1376" y="760"/>
                  </a:lnTo>
                  <a:lnTo>
                    <a:pt x="1400" y="736"/>
                  </a:lnTo>
                  <a:lnTo>
                    <a:pt x="1416" y="720"/>
                  </a:lnTo>
                  <a:lnTo>
                    <a:pt x="1416" y="712"/>
                  </a:lnTo>
                  <a:lnTo>
                    <a:pt x="1472" y="656"/>
                  </a:lnTo>
                  <a:lnTo>
                    <a:pt x="1488" y="656"/>
                  </a:lnTo>
                  <a:lnTo>
                    <a:pt x="1528" y="656"/>
                  </a:lnTo>
                  <a:lnTo>
                    <a:pt x="1544" y="648"/>
                  </a:lnTo>
                  <a:lnTo>
                    <a:pt x="1568" y="656"/>
                  </a:lnTo>
                  <a:lnTo>
                    <a:pt x="1568" y="672"/>
                  </a:lnTo>
                  <a:lnTo>
                    <a:pt x="1608" y="664"/>
                  </a:lnTo>
                  <a:lnTo>
                    <a:pt x="1616" y="664"/>
                  </a:lnTo>
                  <a:lnTo>
                    <a:pt x="1608" y="656"/>
                  </a:lnTo>
                  <a:lnTo>
                    <a:pt x="1616" y="632"/>
                  </a:lnTo>
                  <a:lnTo>
                    <a:pt x="1624" y="608"/>
                  </a:lnTo>
                  <a:lnTo>
                    <a:pt x="1648" y="592"/>
                  </a:lnTo>
                  <a:lnTo>
                    <a:pt x="1680" y="600"/>
                  </a:lnTo>
                  <a:lnTo>
                    <a:pt x="1688" y="616"/>
                  </a:lnTo>
                  <a:lnTo>
                    <a:pt x="1704" y="600"/>
                  </a:lnTo>
                  <a:lnTo>
                    <a:pt x="1736" y="576"/>
                  </a:lnTo>
                  <a:lnTo>
                    <a:pt x="1736" y="608"/>
                  </a:lnTo>
                  <a:lnTo>
                    <a:pt x="1712" y="632"/>
                  </a:lnTo>
                  <a:lnTo>
                    <a:pt x="1696" y="640"/>
                  </a:lnTo>
                  <a:lnTo>
                    <a:pt x="1680" y="664"/>
                  </a:lnTo>
                  <a:lnTo>
                    <a:pt x="1664" y="680"/>
                  </a:lnTo>
                  <a:lnTo>
                    <a:pt x="1648" y="696"/>
                  </a:lnTo>
                  <a:lnTo>
                    <a:pt x="1640" y="696"/>
                  </a:lnTo>
                  <a:lnTo>
                    <a:pt x="1624" y="744"/>
                  </a:lnTo>
                  <a:lnTo>
                    <a:pt x="1640" y="840"/>
                  </a:lnTo>
                  <a:lnTo>
                    <a:pt x="1664" y="808"/>
                  </a:lnTo>
                  <a:lnTo>
                    <a:pt x="1672" y="800"/>
                  </a:lnTo>
                  <a:lnTo>
                    <a:pt x="1680" y="784"/>
                  </a:lnTo>
                  <a:lnTo>
                    <a:pt x="1688" y="768"/>
                  </a:lnTo>
                  <a:lnTo>
                    <a:pt x="1704" y="760"/>
                  </a:lnTo>
                  <a:lnTo>
                    <a:pt x="1704" y="744"/>
                  </a:lnTo>
                  <a:lnTo>
                    <a:pt x="1712" y="736"/>
                  </a:lnTo>
                  <a:lnTo>
                    <a:pt x="1720" y="704"/>
                  </a:lnTo>
                  <a:lnTo>
                    <a:pt x="1720" y="696"/>
                  </a:lnTo>
                  <a:lnTo>
                    <a:pt x="1704" y="696"/>
                  </a:lnTo>
                  <a:lnTo>
                    <a:pt x="1720" y="656"/>
                  </a:lnTo>
                  <a:lnTo>
                    <a:pt x="1728" y="648"/>
                  </a:lnTo>
                  <a:lnTo>
                    <a:pt x="1744" y="640"/>
                  </a:lnTo>
                  <a:lnTo>
                    <a:pt x="1752" y="640"/>
                  </a:lnTo>
                  <a:lnTo>
                    <a:pt x="1760" y="648"/>
                  </a:lnTo>
                  <a:lnTo>
                    <a:pt x="1784" y="624"/>
                  </a:lnTo>
                  <a:lnTo>
                    <a:pt x="1808" y="648"/>
                  </a:lnTo>
                  <a:lnTo>
                    <a:pt x="1816" y="624"/>
                  </a:lnTo>
                  <a:lnTo>
                    <a:pt x="1832" y="624"/>
                  </a:lnTo>
                  <a:lnTo>
                    <a:pt x="1856" y="592"/>
                  </a:lnTo>
                  <a:lnTo>
                    <a:pt x="1888" y="576"/>
                  </a:lnTo>
                  <a:lnTo>
                    <a:pt x="1904" y="576"/>
                  </a:lnTo>
                  <a:lnTo>
                    <a:pt x="1920" y="584"/>
                  </a:lnTo>
                  <a:lnTo>
                    <a:pt x="1920" y="576"/>
                  </a:lnTo>
                  <a:lnTo>
                    <a:pt x="1920" y="560"/>
                  </a:lnTo>
                  <a:lnTo>
                    <a:pt x="1912" y="536"/>
                  </a:lnTo>
                  <a:lnTo>
                    <a:pt x="1896" y="520"/>
                  </a:lnTo>
                  <a:lnTo>
                    <a:pt x="1912" y="512"/>
                  </a:lnTo>
                  <a:lnTo>
                    <a:pt x="1928" y="50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148" name="Freeform 689"/>
            <p:cNvSpPr/>
            <p:nvPr/>
          </p:nvSpPr>
          <p:spPr bwMode="auto">
            <a:xfrm>
              <a:off x="5331407" y="2896229"/>
              <a:ext cx="53734" cy="10966"/>
            </a:xfrm>
            <a:custGeom>
              <a:avLst/>
              <a:gdLst>
                <a:gd name="T0" fmla="*/ 2147483647 w 40"/>
                <a:gd name="T1" fmla="*/ 2147483647 h 8"/>
                <a:gd name="T2" fmla="*/ 2147483647 w 40"/>
                <a:gd name="T3" fmla="*/ 2147483647 h 8"/>
                <a:gd name="T4" fmla="*/ 2147483647 w 40"/>
                <a:gd name="T5" fmla="*/ 0 h 8"/>
                <a:gd name="T6" fmla="*/ 0 w 40"/>
                <a:gd name="T7" fmla="*/ 2147483647 h 8"/>
                <a:gd name="T8" fmla="*/ 2147483647 w 40"/>
                <a:gd name="T9" fmla="*/ 2147483647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8"/>
                <a:gd name="T17" fmla="*/ 40 w 40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8">
                  <a:moveTo>
                    <a:pt x="8" y="8"/>
                  </a:moveTo>
                  <a:lnTo>
                    <a:pt x="24" y="8"/>
                  </a:lnTo>
                  <a:lnTo>
                    <a:pt x="40" y="0"/>
                  </a:lnTo>
                  <a:lnTo>
                    <a:pt x="0" y="8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690"/>
            <p:cNvSpPr/>
            <p:nvPr/>
          </p:nvSpPr>
          <p:spPr bwMode="auto">
            <a:xfrm>
              <a:off x="5256837" y="2445520"/>
              <a:ext cx="697448" cy="493477"/>
            </a:xfrm>
            <a:custGeom>
              <a:avLst/>
              <a:gdLst>
                <a:gd name="T0" fmla="*/ 2147483647 w 520"/>
                <a:gd name="T1" fmla="*/ 2147483647 h 368"/>
                <a:gd name="T2" fmla="*/ 2147483647 w 520"/>
                <a:gd name="T3" fmla="*/ 2147483647 h 368"/>
                <a:gd name="T4" fmla="*/ 2147483647 w 520"/>
                <a:gd name="T5" fmla="*/ 2147483647 h 368"/>
                <a:gd name="T6" fmla="*/ 2147483647 w 520"/>
                <a:gd name="T7" fmla="*/ 2147483647 h 368"/>
                <a:gd name="T8" fmla="*/ 2147483647 w 520"/>
                <a:gd name="T9" fmla="*/ 2147483647 h 368"/>
                <a:gd name="T10" fmla="*/ 2147483647 w 520"/>
                <a:gd name="T11" fmla="*/ 2147483647 h 368"/>
                <a:gd name="T12" fmla="*/ 2147483647 w 520"/>
                <a:gd name="T13" fmla="*/ 2147483647 h 368"/>
                <a:gd name="T14" fmla="*/ 2147483647 w 520"/>
                <a:gd name="T15" fmla="*/ 2147483647 h 368"/>
                <a:gd name="T16" fmla="*/ 2147483647 w 520"/>
                <a:gd name="T17" fmla="*/ 2147483647 h 368"/>
                <a:gd name="T18" fmla="*/ 2147483647 w 520"/>
                <a:gd name="T19" fmla="*/ 2147483647 h 368"/>
                <a:gd name="T20" fmla="*/ 2147483647 w 520"/>
                <a:gd name="T21" fmla="*/ 2147483647 h 368"/>
                <a:gd name="T22" fmla="*/ 2147483647 w 520"/>
                <a:gd name="T23" fmla="*/ 2147483647 h 368"/>
                <a:gd name="T24" fmla="*/ 2147483647 w 520"/>
                <a:gd name="T25" fmla="*/ 2147483647 h 368"/>
                <a:gd name="T26" fmla="*/ 2147483647 w 520"/>
                <a:gd name="T27" fmla="*/ 2147483647 h 368"/>
                <a:gd name="T28" fmla="*/ 2147483647 w 520"/>
                <a:gd name="T29" fmla="*/ 2147483647 h 368"/>
                <a:gd name="T30" fmla="*/ 0 w 520"/>
                <a:gd name="T31" fmla="*/ 2147483647 h 368"/>
                <a:gd name="T32" fmla="*/ 2147483647 w 520"/>
                <a:gd name="T33" fmla="*/ 2147483647 h 368"/>
                <a:gd name="T34" fmla="*/ 2147483647 w 520"/>
                <a:gd name="T35" fmla="*/ 2147483647 h 368"/>
                <a:gd name="T36" fmla="*/ 2147483647 w 520"/>
                <a:gd name="T37" fmla="*/ 2147483647 h 368"/>
                <a:gd name="T38" fmla="*/ 2147483647 w 520"/>
                <a:gd name="T39" fmla="*/ 2147483647 h 368"/>
                <a:gd name="T40" fmla="*/ 2147483647 w 520"/>
                <a:gd name="T41" fmla="*/ 2147483647 h 368"/>
                <a:gd name="T42" fmla="*/ 2147483647 w 520"/>
                <a:gd name="T43" fmla="*/ 2147483647 h 368"/>
                <a:gd name="T44" fmla="*/ 2147483647 w 520"/>
                <a:gd name="T45" fmla="*/ 2147483647 h 368"/>
                <a:gd name="T46" fmla="*/ 2147483647 w 520"/>
                <a:gd name="T47" fmla="*/ 2147483647 h 368"/>
                <a:gd name="T48" fmla="*/ 2147483647 w 520"/>
                <a:gd name="T49" fmla="*/ 2147483647 h 368"/>
                <a:gd name="T50" fmla="*/ 2147483647 w 520"/>
                <a:gd name="T51" fmla="*/ 2147483647 h 368"/>
                <a:gd name="T52" fmla="*/ 2147483647 w 520"/>
                <a:gd name="T53" fmla="*/ 2147483647 h 368"/>
                <a:gd name="T54" fmla="*/ 2147483647 w 520"/>
                <a:gd name="T55" fmla="*/ 2147483647 h 368"/>
                <a:gd name="T56" fmla="*/ 2147483647 w 520"/>
                <a:gd name="T57" fmla="*/ 2147483647 h 368"/>
                <a:gd name="T58" fmla="*/ 2147483647 w 520"/>
                <a:gd name="T59" fmla="*/ 2147483647 h 368"/>
                <a:gd name="T60" fmla="*/ 2147483647 w 520"/>
                <a:gd name="T61" fmla="*/ 2147483647 h 368"/>
                <a:gd name="T62" fmla="*/ 2147483647 w 520"/>
                <a:gd name="T63" fmla="*/ 2147483647 h 368"/>
                <a:gd name="T64" fmla="*/ 2147483647 w 520"/>
                <a:gd name="T65" fmla="*/ 2147483647 h 368"/>
                <a:gd name="T66" fmla="*/ 2147483647 w 520"/>
                <a:gd name="T67" fmla="*/ 2147483647 h 368"/>
                <a:gd name="T68" fmla="*/ 2147483647 w 520"/>
                <a:gd name="T69" fmla="*/ 2147483647 h 36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520"/>
                <a:gd name="T106" fmla="*/ 0 h 368"/>
                <a:gd name="T107" fmla="*/ 520 w 520"/>
                <a:gd name="T108" fmla="*/ 368 h 36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520" h="368">
                  <a:moveTo>
                    <a:pt x="360" y="320"/>
                  </a:moveTo>
                  <a:lnTo>
                    <a:pt x="352" y="312"/>
                  </a:lnTo>
                  <a:lnTo>
                    <a:pt x="352" y="296"/>
                  </a:lnTo>
                  <a:lnTo>
                    <a:pt x="384" y="288"/>
                  </a:lnTo>
                  <a:lnTo>
                    <a:pt x="408" y="272"/>
                  </a:lnTo>
                  <a:lnTo>
                    <a:pt x="424" y="256"/>
                  </a:lnTo>
                  <a:lnTo>
                    <a:pt x="432" y="208"/>
                  </a:lnTo>
                  <a:lnTo>
                    <a:pt x="456" y="200"/>
                  </a:lnTo>
                  <a:lnTo>
                    <a:pt x="464" y="160"/>
                  </a:lnTo>
                  <a:lnTo>
                    <a:pt x="496" y="168"/>
                  </a:lnTo>
                  <a:lnTo>
                    <a:pt x="504" y="144"/>
                  </a:lnTo>
                  <a:lnTo>
                    <a:pt x="520" y="136"/>
                  </a:lnTo>
                  <a:lnTo>
                    <a:pt x="520" y="120"/>
                  </a:lnTo>
                  <a:lnTo>
                    <a:pt x="488" y="112"/>
                  </a:lnTo>
                  <a:lnTo>
                    <a:pt x="456" y="96"/>
                  </a:lnTo>
                  <a:lnTo>
                    <a:pt x="416" y="96"/>
                  </a:lnTo>
                  <a:lnTo>
                    <a:pt x="400" y="56"/>
                  </a:lnTo>
                  <a:lnTo>
                    <a:pt x="384" y="24"/>
                  </a:lnTo>
                  <a:lnTo>
                    <a:pt x="368" y="24"/>
                  </a:lnTo>
                  <a:lnTo>
                    <a:pt x="328" y="40"/>
                  </a:lnTo>
                  <a:lnTo>
                    <a:pt x="296" y="0"/>
                  </a:lnTo>
                  <a:lnTo>
                    <a:pt x="248" y="16"/>
                  </a:lnTo>
                  <a:lnTo>
                    <a:pt x="200" y="32"/>
                  </a:lnTo>
                  <a:lnTo>
                    <a:pt x="184" y="64"/>
                  </a:lnTo>
                  <a:lnTo>
                    <a:pt x="192" y="96"/>
                  </a:lnTo>
                  <a:lnTo>
                    <a:pt x="160" y="96"/>
                  </a:lnTo>
                  <a:lnTo>
                    <a:pt x="136" y="96"/>
                  </a:lnTo>
                  <a:lnTo>
                    <a:pt x="112" y="96"/>
                  </a:lnTo>
                  <a:lnTo>
                    <a:pt x="88" y="80"/>
                  </a:lnTo>
                  <a:lnTo>
                    <a:pt x="56" y="88"/>
                  </a:lnTo>
                  <a:lnTo>
                    <a:pt x="16" y="104"/>
                  </a:lnTo>
                  <a:lnTo>
                    <a:pt x="0" y="136"/>
                  </a:lnTo>
                  <a:lnTo>
                    <a:pt x="16" y="152"/>
                  </a:lnTo>
                  <a:lnTo>
                    <a:pt x="24" y="168"/>
                  </a:lnTo>
                  <a:lnTo>
                    <a:pt x="56" y="168"/>
                  </a:lnTo>
                  <a:lnTo>
                    <a:pt x="80" y="168"/>
                  </a:lnTo>
                  <a:lnTo>
                    <a:pt x="104" y="200"/>
                  </a:lnTo>
                  <a:lnTo>
                    <a:pt x="80" y="200"/>
                  </a:lnTo>
                  <a:lnTo>
                    <a:pt x="64" y="200"/>
                  </a:lnTo>
                  <a:lnTo>
                    <a:pt x="56" y="208"/>
                  </a:lnTo>
                  <a:lnTo>
                    <a:pt x="64" y="240"/>
                  </a:lnTo>
                  <a:lnTo>
                    <a:pt x="80" y="256"/>
                  </a:lnTo>
                  <a:lnTo>
                    <a:pt x="80" y="288"/>
                  </a:lnTo>
                  <a:lnTo>
                    <a:pt x="96" y="304"/>
                  </a:lnTo>
                  <a:lnTo>
                    <a:pt x="96" y="336"/>
                  </a:lnTo>
                  <a:lnTo>
                    <a:pt x="96" y="328"/>
                  </a:lnTo>
                  <a:lnTo>
                    <a:pt x="120" y="320"/>
                  </a:lnTo>
                  <a:lnTo>
                    <a:pt x="136" y="320"/>
                  </a:lnTo>
                  <a:lnTo>
                    <a:pt x="152" y="328"/>
                  </a:lnTo>
                  <a:lnTo>
                    <a:pt x="168" y="344"/>
                  </a:lnTo>
                  <a:lnTo>
                    <a:pt x="184" y="344"/>
                  </a:lnTo>
                  <a:lnTo>
                    <a:pt x="184" y="360"/>
                  </a:lnTo>
                  <a:lnTo>
                    <a:pt x="192" y="360"/>
                  </a:lnTo>
                  <a:lnTo>
                    <a:pt x="208" y="368"/>
                  </a:lnTo>
                  <a:lnTo>
                    <a:pt x="216" y="360"/>
                  </a:lnTo>
                  <a:lnTo>
                    <a:pt x="232" y="352"/>
                  </a:lnTo>
                  <a:lnTo>
                    <a:pt x="240" y="328"/>
                  </a:lnTo>
                  <a:lnTo>
                    <a:pt x="256" y="336"/>
                  </a:lnTo>
                  <a:lnTo>
                    <a:pt x="264" y="336"/>
                  </a:lnTo>
                  <a:lnTo>
                    <a:pt x="272" y="344"/>
                  </a:lnTo>
                  <a:lnTo>
                    <a:pt x="288" y="336"/>
                  </a:lnTo>
                  <a:lnTo>
                    <a:pt x="296" y="328"/>
                  </a:lnTo>
                  <a:lnTo>
                    <a:pt x="312" y="320"/>
                  </a:lnTo>
                  <a:lnTo>
                    <a:pt x="320" y="336"/>
                  </a:lnTo>
                  <a:lnTo>
                    <a:pt x="328" y="336"/>
                  </a:lnTo>
                  <a:lnTo>
                    <a:pt x="344" y="328"/>
                  </a:lnTo>
                  <a:lnTo>
                    <a:pt x="352" y="328"/>
                  </a:lnTo>
                  <a:lnTo>
                    <a:pt x="352" y="336"/>
                  </a:lnTo>
                  <a:lnTo>
                    <a:pt x="360" y="328"/>
                  </a:lnTo>
                  <a:lnTo>
                    <a:pt x="360" y="32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691"/>
            <p:cNvSpPr/>
            <p:nvPr/>
          </p:nvSpPr>
          <p:spPr bwMode="auto">
            <a:xfrm>
              <a:off x="5299605" y="2885263"/>
              <a:ext cx="20836" cy="10966"/>
            </a:xfrm>
            <a:custGeom>
              <a:avLst/>
              <a:gdLst>
                <a:gd name="T0" fmla="*/ 0 w 16"/>
                <a:gd name="T1" fmla="*/ 0 h 8"/>
                <a:gd name="T2" fmla="*/ 0 w 16"/>
                <a:gd name="T3" fmla="*/ 2147483647 h 8"/>
                <a:gd name="T4" fmla="*/ 2147483647 w 16"/>
                <a:gd name="T5" fmla="*/ 2147483647 h 8"/>
                <a:gd name="T6" fmla="*/ 2147483647 w 16"/>
                <a:gd name="T7" fmla="*/ 2147483647 h 8"/>
                <a:gd name="T8" fmla="*/ 0 w 16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"/>
                <a:gd name="T16" fmla="*/ 0 h 8"/>
                <a:gd name="T17" fmla="*/ 16 w 16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" h="8">
                  <a:moveTo>
                    <a:pt x="0" y="0"/>
                  </a:moveTo>
                  <a:lnTo>
                    <a:pt x="0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692"/>
            <p:cNvSpPr/>
            <p:nvPr/>
          </p:nvSpPr>
          <p:spPr bwMode="auto">
            <a:xfrm>
              <a:off x="4741428" y="2627558"/>
              <a:ext cx="10966" cy="1096"/>
            </a:xfrm>
            <a:custGeom>
              <a:avLst/>
              <a:gdLst>
                <a:gd name="T0" fmla="*/ 0 w 8"/>
                <a:gd name="T1" fmla="*/ 0 h 1943"/>
                <a:gd name="T2" fmla="*/ 2147483647 w 8"/>
                <a:gd name="T3" fmla="*/ 0 h 1943"/>
                <a:gd name="T4" fmla="*/ 0 w 8"/>
                <a:gd name="T5" fmla="*/ 0 h 1943"/>
                <a:gd name="T6" fmla="*/ 0 60000 65536"/>
                <a:gd name="T7" fmla="*/ 0 60000 65536"/>
                <a:gd name="T8" fmla="*/ 0 60000 65536"/>
                <a:gd name="T9" fmla="*/ 0 w 8"/>
                <a:gd name="T10" fmla="*/ 0 h 1943"/>
                <a:gd name="T11" fmla="*/ 8 w 8"/>
                <a:gd name="T12" fmla="*/ 1943 h 19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1943">
                  <a:moveTo>
                    <a:pt x="0" y="0"/>
                  </a:move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693"/>
            <p:cNvSpPr/>
            <p:nvPr/>
          </p:nvSpPr>
          <p:spPr bwMode="auto">
            <a:xfrm>
              <a:off x="5299605" y="2885263"/>
              <a:ext cx="20836" cy="10966"/>
            </a:xfrm>
            <a:custGeom>
              <a:avLst/>
              <a:gdLst>
                <a:gd name="T0" fmla="*/ 0 w 16"/>
                <a:gd name="T1" fmla="*/ 0 h 8"/>
                <a:gd name="T2" fmla="*/ 0 w 16"/>
                <a:gd name="T3" fmla="*/ 2147483647 h 8"/>
                <a:gd name="T4" fmla="*/ 2147483647 w 16"/>
                <a:gd name="T5" fmla="*/ 2147483647 h 8"/>
                <a:gd name="T6" fmla="*/ 2147483647 w 16"/>
                <a:gd name="T7" fmla="*/ 2147483647 h 8"/>
                <a:gd name="T8" fmla="*/ 0 w 16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"/>
                <a:gd name="T16" fmla="*/ 0 h 8"/>
                <a:gd name="T17" fmla="*/ 16 w 16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" h="8">
                  <a:moveTo>
                    <a:pt x="0" y="0"/>
                  </a:moveTo>
                  <a:lnTo>
                    <a:pt x="0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3" name="Rectangle 694"/>
            <p:cNvSpPr>
              <a:spLocks noChangeArrowheads="1"/>
            </p:cNvSpPr>
            <p:nvPr/>
          </p:nvSpPr>
          <p:spPr bwMode="auto">
            <a:xfrm>
              <a:off x="4741428" y="2627558"/>
              <a:ext cx="10966" cy="0"/>
            </a:xfrm>
            <a:prstGeom prst="rect">
              <a:avLst/>
            </a:prstGeom>
            <a:grpFill/>
            <a:ln w="6350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</a:pPr>
              <a:endParaRPr lang="en-US">
                <a:solidFill>
                  <a:srgbClr val="4D4D4D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154" name="Freeform 695"/>
            <p:cNvSpPr/>
            <p:nvPr/>
          </p:nvSpPr>
          <p:spPr bwMode="auto">
            <a:xfrm>
              <a:off x="4622993" y="2627558"/>
              <a:ext cx="129401" cy="53734"/>
            </a:xfrm>
            <a:custGeom>
              <a:avLst/>
              <a:gdLst>
                <a:gd name="T0" fmla="*/ 2147483647 w 96"/>
                <a:gd name="T1" fmla="*/ 2147483647 h 40"/>
                <a:gd name="T2" fmla="*/ 2147483647 w 96"/>
                <a:gd name="T3" fmla="*/ 2147483647 h 40"/>
                <a:gd name="T4" fmla="*/ 2147483647 w 96"/>
                <a:gd name="T5" fmla="*/ 2147483647 h 40"/>
                <a:gd name="T6" fmla="*/ 2147483647 w 96"/>
                <a:gd name="T7" fmla="*/ 0 h 40"/>
                <a:gd name="T8" fmla="*/ 2147483647 w 96"/>
                <a:gd name="T9" fmla="*/ 0 h 40"/>
                <a:gd name="T10" fmla="*/ 2147483647 w 96"/>
                <a:gd name="T11" fmla="*/ 0 h 40"/>
                <a:gd name="T12" fmla="*/ 2147483647 w 96"/>
                <a:gd name="T13" fmla="*/ 0 h 40"/>
                <a:gd name="T14" fmla="*/ 2147483647 w 96"/>
                <a:gd name="T15" fmla="*/ 2147483647 h 40"/>
                <a:gd name="T16" fmla="*/ 2147483647 w 96"/>
                <a:gd name="T17" fmla="*/ 2147483647 h 40"/>
                <a:gd name="T18" fmla="*/ 2147483647 w 96"/>
                <a:gd name="T19" fmla="*/ 2147483647 h 40"/>
                <a:gd name="T20" fmla="*/ 2147483647 w 96"/>
                <a:gd name="T21" fmla="*/ 2147483647 h 40"/>
                <a:gd name="T22" fmla="*/ 2147483647 w 96"/>
                <a:gd name="T23" fmla="*/ 2147483647 h 40"/>
                <a:gd name="T24" fmla="*/ 2147483647 w 96"/>
                <a:gd name="T25" fmla="*/ 2147483647 h 40"/>
                <a:gd name="T26" fmla="*/ 2147483647 w 96"/>
                <a:gd name="T27" fmla="*/ 2147483647 h 40"/>
                <a:gd name="T28" fmla="*/ 2147483647 w 96"/>
                <a:gd name="T29" fmla="*/ 2147483647 h 40"/>
                <a:gd name="T30" fmla="*/ 0 w 96"/>
                <a:gd name="T31" fmla="*/ 2147483647 h 40"/>
                <a:gd name="T32" fmla="*/ 2147483647 w 96"/>
                <a:gd name="T33" fmla="*/ 2147483647 h 40"/>
                <a:gd name="T34" fmla="*/ 2147483647 w 96"/>
                <a:gd name="T35" fmla="*/ 2147483647 h 40"/>
                <a:gd name="T36" fmla="*/ 2147483647 w 96"/>
                <a:gd name="T37" fmla="*/ 2147483647 h 40"/>
                <a:gd name="T38" fmla="*/ 2147483647 w 96"/>
                <a:gd name="T39" fmla="*/ 2147483647 h 40"/>
                <a:gd name="T40" fmla="*/ 2147483647 w 96"/>
                <a:gd name="T41" fmla="*/ 2147483647 h 40"/>
                <a:gd name="T42" fmla="*/ 2147483647 w 96"/>
                <a:gd name="T43" fmla="*/ 2147483647 h 40"/>
                <a:gd name="T44" fmla="*/ 2147483647 w 96"/>
                <a:gd name="T45" fmla="*/ 2147483647 h 40"/>
                <a:gd name="T46" fmla="*/ 2147483647 w 96"/>
                <a:gd name="T47" fmla="*/ 2147483647 h 4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96"/>
                <a:gd name="T73" fmla="*/ 0 h 40"/>
                <a:gd name="T74" fmla="*/ 96 w 96"/>
                <a:gd name="T75" fmla="*/ 40 h 40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96" h="40">
                  <a:moveTo>
                    <a:pt x="96" y="24"/>
                  </a:moveTo>
                  <a:lnTo>
                    <a:pt x="96" y="16"/>
                  </a:lnTo>
                  <a:lnTo>
                    <a:pt x="96" y="8"/>
                  </a:lnTo>
                  <a:lnTo>
                    <a:pt x="96" y="0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56" y="0"/>
                  </a:lnTo>
                  <a:lnTo>
                    <a:pt x="56" y="8"/>
                  </a:lnTo>
                  <a:lnTo>
                    <a:pt x="48" y="8"/>
                  </a:lnTo>
                  <a:lnTo>
                    <a:pt x="48" y="16"/>
                  </a:lnTo>
                  <a:lnTo>
                    <a:pt x="48" y="24"/>
                  </a:lnTo>
                  <a:lnTo>
                    <a:pt x="40" y="24"/>
                  </a:lnTo>
                  <a:lnTo>
                    <a:pt x="24" y="24"/>
                  </a:lnTo>
                  <a:lnTo>
                    <a:pt x="16" y="24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8" y="32"/>
                  </a:lnTo>
                  <a:lnTo>
                    <a:pt x="16" y="40"/>
                  </a:lnTo>
                  <a:lnTo>
                    <a:pt x="24" y="40"/>
                  </a:lnTo>
                  <a:lnTo>
                    <a:pt x="40" y="40"/>
                  </a:lnTo>
                  <a:lnTo>
                    <a:pt x="56" y="40"/>
                  </a:lnTo>
                  <a:lnTo>
                    <a:pt x="72" y="40"/>
                  </a:lnTo>
                  <a:lnTo>
                    <a:pt x="88" y="32"/>
                  </a:lnTo>
                  <a:lnTo>
                    <a:pt x="96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Freeform 696"/>
            <p:cNvSpPr/>
            <p:nvPr/>
          </p:nvSpPr>
          <p:spPr bwMode="auto">
            <a:xfrm>
              <a:off x="4386124" y="2562857"/>
              <a:ext cx="216033" cy="225903"/>
            </a:xfrm>
            <a:custGeom>
              <a:avLst/>
              <a:gdLst>
                <a:gd name="T0" fmla="*/ 2147483647 w 161"/>
                <a:gd name="T1" fmla="*/ 2147483647 h 168"/>
                <a:gd name="T2" fmla="*/ 2147483647 w 161"/>
                <a:gd name="T3" fmla="*/ 2147483647 h 168"/>
                <a:gd name="T4" fmla="*/ 2147483647 w 161"/>
                <a:gd name="T5" fmla="*/ 2147483647 h 168"/>
                <a:gd name="T6" fmla="*/ 2147483647 w 161"/>
                <a:gd name="T7" fmla="*/ 2147483647 h 168"/>
                <a:gd name="T8" fmla="*/ 2147483647 w 161"/>
                <a:gd name="T9" fmla="*/ 2147483647 h 168"/>
                <a:gd name="T10" fmla="*/ 2147483647 w 161"/>
                <a:gd name="T11" fmla="*/ 2147483647 h 168"/>
                <a:gd name="T12" fmla="*/ 2147483647 w 161"/>
                <a:gd name="T13" fmla="*/ 2147483647 h 168"/>
                <a:gd name="T14" fmla="*/ 2147483647 w 161"/>
                <a:gd name="T15" fmla="*/ 2147483647 h 168"/>
                <a:gd name="T16" fmla="*/ 2147483647 w 161"/>
                <a:gd name="T17" fmla="*/ 2147483647 h 168"/>
                <a:gd name="T18" fmla="*/ 2147483647 w 161"/>
                <a:gd name="T19" fmla="*/ 2147483647 h 168"/>
                <a:gd name="T20" fmla="*/ 2147483647 w 161"/>
                <a:gd name="T21" fmla="*/ 2147483647 h 168"/>
                <a:gd name="T22" fmla="*/ 2147483647 w 161"/>
                <a:gd name="T23" fmla="*/ 2147483647 h 168"/>
                <a:gd name="T24" fmla="*/ 2147483647 w 161"/>
                <a:gd name="T25" fmla="*/ 2147483647 h 168"/>
                <a:gd name="T26" fmla="*/ 2147483647 w 161"/>
                <a:gd name="T27" fmla="*/ 2147483647 h 168"/>
                <a:gd name="T28" fmla="*/ 2147483647 w 161"/>
                <a:gd name="T29" fmla="*/ 2147483647 h 168"/>
                <a:gd name="T30" fmla="*/ 2147483647 w 161"/>
                <a:gd name="T31" fmla="*/ 2147483647 h 168"/>
                <a:gd name="T32" fmla="*/ 2147483647 w 161"/>
                <a:gd name="T33" fmla="*/ 0 h 168"/>
                <a:gd name="T34" fmla="*/ 2147483647 w 161"/>
                <a:gd name="T35" fmla="*/ 2147483647 h 168"/>
                <a:gd name="T36" fmla="*/ 2147483647 w 161"/>
                <a:gd name="T37" fmla="*/ 2147483647 h 168"/>
                <a:gd name="T38" fmla="*/ 2147483647 w 161"/>
                <a:gd name="T39" fmla="*/ 2147483647 h 168"/>
                <a:gd name="T40" fmla="*/ 2147483647 w 161"/>
                <a:gd name="T41" fmla="*/ 2147483647 h 168"/>
                <a:gd name="T42" fmla="*/ 2147483647 w 161"/>
                <a:gd name="T43" fmla="*/ 2147483647 h 168"/>
                <a:gd name="T44" fmla="*/ 2147483647 w 161"/>
                <a:gd name="T45" fmla="*/ 2147483647 h 168"/>
                <a:gd name="T46" fmla="*/ 2147483647 w 161"/>
                <a:gd name="T47" fmla="*/ 2147483647 h 168"/>
                <a:gd name="T48" fmla="*/ 2147483647 w 161"/>
                <a:gd name="T49" fmla="*/ 2147483647 h 168"/>
                <a:gd name="T50" fmla="*/ 2147483647 w 161"/>
                <a:gd name="T51" fmla="*/ 2147483647 h 168"/>
                <a:gd name="T52" fmla="*/ 2147483647 w 161"/>
                <a:gd name="T53" fmla="*/ 2147483647 h 168"/>
                <a:gd name="T54" fmla="*/ 2147483647 w 161"/>
                <a:gd name="T55" fmla="*/ 2147483647 h 168"/>
                <a:gd name="T56" fmla="*/ 2147483647 w 161"/>
                <a:gd name="T57" fmla="*/ 2147483647 h 168"/>
                <a:gd name="T58" fmla="*/ 0 w 161"/>
                <a:gd name="T59" fmla="*/ 2147483647 h 168"/>
                <a:gd name="T60" fmla="*/ 0 w 161"/>
                <a:gd name="T61" fmla="*/ 2147483647 h 168"/>
                <a:gd name="T62" fmla="*/ 2147483647 w 161"/>
                <a:gd name="T63" fmla="*/ 2147483647 h 168"/>
                <a:gd name="T64" fmla="*/ 2147483647 w 161"/>
                <a:gd name="T65" fmla="*/ 2147483647 h 168"/>
                <a:gd name="T66" fmla="*/ 2147483647 w 161"/>
                <a:gd name="T67" fmla="*/ 2147483647 h 168"/>
                <a:gd name="T68" fmla="*/ 2147483647 w 161"/>
                <a:gd name="T69" fmla="*/ 2147483647 h 168"/>
                <a:gd name="T70" fmla="*/ 2147483647 w 161"/>
                <a:gd name="T71" fmla="*/ 2147483647 h 168"/>
                <a:gd name="T72" fmla="*/ 2147483647 w 161"/>
                <a:gd name="T73" fmla="*/ 2147483647 h 168"/>
                <a:gd name="T74" fmla="*/ 2147483647 w 161"/>
                <a:gd name="T75" fmla="*/ 2147483647 h 168"/>
                <a:gd name="T76" fmla="*/ 2147483647 w 161"/>
                <a:gd name="T77" fmla="*/ 2147483647 h 168"/>
                <a:gd name="T78" fmla="*/ 2147483647 w 161"/>
                <a:gd name="T79" fmla="*/ 2147483647 h 168"/>
                <a:gd name="T80" fmla="*/ 2147483647 w 161"/>
                <a:gd name="T81" fmla="*/ 2147483647 h 168"/>
                <a:gd name="T82" fmla="*/ 2147483647 w 161"/>
                <a:gd name="T83" fmla="*/ 2147483647 h 168"/>
                <a:gd name="T84" fmla="*/ 2147483647 w 161"/>
                <a:gd name="T85" fmla="*/ 2147483647 h 168"/>
                <a:gd name="T86" fmla="*/ 2147483647 w 161"/>
                <a:gd name="T87" fmla="*/ 2147483647 h 168"/>
                <a:gd name="T88" fmla="*/ 2147483647 w 161"/>
                <a:gd name="T89" fmla="*/ 2147483647 h 168"/>
                <a:gd name="T90" fmla="*/ 2147483647 w 161"/>
                <a:gd name="T91" fmla="*/ 2147483647 h 168"/>
                <a:gd name="T92" fmla="*/ 2147483647 w 161"/>
                <a:gd name="T93" fmla="*/ 2147483647 h 168"/>
                <a:gd name="T94" fmla="*/ 2147483647 w 161"/>
                <a:gd name="T95" fmla="*/ 2147483647 h 168"/>
                <a:gd name="T96" fmla="*/ 2147483647 w 161"/>
                <a:gd name="T97" fmla="*/ 2147483647 h 168"/>
                <a:gd name="T98" fmla="*/ 2147483647 w 161"/>
                <a:gd name="T99" fmla="*/ 2147483647 h 168"/>
                <a:gd name="T100" fmla="*/ 2147483647 w 161"/>
                <a:gd name="T101" fmla="*/ 2147483647 h 168"/>
                <a:gd name="T102" fmla="*/ 2147483647 w 161"/>
                <a:gd name="T103" fmla="*/ 2147483647 h 16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61"/>
                <a:gd name="T157" fmla="*/ 0 h 168"/>
                <a:gd name="T158" fmla="*/ 161 w 161"/>
                <a:gd name="T159" fmla="*/ 168 h 168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61" h="168">
                  <a:moveTo>
                    <a:pt x="145" y="120"/>
                  </a:moveTo>
                  <a:lnTo>
                    <a:pt x="153" y="112"/>
                  </a:lnTo>
                  <a:lnTo>
                    <a:pt x="153" y="104"/>
                  </a:lnTo>
                  <a:lnTo>
                    <a:pt x="145" y="96"/>
                  </a:lnTo>
                  <a:lnTo>
                    <a:pt x="137" y="96"/>
                  </a:lnTo>
                  <a:lnTo>
                    <a:pt x="137" y="88"/>
                  </a:lnTo>
                  <a:lnTo>
                    <a:pt x="153" y="72"/>
                  </a:lnTo>
                  <a:lnTo>
                    <a:pt x="153" y="56"/>
                  </a:lnTo>
                  <a:lnTo>
                    <a:pt x="161" y="48"/>
                  </a:lnTo>
                  <a:lnTo>
                    <a:pt x="153" y="40"/>
                  </a:lnTo>
                  <a:lnTo>
                    <a:pt x="145" y="40"/>
                  </a:lnTo>
                  <a:lnTo>
                    <a:pt x="128" y="32"/>
                  </a:lnTo>
                  <a:lnTo>
                    <a:pt x="120" y="24"/>
                  </a:lnTo>
                  <a:lnTo>
                    <a:pt x="112" y="24"/>
                  </a:lnTo>
                  <a:lnTo>
                    <a:pt x="104" y="16"/>
                  </a:lnTo>
                  <a:lnTo>
                    <a:pt x="96" y="8"/>
                  </a:lnTo>
                  <a:lnTo>
                    <a:pt x="96" y="0"/>
                  </a:lnTo>
                  <a:lnTo>
                    <a:pt x="88" y="8"/>
                  </a:lnTo>
                  <a:lnTo>
                    <a:pt x="80" y="24"/>
                  </a:lnTo>
                  <a:lnTo>
                    <a:pt x="72" y="24"/>
                  </a:lnTo>
                  <a:lnTo>
                    <a:pt x="64" y="40"/>
                  </a:lnTo>
                  <a:lnTo>
                    <a:pt x="48" y="40"/>
                  </a:lnTo>
                  <a:lnTo>
                    <a:pt x="48" y="32"/>
                  </a:lnTo>
                  <a:lnTo>
                    <a:pt x="40" y="32"/>
                  </a:lnTo>
                  <a:lnTo>
                    <a:pt x="40" y="40"/>
                  </a:lnTo>
                  <a:lnTo>
                    <a:pt x="40" y="48"/>
                  </a:lnTo>
                  <a:lnTo>
                    <a:pt x="32" y="48"/>
                  </a:lnTo>
                  <a:lnTo>
                    <a:pt x="24" y="48"/>
                  </a:lnTo>
                  <a:lnTo>
                    <a:pt x="16" y="48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16" y="72"/>
                  </a:lnTo>
                  <a:lnTo>
                    <a:pt x="32" y="72"/>
                  </a:lnTo>
                  <a:lnTo>
                    <a:pt x="32" y="80"/>
                  </a:lnTo>
                  <a:lnTo>
                    <a:pt x="40" y="88"/>
                  </a:lnTo>
                  <a:lnTo>
                    <a:pt x="40" y="104"/>
                  </a:lnTo>
                  <a:lnTo>
                    <a:pt x="48" y="104"/>
                  </a:lnTo>
                  <a:lnTo>
                    <a:pt x="48" y="120"/>
                  </a:lnTo>
                  <a:lnTo>
                    <a:pt x="40" y="152"/>
                  </a:lnTo>
                  <a:lnTo>
                    <a:pt x="48" y="160"/>
                  </a:lnTo>
                  <a:lnTo>
                    <a:pt x="56" y="160"/>
                  </a:lnTo>
                  <a:lnTo>
                    <a:pt x="72" y="160"/>
                  </a:lnTo>
                  <a:lnTo>
                    <a:pt x="80" y="160"/>
                  </a:lnTo>
                  <a:lnTo>
                    <a:pt x="88" y="168"/>
                  </a:lnTo>
                  <a:lnTo>
                    <a:pt x="96" y="168"/>
                  </a:lnTo>
                  <a:lnTo>
                    <a:pt x="104" y="152"/>
                  </a:lnTo>
                  <a:lnTo>
                    <a:pt x="112" y="152"/>
                  </a:lnTo>
                  <a:lnTo>
                    <a:pt x="128" y="152"/>
                  </a:lnTo>
                  <a:lnTo>
                    <a:pt x="153" y="136"/>
                  </a:lnTo>
                  <a:lnTo>
                    <a:pt x="161" y="136"/>
                  </a:lnTo>
                  <a:lnTo>
                    <a:pt x="153" y="128"/>
                  </a:lnTo>
                  <a:lnTo>
                    <a:pt x="145" y="12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Freeform 697"/>
            <p:cNvSpPr/>
            <p:nvPr/>
          </p:nvSpPr>
          <p:spPr bwMode="auto">
            <a:xfrm>
              <a:off x="4580225" y="2681292"/>
              <a:ext cx="203971" cy="193004"/>
            </a:xfrm>
            <a:custGeom>
              <a:avLst/>
              <a:gdLst>
                <a:gd name="T0" fmla="*/ 2147483647 w 152"/>
                <a:gd name="T1" fmla="*/ 0 h 144"/>
                <a:gd name="T2" fmla="*/ 2147483647 w 152"/>
                <a:gd name="T3" fmla="*/ 0 h 144"/>
                <a:gd name="T4" fmla="*/ 2147483647 w 152"/>
                <a:gd name="T5" fmla="*/ 0 h 144"/>
                <a:gd name="T6" fmla="*/ 2147483647 w 152"/>
                <a:gd name="T7" fmla="*/ 0 h 144"/>
                <a:gd name="T8" fmla="*/ 2147483647 w 152"/>
                <a:gd name="T9" fmla="*/ 2147483647 h 144"/>
                <a:gd name="T10" fmla="*/ 2147483647 w 152"/>
                <a:gd name="T11" fmla="*/ 2147483647 h 144"/>
                <a:gd name="T12" fmla="*/ 2147483647 w 152"/>
                <a:gd name="T13" fmla="*/ 2147483647 h 144"/>
                <a:gd name="T14" fmla="*/ 2147483647 w 152"/>
                <a:gd name="T15" fmla="*/ 2147483647 h 144"/>
                <a:gd name="T16" fmla="*/ 0 w 152"/>
                <a:gd name="T17" fmla="*/ 2147483647 h 144"/>
                <a:gd name="T18" fmla="*/ 2147483647 w 152"/>
                <a:gd name="T19" fmla="*/ 2147483647 h 144"/>
                <a:gd name="T20" fmla="*/ 2147483647 w 152"/>
                <a:gd name="T21" fmla="*/ 2147483647 h 144"/>
                <a:gd name="T22" fmla="*/ 2147483647 w 152"/>
                <a:gd name="T23" fmla="*/ 2147483647 h 144"/>
                <a:gd name="T24" fmla="*/ 2147483647 w 152"/>
                <a:gd name="T25" fmla="*/ 2147483647 h 144"/>
                <a:gd name="T26" fmla="*/ 2147483647 w 152"/>
                <a:gd name="T27" fmla="*/ 2147483647 h 144"/>
                <a:gd name="T28" fmla="*/ 2147483647 w 152"/>
                <a:gd name="T29" fmla="*/ 2147483647 h 144"/>
                <a:gd name="T30" fmla="*/ 2147483647 w 152"/>
                <a:gd name="T31" fmla="*/ 2147483647 h 144"/>
                <a:gd name="T32" fmla="*/ 2147483647 w 152"/>
                <a:gd name="T33" fmla="*/ 2147483647 h 144"/>
                <a:gd name="T34" fmla="*/ 2147483647 w 152"/>
                <a:gd name="T35" fmla="*/ 2147483647 h 144"/>
                <a:gd name="T36" fmla="*/ 2147483647 w 152"/>
                <a:gd name="T37" fmla="*/ 2147483647 h 144"/>
                <a:gd name="T38" fmla="*/ 2147483647 w 152"/>
                <a:gd name="T39" fmla="*/ 2147483647 h 144"/>
                <a:gd name="T40" fmla="*/ 2147483647 w 152"/>
                <a:gd name="T41" fmla="*/ 2147483647 h 144"/>
                <a:gd name="T42" fmla="*/ 2147483647 w 152"/>
                <a:gd name="T43" fmla="*/ 2147483647 h 144"/>
                <a:gd name="T44" fmla="*/ 2147483647 w 152"/>
                <a:gd name="T45" fmla="*/ 2147483647 h 144"/>
                <a:gd name="T46" fmla="*/ 2147483647 w 152"/>
                <a:gd name="T47" fmla="*/ 2147483647 h 144"/>
                <a:gd name="T48" fmla="*/ 2147483647 w 152"/>
                <a:gd name="T49" fmla="*/ 2147483647 h 144"/>
                <a:gd name="T50" fmla="*/ 2147483647 w 152"/>
                <a:gd name="T51" fmla="*/ 2147483647 h 144"/>
                <a:gd name="T52" fmla="*/ 2147483647 w 152"/>
                <a:gd name="T53" fmla="*/ 2147483647 h 144"/>
                <a:gd name="T54" fmla="*/ 2147483647 w 152"/>
                <a:gd name="T55" fmla="*/ 2147483647 h 144"/>
                <a:gd name="T56" fmla="*/ 2147483647 w 152"/>
                <a:gd name="T57" fmla="*/ 2147483647 h 144"/>
                <a:gd name="T58" fmla="*/ 2147483647 w 152"/>
                <a:gd name="T59" fmla="*/ 2147483647 h 144"/>
                <a:gd name="T60" fmla="*/ 2147483647 w 152"/>
                <a:gd name="T61" fmla="*/ 0 h 14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152"/>
                <a:gd name="T94" fmla="*/ 0 h 144"/>
                <a:gd name="T95" fmla="*/ 152 w 152"/>
                <a:gd name="T96" fmla="*/ 144 h 144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152" h="144">
                  <a:moveTo>
                    <a:pt x="88" y="0"/>
                  </a:moveTo>
                  <a:lnTo>
                    <a:pt x="72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40" y="8"/>
                  </a:lnTo>
                  <a:lnTo>
                    <a:pt x="24" y="8"/>
                  </a:lnTo>
                  <a:lnTo>
                    <a:pt x="8" y="16"/>
                  </a:lnTo>
                  <a:lnTo>
                    <a:pt x="8" y="24"/>
                  </a:lnTo>
                  <a:lnTo>
                    <a:pt x="0" y="32"/>
                  </a:lnTo>
                  <a:lnTo>
                    <a:pt x="8" y="40"/>
                  </a:lnTo>
                  <a:lnTo>
                    <a:pt x="16" y="48"/>
                  </a:lnTo>
                  <a:lnTo>
                    <a:pt x="24" y="40"/>
                  </a:lnTo>
                  <a:lnTo>
                    <a:pt x="40" y="48"/>
                  </a:lnTo>
                  <a:lnTo>
                    <a:pt x="56" y="72"/>
                  </a:lnTo>
                  <a:lnTo>
                    <a:pt x="64" y="88"/>
                  </a:lnTo>
                  <a:lnTo>
                    <a:pt x="96" y="104"/>
                  </a:lnTo>
                  <a:lnTo>
                    <a:pt x="112" y="128"/>
                  </a:lnTo>
                  <a:lnTo>
                    <a:pt x="120" y="144"/>
                  </a:lnTo>
                  <a:lnTo>
                    <a:pt x="128" y="128"/>
                  </a:lnTo>
                  <a:lnTo>
                    <a:pt x="128" y="112"/>
                  </a:lnTo>
                  <a:lnTo>
                    <a:pt x="144" y="120"/>
                  </a:lnTo>
                  <a:lnTo>
                    <a:pt x="152" y="120"/>
                  </a:lnTo>
                  <a:lnTo>
                    <a:pt x="128" y="96"/>
                  </a:lnTo>
                  <a:lnTo>
                    <a:pt x="112" y="88"/>
                  </a:lnTo>
                  <a:lnTo>
                    <a:pt x="104" y="80"/>
                  </a:lnTo>
                  <a:lnTo>
                    <a:pt x="88" y="56"/>
                  </a:lnTo>
                  <a:lnTo>
                    <a:pt x="80" y="40"/>
                  </a:lnTo>
                  <a:lnTo>
                    <a:pt x="80" y="24"/>
                  </a:lnTo>
                  <a:lnTo>
                    <a:pt x="88" y="24"/>
                  </a:lnTo>
                  <a:lnTo>
                    <a:pt x="88" y="16"/>
                  </a:lnTo>
                  <a:lnTo>
                    <a:pt x="88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698"/>
            <p:cNvSpPr/>
            <p:nvPr/>
          </p:nvSpPr>
          <p:spPr bwMode="auto">
            <a:xfrm>
              <a:off x="4557196" y="2455389"/>
              <a:ext cx="162299" cy="203971"/>
            </a:xfrm>
            <a:custGeom>
              <a:avLst/>
              <a:gdLst>
                <a:gd name="T0" fmla="*/ 2147483647 w 121"/>
                <a:gd name="T1" fmla="*/ 2147483647 h 152"/>
                <a:gd name="T2" fmla="*/ 2147483647 w 121"/>
                <a:gd name="T3" fmla="*/ 2147483647 h 152"/>
                <a:gd name="T4" fmla="*/ 2147483647 w 121"/>
                <a:gd name="T5" fmla="*/ 2147483647 h 152"/>
                <a:gd name="T6" fmla="*/ 2147483647 w 121"/>
                <a:gd name="T7" fmla="*/ 2147483647 h 152"/>
                <a:gd name="T8" fmla="*/ 2147483647 w 121"/>
                <a:gd name="T9" fmla="*/ 2147483647 h 152"/>
                <a:gd name="T10" fmla="*/ 2147483647 w 121"/>
                <a:gd name="T11" fmla="*/ 2147483647 h 152"/>
                <a:gd name="T12" fmla="*/ 2147483647 w 121"/>
                <a:gd name="T13" fmla="*/ 2147483647 h 152"/>
                <a:gd name="T14" fmla="*/ 2147483647 w 121"/>
                <a:gd name="T15" fmla="*/ 2147483647 h 152"/>
                <a:gd name="T16" fmla="*/ 0 w 121"/>
                <a:gd name="T17" fmla="*/ 2147483647 h 152"/>
                <a:gd name="T18" fmla="*/ 2147483647 w 121"/>
                <a:gd name="T19" fmla="*/ 2147483647 h 152"/>
                <a:gd name="T20" fmla="*/ 2147483647 w 121"/>
                <a:gd name="T21" fmla="*/ 2147483647 h 152"/>
                <a:gd name="T22" fmla="*/ 2147483647 w 121"/>
                <a:gd name="T23" fmla="*/ 2147483647 h 152"/>
                <a:gd name="T24" fmla="*/ 2147483647 w 121"/>
                <a:gd name="T25" fmla="*/ 2147483647 h 152"/>
                <a:gd name="T26" fmla="*/ 2147483647 w 121"/>
                <a:gd name="T27" fmla="*/ 2147483647 h 152"/>
                <a:gd name="T28" fmla="*/ 2147483647 w 121"/>
                <a:gd name="T29" fmla="*/ 2147483647 h 152"/>
                <a:gd name="T30" fmla="*/ 2147483647 w 121"/>
                <a:gd name="T31" fmla="*/ 2147483647 h 152"/>
                <a:gd name="T32" fmla="*/ 2147483647 w 121"/>
                <a:gd name="T33" fmla="*/ 2147483647 h 152"/>
                <a:gd name="T34" fmla="*/ 2147483647 w 121"/>
                <a:gd name="T35" fmla="*/ 2147483647 h 152"/>
                <a:gd name="T36" fmla="*/ 2147483647 w 121"/>
                <a:gd name="T37" fmla="*/ 2147483647 h 152"/>
                <a:gd name="T38" fmla="*/ 2147483647 w 121"/>
                <a:gd name="T39" fmla="*/ 2147483647 h 152"/>
                <a:gd name="T40" fmla="*/ 2147483647 w 121"/>
                <a:gd name="T41" fmla="*/ 2147483647 h 152"/>
                <a:gd name="T42" fmla="*/ 2147483647 w 121"/>
                <a:gd name="T43" fmla="*/ 2147483647 h 152"/>
                <a:gd name="T44" fmla="*/ 2147483647 w 121"/>
                <a:gd name="T45" fmla="*/ 2147483647 h 152"/>
                <a:gd name="T46" fmla="*/ 2147483647 w 121"/>
                <a:gd name="T47" fmla="*/ 2147483647 h 152"/>
                <a:gd name="T48" fmla="*/ 2147483647 w 121"/>
                <a:gd name="T49" fmla="*/ 2147483647 h 152"/>
                <a:gd name="T50" fmla="*/ 2147483647 w 121"/>
                <a:gd name="T51" fmla="*/ 2147483647 h 152"/>
                <a:gd name="T52" fmla="*/ 2147483647 w 121"/>
                <a:gd name="T53" fmla="*/ 2147483647 h 152"/>
                <a:gd name="T54" fmla="*/ 2147483647 w 121"/>
                <a:gd name="T55" fmla="*/ 2147483647 h 152"/>
                <a:gd name="T56" fmla="*/ 2147483647 w 121"/>
                <a:gd name="T57" fmla="*/ 2147483647 h 152"/>
                <a:gd name="T58" fmla="*/ 2147483647 w 121"/>
                <a:gd name="T59" fmla="*/ 2147483647 h 152"/>
                <a:gd name="T60" fmla="*/ 2147483647 w 121"/>
                <a:gd name="T61" fmla="*/ 2147483647 h 152"/>
                <a:gd name="T62" fmla="*/ 2147483647 w 121"/>
                <a:gd name="T63" fmla="*/ 2147483647 h 152"/>
                <a:gd name="T64" fmla="*/ 2147483647 w 121"/>
                <a:gd name="T65" fmla="*/ 2147483647 h 152"/>
                <a:gd name="T66" fmla="*/ 2147483647 w 121"/>
                <a:gd name="T67" fmla="*/ 2147483647 h 152"/>
                <a:gd name="T68" fmla="*/ 2147483647 w 121"/>
                <a:gd name="T69" fmla="*/ 2147483647 h 152"/>
                <a:gd name="T70" fmla="*/ 2147483647 w 121"/>
                <a:gd name="T71" fmla="*/ 2147483647 h 152"/>
                <a:gd name="T72" fmla="*/ 2147483647 w 121"/>
                <a:gd name="T73" fmla="*/ 2147483647 h 152"/>
                <a:gd name="T74" fmla="*/ 2147483647 w 121"/>
                <a:gd name="T75" fmla="*/ 2147483647 h 152"/>
                <a:gd name="T76" fmla="*/ 2147483647 w 121"/>
                <a:gd name="T77" fmla="*/ 2147483647 h 152"/>
                <a:gd name="T78" fmla="*/ 2147483647 w 121"/>
                <a:gd name="T79" fmla="*/ 2147483647 h 152"/>
                <a:gd name="T80" fmla="*/ 2147483647 w 121"/>
                <a:gd name="T81" fmla="*/ 2147483647 h 152"/>
                <a:gd name="T82" fmla="*/ 2147483647 w 121"/>
                <a:gd name="T83" fmla="*/ 2147483647 h 152"/>
                <a:gd name="T84" fmla="*/ 2147483647 w 121"/>
                <a:gd name="T85" fmla="*/ 2147483647 h 152"/>
                <a:gd name="T86" fmla="*/ 2147483647 w 121"/>
                <a:gd name="T87" fmla="*/ 2147483647 h 152"/>
                <a:gd name="T88" fmla="*/ 2147483647 w 121"/>
                <a:gd name="T89" fmla="*/ 2147483647 h 152"/>
                <a:gd name="T90" fmla="*/ 2147483647 w 121"/>
                <a:gd name="T91" fmla="*/ 0 h 152"/>
                <a:gd name="T92" fmla="*/ 2147483647 w 121"/>
                <a:gd name="T93" fmla="*/ 2147483647 h 152"/>
                <a:gd name="T94" fmla="*/ 2147483647 w 121"/>
                <a:gd name="T95" fmla="*/ 2147483647 h 152"/>
                <a:gd name="T96" fmla="*/ 2147483647 w 121"/>
                <a:gd name="T97" fmla="*/ 2147483647 h 152"/>
                <a:gd name="T98" fmla="*/ 2147483647 w 121"/>
                <a:gd name="T99" fmla="*/ 2147483647 h 152"/>
                <a:gd name="T100" fmla="*/ 2147483647 w 121"/>
                <a:gd name="T101" fmla="*/ 2147483647 h 152"/>
                <a:gd name="T102" fmla="*/ 2147483647 w 121"/>
                <a:gd name="T103" fmla="*/ 2147483647 h 152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21"/>
                <a:gd name="T157" fmla="*/ 0 h 152"/>
                <a:gd name="T158" fmla="*/ 121 w 121"/>
                <a:gd name="T159" fmla="*/ 152 h 152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21" h="152">
                  <a:moveTo>
                    <a:pt x="25" y="40"/>
                  </a:moveTo>
                  <a:lnTo>
                    <a:pt x="17" y="48"/>
                  </a:lnTo>
                  <a:lnTo>
                    <a:pt x="17" y="64"/>
                  </a:lnTo>
                  <a:lnTo>
                    <a:pt x="9" y="72"/>
                  </a:lnTo>
                  <a:lnTo>
                    <a:pt x="9" y="80"/>
                  </a:lnTo>
                  <a:lnTo>
                    <a:pt x="9" y="88"/>
                  </a:lnTo>
                  <a:lnTo>
                    <a:pt x="9" y="96"/>
                  </a:lnTo>
                  <a:lnTo>
                    <a:pt x="9" y="104"/>
                  </a:lnTo>
                  <a:lnTo>
                    <a:pt x="0" y="112"/>
                  </a:lnTo>
                  <a:lnTo>
                    <a:pt x="17" y="120"/>
                  </a:lnTo>
                  <a:lnTo>
                    <a:pt x="25" y="120"/>
                  </a:lnTo>
                  <a:lnTo>
                    <a:pt x="33" y="128"/>
                  </a:lnTo>
                  <a:lnTo>
                    <a:pt x="25" y="136"/>
                  </a:lnTo>
                  <a:lnTo>
                    <a:pt x="25" y="152"/>
                  </a:lnTo>
                  <a:lnTo>
                    <a:pt x="33" y="152"/>
                  </a:lnTo>
                  <a:lnTo>
                    <a:pt x="41" y="152"/>
                  </a:lnTo>
                  <a:lnTo>
                    <a:pt x="49" y="152"/>
                  </a:lnTo>
                  <a:lnTo>
                    <a:pt x="57" y="152"/>
                  </a:lnTo>
                  <a:lnTo>
                    <a:pt x="65" y="152"/>
                  </a:lnTo>
                  <a:lnTo>
                    <a:pt x="73" y="152"/>
                  </a:lnTo>
                  <a:lnTo>
                    <a:pt x="89" y="152"/>
                  </a:lnTo>
                  <a:lnTo>
                    <a:pt x="97" y="152"/>
                  </a:lnTo>
                  <a:lnTo>
                    <a:pt x="97" y="144"/>
                  </a:lnTo>
                  <a:lnTo>
                    <a:pt x="97" y="136"/>
                  </a:lnTo>
                  <a:lnTo>
                    <a:pt x="105" y="136"/>
                  </a:lnTo>
                  <a:lnTo>
                    <a:pt x="105" y="128"/>
                  </a:lnTo>
                  <a:lnTo>
                    <a:pt x="97" y="112"/>
                  </a:lnTo>
                  <a:lnTo>
                    <a:pt x="89" y="104"/>
                  </a:lnTo>
                  <a:lnTo>
                    <a:pt x="81" y="104"/>
                  </a:lnTo>
                  <a:lnTo>
                    <a:pt x="89" y="96"/>
                  </a:lnTo>
                  <a:lnTo>
                    <a:pt x="97" y="96"/>
                  </a:lnTo>
                  <a:lnTo>
                    <a:pt x="105" y="88"/>
                  </a:lnTo>
                  <a:lnTo>
                    <a:pt x="113" y="88"/>
                  </a:lnTo>
                  <a:lnTo>
                    <a:pt x="121" y="88"/>
                  </a:lnTo>
                  <a:lnTo>
                    <a:pt x="121" y="72"/>
                  </a:lnTo>
                  <a:lnTo>
                    <a:pt x="113" y="56"/>
                  </a:lnTo>
                  <a:lnTo>
                    <a:pt x="113" y="48"/>
                  </a:lnTo>
                  <a:lnTo>
                    <a:pt x="113" y="40"/>
                  </a:lnTo>
                  <a:lnTo>
                    <a:pt x="113" y="32"/>
                  </a:lnTo>
                  <a:lnTo>
                    <a:pt x="113" y="24"/>
                  </a:lnTo>
                  <a:lnTo>
                    <a:pt x="97" y="16"/>
                  </a:lnTo>
                  <a:lnTo>
                    <a:pt x="81" y="24"/>
                  </a:lnTo>
                  <a:lnTo>
                    <a:pt x="73" y="16"/>
                  </a:lnTo>
                  <a:lnTo>
                    <a:pt x="73" y="8"/>
                  </a:lnTo>
                  <a:lnTo>
                    <a:pt x="57" y="8"/>
                  </a:lnTo>
                  <a:lnTo>
                    <a:pt x="49" y="0"/>
                  </a:lnTo>
                  <a:lnTo>
                    <a:pt x="49" y="8"/>
                  </a:lnTo>
                  <a:lnTo>
                    <a:pt x="41" y="24"/>
                  </a:lnTo>
                  <a:lnTo>
                    <a:pt x="41" y="32"/>
                  </a:lnTo>
                  <a:lnTo>
                    <a:pt x="33" y="32"/>
                  </a:lnTo>
                  <a:lnTo>
                    <a:pt x="25" y="32"/>
                  </a:lnTo>
                  <a:lnTo>
                    <a:pt x="25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699"/>
            <p:cNvSpPr/>
            <p:nvPr/>
          </p:nvSpPr>
          <p:spPr bwMode="auto">
            <a:xfrm>
              <a:off x="4525394" y="2499254"/>
              <a:ext cx="65797" cy="74570"/>
            </a:xfrm>
            <a:custGeom>
              <a:avLst/>
              <a:gdLst>
                <a:gd name="T0" fmla="*/ 2147483647 w 49"/>
                <a:gd name="T1" fmla="*/ 2147483647 h 56"/>
                <a:gd name="T2" fmla="*/ 2147483647 w 49"/>
                <a:gd name="T3" fmla="*/ 2147483647 h 56"/>
                <a:gd name="T4" fmla="*/ 2147483647 w 49"/>
                <a:gd name="T5" fmla="*/ 2147483647 h 56"/>
                <a:gd name="T6" fmla="*/ 2147483647 w 49"/>
                <a:gd name="T7" fmla="*/ 2147483647 h 56"/>
                <a:gd name="T8" fmla="*/ 2147483647 w 49"/>
                <a:gd name="T9" fmla="*/ 2147483647 h 56"/>
                <a:gd name="T10" fmla="*/ 2147483647 w 49"/>
                <a:gd name="T11" fmla="*/ 2147483647 h 56"/>
                <a:gd name="T12" fmla="*/ 2147483647 w 49"/>
                <a:gd name="T13" fmla="*/ 2147483647 h 56"/>
                <a:gd name="T14" fmla="*/ 2147483647 w 49"/>
                <a:gd name="T15" fmla="*/ 2147483647 h 56"/>
                <a:gd name="T16" fmla="*/ 2147483647 w 49"/>
                <a:gd name="T17" fmla="*/ 2147483647 h 56"/>
                <a:gd name="T18" fmla="*/ 2147483647 w 49"/>
                <a:gd name="T19" fmla="*/ 0 h 56"/>
                <a:gd name="T20" fmla="*/ 2147483647 w 49"/>
                <a:gd name="T21" fmla="*/ 0 h 56"/>
                <a:gd name="T22" fmla="*/ 2147483647 w 49"/>
                <a:gd name="T23" fmla="*/ 2147483647 h 56"/>
                <a:gd name="T24" fmla="*/ 2147483647 w 49"/>
                <a:gd name="T25" fmla="*/ 2147483647 h 56"/>
                <a:gd name="T26" fmla="*/ 2147483647 w 49"/>
                <a:gd name="T27" fmla="*/ 2147483647 h 56"/>
                <a:gd name="T28" fmla="*/ 2147483647 w 49"/>
                <a:gd name="T29" fmla="*/ 2147483647 h 56"/>
                <a:gd name="T30" fmla="*/ 0 w 49"/>
                <a:gd name="T31" fmla="*/ 2147483647 h 56"/>
                <a:gd name="T32" fmla="*/ 2147483647 w 49"/>
                <a:gd name="T33" fmla="*/ 2147483647 h 56"/>
                <a:gd name="T34" fmla="*/ 2147483647 w 49"/>
                <a:gd name="T35" fmla="*/ 2147483647 h 5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9"/>
                <a:gd name="T55" fmla="*/ 0 h 56"/>
                <a:gd name="T56" fmla="*/ 49 w 49"/>
                <a:gd name="T57" fmla="*/ 56 h 5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9" h="56">
                  <a:moveTo>
                    <a:pt x="16" y="48"/>
                  </a:moveTo>
                  <a:lnTo>
                    <a:pt x="24" y="48"/>
                  </a:lnTo>
                  <a:lnTo>
                    <a:pt x="24" y="56"/>
                  </a:lnTo>
                  <a:lnTo>
                    <a:pt x="33" y="56"/>
                  </a:lnTo>
                  <a:lnTo>
                    <a:pt x="33" y="48"/>
                  </a:lnTo>
                  <a:lnTo>
                    <a:pt x="33" y="40"/>
                  </a:lnTo>
                  <a:lnTo>
                    <a:pt x="41" y="32"/>
                  </a:lnTo>
                  <a:lnTo>
                    <a:pt x="41" y="16"/>
                  </a:lnTo>
                  <a:lnTo>
                    <a:pt x="49" y="8"/>
                  </a:lnTo>
                  <a:lnTo>
                    <a:pt x="49" y="0"/>
                  </a:lnTo>
                  <a:lnTo>
                    <a:pt x="41" y="0"/>
                  </a:lnTo>
                  <a:lnTo>
                    <a:pt x="24" y="8"/>
                  </a:lnTo>
                  <a:lnTo>
                    <a:pt x="24" y="16"/>
                  </a:lnTo>
                  <a:lnTo>
                    <a:pt x="16" y="8"/>
                  </a:lnTo>
                  <a:lnTo>
                    <a:pt x="8" y="32"/>
                  </a:lnTo>
                  <a:lnTo>
                    <a:pt x="0" y="40"/>
                  </a:lnTo>
                  <a:lnTo>
                    <a:pt x="8" y="48"/>
                  </a:lnTo>
                  <a:lnTo>
                    <a:pt x="16" y="4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700"/>
            <p:cNvSpPr/>
            <p:nvPr/>
          </p:nvSpPr>
          <p:spPr bwMode="auto">
            <a:xfrm>
              <a:off x="4580225" y="2681292"/>
              <a:ext cx="203971" cy="193004"/>
            </a:xfrm>
            <a:custGeom>
              <a:avLst/>
              <a:gdLst>
                <a:gd name="T0" fmla="*/ 2147483647 w 152"/>
                <a:gd name="T1" fmla="*/ 0 h 144"/>
                <a:gd name="T2" fmla="*/ 2147483647 w 152"/>
                <a:gd name="T3" fmla="*/ 0 h 144"/>
                <a:gd name="T4" fmla="*/ 2147483647 w 152"/>
                <a:gd name="T5" fmla="*/ 0 h 144"/>
                <a:gd name="T6" fmla="*/ 2147483647 w 152"/>
                <a:gd name="T7" fmla="*/ 0 h 144"/>
                <a:gd name="T8" fmla="*/ 2147483647 w 152"/>
                <a:gd name="T9" fmla="*/ 0 h 144"/>
                <a:gd name="T10" fmla="*/ 2147483647 w 152"/>
                <a:gd name="T11" fmla="*/ 2147483647 h 144"/>
                <a:gd name="T12" fmla="*/ 2147483647 w 152"/>
                <a:gd name="T13" fmla="*/ 2147483647 h 144"/>
                <a:gd name="T14" fmla="*/ 2147483647 w 152"/>
                <a:gd name="T15" fmla="*/ 2147483647 h 144"/>
                <a:gd name="T16" fmla="*/ 2147483647 w 152"/>
                <a:gd name="T17" fmla="*/ 2147483647 h 144"/>
                <a:gd name="T18" fmla="*/ 2147483647 w 152"/>
                <a:gd name="T19" fmla="*/ 2147483647 h 144"/>
                <a:gd name="T20" fmla="*/ 2147483647 w 152"/>
                <a:gd name="T21" fmla="*/ 2147483647 h 144"/>
                <a:gd name="T22" fmla="*/ 0 w 152"/>
                <a:gd name="T23" fmla="*/ 2147483647 h 144"/>
                <a:gd name="T24" fmla="*/ 2147483647 w 152"/>
                <a:gd name="T25" fmla="*/ 2147483647 h 144"/>
                <a:gd name="T26" fmla="*/ 2147483647 w 152"/>
                <a:gd name="T27" fmla="*/ 2147483647 h 144"/>
                <a:gd name="T28" fmla="*/ 2147483647 w 152"/>
                <a:gd name="T29" fmla="*/ 2147483647 h 144"/>
                <a:gd name="T30" fmla="*/ 2147483647 w 152"/>
                <a:gd name="T31" fmla="*/ 2147483647 h 144"/>
                <a:gd name="T32" fmla="*/ 2147483647 w 152"/>
                <a:gd name="T33" fmla="*/ 2147483647 h 144"/>
                <a:gd name="T34" fmla="*/ 2147483647 w 152"/>
                <a:gd name="T35" fmla="*/ 2147483647 h 144"/>
                <a:gd name="T36" fmla="*/ 2147483647 w 152"/>
                <a:gd name="T37" fmla="*/ 2147483647 h 144"/>
                <a:gd name="T38" fmla="*/ 2147483647 w 152"/>
                <a:gd name="T39" fmla="*/ 2147483647 h 144"/>
                <a:gd name="T40" fmla="*/ 2147483647 w 152"/>
                <a:gd name="T41" fmla="*/ 2147483647 h 144"/>
                <a:gd name="T42" fmla="*/ 2147483647 w 152"/>
                <a:gd name="T43" fmla="*/ 2147483647 h 144"/>
                <a:gd name="T44" fmla="*/ 2147483647 w 152"/>
                <a:gd name="T45" fmla="*/ 2147483647 h 144"/>
                <a:gd name="T46" fmla="*/ 2147483647 w 152"/>
                <a:gd name="T47" fmla="*/ 2147483647 h 144"/>
                <a:gd name="T48" fmla="*/ 2147483647 w 152"/>
                <a:gd name="T49" fmla="*/ 2147483647 h 144"/>
                <a:gd name="T50" fmla="*/ 2147483647 w 152"/>
                <a:gd name="T51" fmla="*/ 2147483647 h 144"/>
                <a:gd name="T52" fmla="*/ 2147483647 w 152"/>
                <a:gd name="T53" fmla="*/ 2147483647 h 144"/>
                <a:gd name="T54" fmla="*/ 2147483647 w 152"/>
                <a:gd name="T55" fmla="*/ 2147483647 h 144"/>
                <a:gd name="T56" fmla="*/ 2147483647 w 152"/>
                <a:gd name="T57" fmla="*/ 2147483647 h 144"/>
                <a:gd name="T58" fmla="*/ 2147483647 w 152"/>
                <a:gd name="T59" fmla="*/ 2147483647 h 144"/>
                <a:gd name="T60" fmla="*/ 2147483647 w 152"/>
                <a:gd name="T61" fmla="*/ 2147483647 h 144"/>
                <a:gd name="T62" fmla="*/ 2147483647 w 152"/>
                <a:gd name="T63" fmla="*/ 2147483647 h 144"/>
                <a:gd name="T64" fmla="*/ 2147483647 w 152"/>
                <a:gd name="T65" fmla="*/ 2147483647 h 144"/>
                <a:gd name="T66" fmla="*/ 2147483647 w 152"/>
                <a:gd name="T67" fmla="*/ 0 h 14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52"/>
                <a:gd name="T103" fmla="*/ 0 h 144"/>
                <a:gd name="T104" fmla="*/ 152 w 152"/>
                <a:gd name="T105" fmla="*/ 144 h 14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52" h="144">
                  <a:moveTo>
                    <a:pt x="88" y="0"/>
                  </a:moveTo>
                  <a:lnTo>
                    <a:pt x="72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40" y="8"/>
                  </a:lnTo>
                  <a:lnTo>
                    <a:pt x="24" y="8"/>
                  </a:lnTo>
                  <a:lnTo>
                    <a:pt x="8" y="16"/>
                  </a:lnTo>
                  <a:lnTo>
                    <a:pt x="8" y="24"/>
                  </a:lnTo>
                  <a:lnTo>
                    <a:pt x="0" y="32"/>
                  </a:lnTo>
                  <a:lnTo>
                    <a:pt x="8" y="40"/>
                  </a:lnTo>
                  <a:lnTo>
                    <a:pt x="16" y="48"/>
                  </a:lnTo>
                  <a:lnTo>
                    <a:pt x="24" y="40"/>
                  </a:lnTo>
                  <a:lnTo>
                    <a:pt x="40" y="48"/>
                  </a:lnTo>
                  <a:lnTo>
                    <a:pt x="56" y="72"/>
                  </a:lnTo>
                  <a:lnTo>
                    <a:pt x="64" y="88"/>
                  </a:lnTo>
                  <a:lnTo>
                    <a:pt x="96" y="104"/>
                  </a:lnTo>
                  <a:lnTo>
                    <a:pt x="112" y="128"/>
                  </a:lnTo>
                  <a:lnTo>
                    <a:pt x="120" y="144"/>
                  </a:lnTo>
                  <a:lnTo>
                    <a:pt x="128" y="128"/>
                  </a:lnTo>
                  <a:lnTo>
                    <a:pt x="128" y="112"/>
                  </a:lnTo>
                  <a:lnTo>
                    <a:pt x="144" y="120"/>
                  </a:lnTo>
                  <a:lnTo>
                    <a:pt x="152" y="120"/>
                  </a:lnTo>
                  <a:lnTo>
                    <a:pt x="128" y="96"/>
                  </a:lnTo>
                  <a:lnTo>
                    <a:pt x="112" y="88"/>
                  </a:lnTo>
                  <a:lnTo>
                    <a:pt x="104" y="80"/>
                  </a:lnTo>
                  <a:lnTo>
                    <a:pt x="88" y="56"/>
                  </a:lnTo>
                  <a:lnTo>
                    <a:pt x="80" y="40"/>
                  </a:lnTo>
                  <a:lnTo>
                    <a:pt x="80" y="24"/>
                  </a:lnTo>
                  <a:lnTo>
                    <a:pt x="88" y="24"/>
                  </a:lnTo>
                  <a:lnTo>
                    <a:pt x="88" y="16"/>
                  </a:lnTo>
                  <a:lnTo>
                    <a:pt x="88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701"/>
            <p:cNvSpPr/>
            <p:nvPr/>
          </p:nvSpPr>
          <p:spPr bwMode="auto">
            <a:xfrm>
              <a:off x="4525394" y="2499254"/>
              <a:ext cx="65797" cy="74570"/>
            </a:xfrm>
            <a:custGeom>
              <a:avLst/>
              <a:gdLst>
                <a:gd name="T0" fmla="*/ 2147483647 w 49"/>
                <a:gd name="T1" fmla="*/ 2147483647 h 56"/>
                <a:gd name="T2" fmla="*/ 2147483647 w 49"/>
                <a:gd name="T3" fmla="*/ 2147483647 h 56"/>
                <a:gd name="T4" fmla="*/ 2147483647 w 49"/>
                <a:gd name="T5" fmla="*/ 2147483647 h 56"/>
                <a:gd name="T6" fmla="*/ 2147483647 w 49"/>
                <a:gd name="T7" fmla="*/ 2147483647 h 56"/>
                <a:gd name="T8" fmla="*/ 2147483647 w 49"/>
                <a:gd name="T9" fmla="*/ 2147483647 h 56"/>
                <a:gd name="T10" fmla="*/ 2147483647 w 49"/>
                <a:gd name="T11" fmla="*/ 2147483647 h 56"/>
                <a:gd name="T12" fmla="*/ 2147483647 w 49"/>
                <a:gd name="T13" fmla="*/ 2147483647 h 56"/>
                <a:gd name="T14" fmla="*/ 2147483647 w 49"/>
                <a:gd name="T15" fmla="*/ 2147483647 h 56"/>
                <a:gd name="T16" fmla="*/ 2147483647 w 49"/>
                <a:gd name="T17" fmla="*/ 2147483647 h 56"/>
                <a:gd name="T18" fmla="*/ 2147483647 w 49"/>
                <a:gd name="T19" fmla="*/ 0 h 56"/>
                <a:gd name="T20" fmla="*/ 2147483647 w 49"/>
                <a:gd name="T21" fmla="*/ 0 h 56"/>
                <a:gd name="T22" fmla="*/ 2147483647 w 49"/>
                <a:gd name="T23" fmla="*/ 0 h 56"/>
                <a:gd name="T24" fmla="*/ 2147483647 w 49"/>
                <a:gd name="T25" fmla="*/ 2147483647 h 56"/>
                <a:gd name="T26" fmla="*/ 2147483647 w 49"/>
                <a:gd name="T27" fmla="*/ 2147483647 h 56"/>
                <a:gd name="T28" fmla="*/ 2147483647 w 49"/>
                <a:gd name="T29" fmla="*/ 2147483647 h 56"/>
                <a:gd name="T30" fmla="*/ 2147483647 w 49"/>
                <a:gd name="T31" fmla="*/ 2147483647 h 56"/>
                <a:gd name="T32" fmla="*/ 0 w 49"/>
                <a:gd name="T33" fmla="*/ 2147483647 h 56"/>
                <a:gd name="T34" fmla="*/ 2147483647 w 49"/>
                <a:gd name="T35" fmla="*/ 2147483647 h 56"/>
                <a:gd name="T36" fmla="*/ 2147483647 w 49"/>
                <a:gd name="T37" fmla="*/ 2147483647 h 5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9"/>
                <a:gd name="T58" fmla="*/ 0 h 56"/>
                <a:gd name="T59" fmla="*/ 49 w 49"/>
                <a:gd name="T60" fmla="*/ 56 h 5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9" h="56">
                  <a:moveTo>
                    <a:pt x="16" y="48"/>
                  </a:moveTo>
                  <a:lnTo>
                    <a:pt x="24" y="48"/>
                  </a:lnTo>
                  <a:lnTo>
                    <a:pt x="24" y="56"/>
                  </a:lnTo>
                  <a:lnTo>
                    <a:pt x="33" y="56"/>
                  </a:lnTo>
                  <a:lnTo>
                    <a:pt x="33" y="48"/>
                  </a:lnTo>
                  <a:lnTo>
                    <a:pt x="33" y="40"/>
                  </a:lnTo>
                  <a:lnTo>
                    <a:pt x="41" y="32"/>
                  </a:lnTo>
                  <a:lnTo>
                    <a:pt x="41" y="16"/>
                  </a:lnTo>
                  <a:lnTo>
                    <a:pt x="49" y="8"/>
                  </a:lnTo>
                  <a:lnTo>
                    <a:pt x="49" y="0"/>
                  </a:lnTo>
                  <a:lnTo>
                    <a:pt x="41" y="0"/>
                  </a:lnTo>
                  <a:lnTo>
                    <a:pt x="24" y="8"/>
                  </a:lnTo>
                  <a:lnTo>
                    <a:pt x="24" y="16"/>
                  </a:lnTo>
                  <a:lnTo>
                    <a:pt x="16" y="8"/>
                  </a:lnTo>
                  <a:lnTo>
                    <a:pt x="8" y="32"/>
                  </a:lnTo>
                  <a:lnTo>
                    <a:pt x="0" y="40"/>
                  </a:lnTo>
                  <a:lnTo>
                    <a:pt x="8" y="48"/>
                  </a:lnTo>
                  <a:lnTo>
                    <a:pt x="16" y="4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Freeform 702"/>
            <p:cNvSpPr/>
            <p:nvPr/>
          </p:nvSpPr>
          <p:spPr bwMode="auto">
            <a:xfrm>
              <a:off x="4806128" y="2799726"/>
              <a:ext cx="106372" cy="107468"/>
            </a:xfrm>
            <a:custGeom>
              <a:avLst/>
              <a:gdLst>
                <a:gd name="T0" fmla="*/ 2147483647 w 80"/>
                <a:gd name="T1" fmla="*/ 2147483647 h 80"/>
                <a:gd name="T2" fmla="*/ 2147483647 w 80"/>
                <a:gd name="T3" fmla="*/ 0 h 80"/>
                <a:gd name="T4" fmla="*/ 2147483647 w 80"/>
                <a:gd name="T5" fmla="*/ 2147483647 h 80"/>
                <a:gd name="T6" fmla="*/ 2147483647 w 80"/>
                <a:gd name="T7" fmla="*/ 2147483647 h 80"/>
                <a:gd name="T8" fmla="*/ 2147483647 w 80"/>
                <a:gd name="T9" fmla="*/ 2147483647 h 80"/>
                <a:gd name="T10" fmla="*/ 2147483647 w 80"/>
                <a:gd name="T11" fmla="*/ 2147483647 h 80"/>
                <a:gd name="T12" fmla="*/ 2147483647 w 80"/>
                <a:gd name="T13" fmla="*/ 2147483647 h 80"/>
                <a:gd name="T14" fmla="*/ 2147483647 w 80"/>
                <a:gd name="T15" fmla="*/ 2147483647 h 80"/>
                <a:gd name="T16" fmla="*/ 0 w 80"/>
                <a:gd name="T17" fmla="*/ 2147483647 h 80"/>
                <a:gd name="T18" fmla="*/ 2147483647 w 80"/>
                <a:gd name="T19" fmla="*/ 2147483647 h 80"/>
                <a:gd name="T20" fmla="*/ 2147483647 w 80"/>
                <a:gd name="T21" fmla="*/ 2147483647 h 80"/>
                <a:gd name="T22" fmla="*/ 2147483647 w 80"/>
                <a:gd name="T23" fmla="*/ 2147483647 h 80"/>
                <a:gd name="T24" fmla="*/ 2147483647 w 80"/>
                <a:gd name="T25" fmla="*/ 2147483647 h 80"/>
                <a:gd name="T26" fmla="*/ 2147483647 w 80"/>
                <a:gd name="T27" fmla="*/ 2147483647 h 80"/>
                <a:gd name="T28" fmla="*/ 2147483647 w 80"/>
                <a:gd name="T29" fmla="*/ 2147483647 h 80"/>
                <a:gd name="T30" fmla="*/ 2147483647 w 80"/>
                <a:gd name="T31" fmla="*/ 2147483647 h 80"/>
                <a:gd name="T32" fmla="*/ 2147483647 w 80"/>
                <a:gd name="T33" fmla="*/ 2147483647 h 80"/>
                <a:gd name="T34" fmla="*/ 2147483647 w 80"/>
                <a:gd name="T35" fmla="*/ 2147483647 h 80"/>
                <a:gd name="T36" fmla="*/ 2147483647 w 80"/>
                <a:gd name="T37" fmla="*/ 2147483647 h 80"/>
                <a:gd name="T38" fmla="*/ 2147483647 w 80"/>
                <a:gd name="T39" fmla="*/ 2147483647 h 80"/>
                <a:gd name="T40" fmla="*/ 2147483647 w 80"/>
                <a:gd name="T41" fmla="*/ 2147483647 h 80"/>
                <a:gd name="T42" fmla="*/ 2147483647 w 80"/>
                <a:gd name="T43" fmla="*/ 2147483647 h 80"/>
                <a:gd name="T44" fmla="*/ 2147483647 w 80"/>
                <a:gd name="T45" fmla="*/ 2147483647 h 80"/>
                <a:gd name="T46" fmla="*/ 2147483647 w 80"/>
                <a:gd name="T47" fmla="*/ 2147483647 h 8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80"/>
                <a:gd name="T73" fmla="*/ 0 h 80"/>
                <a:gd name="T74" fmla="*/ 80 w 80"/>
                <a:gd name="T75" fmla="*/ 80 h 80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80" h="80">
                  <a:moveTo>
                    <a:pt x="80" y="8"/>
                  </a:moveTo>
                  <a:lnTo>
                    <a:pt x="80" y="0"/>
                  </a:lnTo>
                  <a:lnTo>
                    <a:pt x="80" y="8"/>
                  </a:lnTo>
                  <a:lnTo>
                    <a:pt x="64" y="8"/>
                  </a:lnTo>
                  <a:lnTo>
                    <a:pt x="40" y="8"/>
                  </a:lnTo>
                  <a:lnTo>
                    <a:pt x="32" y="8"/>
                  </a:lnTo>
                  <a:lnTo>
                    <a:pt x="16" y="16"/>
                  </a:lnTo>
                  <a:lnTo>
                    <a:pt x="8" y="24"/>
                  </a:lnTo>
                  <a:lnTo>
                    <a:pt x="0" y="32"/>
                  </a:lnTo>
                  <a:lnTo>
                    <a:pt x="8" y="48"/>
                  </a:lnTo>
                  <a:lnTo>
                    <a:pt x="24" y="48"/>
                  </a:lnTo>
                  <a:lnTo>
                    <a:pt x="16" y="56"/>
                  </a:lnTo>
                  <a:lnTo>
                    <a:pt x="16" y="72"/>
                  </a:lnTo>
                  <a:lnTo>
                    <a:pt x="32" y="80"/>
                  </a:lnTo>
                  <a:lnTo>
                    <a:pt x="40" y="72"/>
                  </a:lnTo>
                  <a:lnTo>
                    <a:pt x="40" y="64"/>
                  </a:lnTo>
                  <a:lnTo>
                    <a:pt x="56" y="56"/>
                  </a:lnTo>
                  <a:lnTo>
                    <a:pt x="40" y="40"/>
                  </a:lnTo>
                  <a:lnTo>
                    <a:pt x="40" y="32"/>
                  </a:lnTo>
                  <a:lnTo>
                    <a:pt x="32" y="24"/>
                  </a:lnTo>
                  <a:lnTo>
                    <a:pt x="56" y="16"/>
                  </a:lnTo>
                  <a:lnTo>
                    <a:pt x="72" y="16"/>
                  </a:lnTo>
                  <a:lnTo>
                    <a:pt x="80" y="16"/>
                  </a:lnTo>
                  <a:lnTo>
                    <a:pt x="8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703"/>
            <p:cNvSpPr/>
            <p:nvPr/>
          </p:nvSpPr>
          <p:spPr bwMode="auto">
            <a:xfrm>
              <a:off x="4546230" y="1833608"/>
              <a:ext cx="441936" cy="525279"/>
            </a:xfrm>
            <a:custGeom>
              <a:avLst/>
              <a:gdLst>
                <a:gd name="T0" fmla="*/ 2147483647 w 329"/>
                <a:gd name="T1" fmla="*/ 2147483647 h 392"/>
                <a:gd name="T2" fmla="*/ 2147483647 w 329"/>
                <a:gd name="T3" fmla="*/ 2147483647 h 392"/>
                <a:gd name="T4" fmla="*/ 2147483647 w 329"/>
                <a:gd name="T5" fmla="*/ 2147483647 h 392"/>
                <a:gd name="T6" fmla="*/ 2147483647 w 329"/>
                <a:gd name="T7" fmla="*/ 2147483647 h 392"/>
                <a:gd name="T8" fmla="*/ 2147483647 w 329"/>
                <a:gd name="T9" fmla="*/ 2147483647 h 392"/>
                <a:gd name="T10" fmla="*/ 2147483647 w 329"/>
                <a:gd name="T11" fmla="*/ 2147483647 h 392"/>
                <a:gd name="T12" fmla="*/ 2147483647 w 329"/>
                <a:gd name="T13" fmla="*/ 2147483647 h 392"/>
                <a:gd name="T14" fmla="*/ 2147483647 w 329"/>
                <a:gd name="T15" fmla="*/ 2147483647 h 392"/>
                <a:gd name="T16" fmla="*/ 2147483647 w 329"/>
                <a:gd name="T17" fmla="*/ 2147483647 h 392"/>
                <a:gd name="T18" fmla="*/ 2147483647 w 329"/>
                <a:gd name="T19" fmla="*/ 2147483647 h 392"/>
                <a:gd name="T20" fmla="*/ 2147483647 w 329"/>
                <a:gd name="T21" fmla="*/ 2147483647 h 392"/>
                <a:gd name="T22" fmla="*/ 2147483647 w 329"/>
                <a:gd name="T23" fmla="*/ 2147483647 h 392"/>
                <a:gd name="T24" fmla="*/ 2147483647 w 329"/>
                <a:gd name="T25" fmla="*/ 2147483647 h 392"/>
                <a:gd name="T26" fmla="*/ 2147483647 w 329"/>
                <a:gd name="T27" fmla="*/ 2147483647 h 392"/>
                <a:gd name="T28" fmla="*/ 2147483647 w 329"/>
                <a:gd name="T29" fmla="*/ 2147483647 h 392"/>
                <a:gd name="T30" fmla="*/ 2147483647 w 329"/>
                <a:gd name="T31" fmla="*/ 2147483647 h 392"/>
                <a:gd name="T32" fmla="*/ 2147483647 w 329"/>
                <a:gd name="T33" fmla="*/ 2147483647 h 392"/>
                <a:gd name="T34" fmla="*/ 2147483647 w 329"/>
                <a:gd name="T35" fmla="*/ 2147483647 h 392"/>
                <a:gd name="T36" fmla="*/ 2147483647 w 329"/>
                <a:gd name="T37" fmla="*/ 2147483647 h 392"/>
                <a:gd name="T38" fmla="*/ 2147483647 w 329"/>
                <a:gd name="T39" fmla="*/ 2147483647 h 392"/>
                <a:gd name="T40" fmla="*/ 2147483647 w 329"/>
                <a:gd name="T41" fmla="*/ 2147483647 h 392"/>
                <a:gd name="T42" fmla="*/ 2147483647 w 329"/>
                <a:gd name="T43" fmla="*/ 2147483647 h 392"/>
                <a:gd name="T44" fmla="*/ 2147483647 w 329"/>
                <a:gd name="T45" fmla="*/ 2147483647 h 392"/>
                <a:gd name="T46" fmla="*/ 2147483647 w 329"/>
                <a:gd name="T47" fmla="*/ 2147483647 h 392"/>
                <a:gd name="T48" fmla="*/ 2147483647 w 329"/>
                <a:gd name="T49" fmla="*/ 2147483647 h 392"/>
                <a:gd name="T50" fmla="*/ 2147483647 w 329"/>
                <a:gd name="T51" fmla="*/ 2147483647 h 392"/>
                <a:gd name="T52" fmla="*/ 2147483647 w 329"/>
                <a:gd name="T53" fmla="*/ 2147483647 h 392"/>
                <a:gd name="T54" fmla="*/ 2147483647 w 329"/>
                <a:gd name="T55" fmla="*/ 2147483647 h 392"/>
                <a:gd name="T56" fmla="*/ 2147483647 w 329"/>
                <a:gd name="T57" fmla="*/ 2147483647 h 392"/>
                <a:gd name="T58" fmla="*/ 2147483647 w 329"/>
                <a:gd name="T59" fmla="*/ 2147483647 h 392"/>
                <a:gd name="T60" fmla="*/ 2147483647 w 329"/>
                <a:gd name="T61" fmla="*/ 2147483647 h 392"/>
                <a:gd name="T62" fmla="*/ 2147483647 w 329"/>
                <a:gd name="T63" fmla="*/ 2147483647 h 392"/>
                <a:gd name="T64" fmla="*/ 2147483647 w 329"/>
                <a:gd name="T65" fmla="*/ 2147483647 h 392"/>
                <a:gd name="T66" fmla="*/ 2147483647 w 329"/>
                <a:gd name="T67" fmla="*/ 2147483647 h 392"/>
                <a:gd name="T68" fmla="*/ 2147483647 w 329"/>
                <a:gd name="T69" fmla="*/ 2147483647 h 392"/>
                <a:gd name="T70" fmla="*/ 2147483647 w 329"/>
                <a:gd name="T71" fmla="*/ 2147483647 h 392"/>
                <a:gd name="T72" fmla="*/ 2147483647 w 329"/>
                <a:gd name="T73" fmla="*/ 2147483647 h 392"/>
                <a:gd name="T74" fmla="*/ 2147483647 w 329"/>
                <a:gd name="T75" fmla="*/ 2147483647 h 392"/>
                <a:gd name="T76" fmla="*/ 0 w 329"/>
                <a:gd name="T77" fmla="*/ 2147483647 h 392"/>
                <a:gd name="T78" fmla="*/ 2147483647 w 329"/>
                <a:gd name="T79" fmla="*/ 2147483647 h 392"/>
                <a:gd name="T80" fmla="*/ 2147483647 w 329"/>
                <a:gd name="T81" fmla="*/ 2147483647 h 392"/>
                <a:gd name="T82" fmla="*/ 2147483647 w 329"/>
                <a:gd name="T83" fmla="*/ 2147483647 h 392"/>
                <a:gd name="T84" fmla="*/ 2147483647 w 329"/>
                <a:gd name="T85" fmla="*/ 2147483647 h 392"/>
                <a:gd name="T86" fmla="*/ 2147483647 w 329"/>
                <a:gd name="T87" fmla="*/ 2147483647 h 39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9"/>
                <a:gd name="T133" fmla="*/ 0 h 392"/>
                <a:gd name="T134" fmla="*/ 329 w 329"/>
                <a:gd name="T135" fmla="*/ 392 h 39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9" h="392">
                  <a:moveTo>
                    <a:pt x="89" y="352"/>
                  </a:moveTo>
                  <a:lnTo>
                    <a:pt x="97" y="344"/>
                  </a:lnTo>
                  <a:lnTo>
                    <a:pt x="97" y="328"/>
                  </a:lnTo>
                  <a:lnTo>
                    <a:pt x="97" y="320"/>
                  </a:lnTo>
                  <a:lnTo>
                    <a:pt x="105" y="312"/>
                  </a:lnTo>
                  <a:lnTo>
                    <a:pt x="97" y="304"/>
                  </a:lnTo>
                  <a:lnTo>
                    <a:pt x="89" y="280"/>
                  </a:lnTo>
                  <a:lnTo>
                    <a:pt x="97" y="264"/>
                  </a:lnTo>
                  <a:lnTo>
                    <a:pt x="97" y="248"/>
                  </a:lnTo>
                  <a:lnTo>
                    <a:pt x="105" y="240"/>
                  </a:lnTo>
                  <a:lnTo>
                    <a:pt x="121" y="240"/>
                  </a:lnTo>
                  <a:lnTo>
                    <a:pt x="121" y="224"/>
                  </a:lnTo>
                  <a:lnTo>
                    <a:pt x="113" y="216"/>
                  </a:lnTo>
                  <a:lnTo>
                    <a:pt x="121" y="200"/>
                  </a:lnTo>
                  <a:lnTo>
                    <a:pt x="129" y="176"/>
                  </a:lnTo>
                  <a:lnTo>
                    <a:pt x="137" y="176"/>
                  </a:lnTo>
                  <a:lnTo>
                    <a:pt x="145" y="152"/>
                  </a:lnTo>
                  <a:lnTo>
                    <a:pt x="153" y="144"/>
                  </a:lnTo>
                  <a:lnTo>
                    <a:pt x="145" y="128"/>
                  </a:lnTo>
                  <a:lnTo>
                    <a:pt x="153" y="120"/>
                  </a:lnTo>
                  <a:lnTo>
                    <a:pt x="161" y="112"/>
                  </a:lnTo>
                  <a:lnTo>
                    <a:pt x="169" y="112"/>
                  </a:lnTo>
                  <a:lnTo>
                    <a:pt x="177" y="96"/>
                  </a:lnTo>
                  <a:lnTo>
                    <a:pt x="185" y="96"/>
                  </a:lnTo>
                  <a:lnTo>
                    <a:pt x="193" y="96"/>
                  </a:lnTo>
                  <a:lnTo>
                    <a:pt x="193" y="88"/>
                  </a:lnTo>
                  <a:lnTo>
                    <a:pt x="201" y="80"/>
                  </a:lnTo>
                  <a:lnTo>
                    <a:pt x="209" y="80"/>
                  </a:lnTo>
                  <a:lnTo>
                    <a:pt x="209" y="72"/>
                  </a:lnTo>
                  <a:lnTo>
                    <a:pt x="217" y="80"/>
                  </a:lnTo>
                  <a:lnTo>
                    <a:pt x="225" y="88"/>
                  </a:lnTo>
                  <a:lnTo>
                    <a:pt x="233" y="88"/>
                  </a:lnTo>
                  <a:lnTo>
                    <a:pt x="249" y="88"/>
                  </a:lnTo>
                  <a:lnTo>
                    <a:pt x="265" y="80"/>
                  </a:lnTo>
                  <a:lnTo>
                    <a:pt x="273" y="56"/>
                  </a:lnTo>
                  <a:lnTo>
                    <a:pt x="281" y="48"/>
                  </a:lnTo>
                  <a:lnTo>
                    <a:pt x="297" y="48"/>
                  </a:lnTo>
                  <a:lnTo>
                    <a:pt x="313" y="56"/>
                  </a:lnTo>
                  <a:lnTo>
                    <a:pt x="313" y="72"/>
                  </a:lnTo>
                  <a:lnTo>
                    <a:pt x="305" y="80"/>
                  </a:lnTo>
                  <a:lnTo>
                    <a:pt x="313" y="72"/>
                  </a:lnTo>
                  <a:lnTo>
                    <a:pt x="305" y="80"/>
                  </a:lnTo>
                  <a:lnTo>
                    <a:pt x="321" y="64"/>
                  </a:lnTo>
                  <a:lnTo>
                    <a:pt x="329" y="56"/>
                  </a:lnTo>
                  <a:lnTo>
                    <a:pt x="321" y="48"/>
                  </a:lnTo>
                  <a:lnTo>
                    <a:pt x="321" y="40"/>
                  </a:lnTo>
                  <a:lnTo>
                    <a:pt x="329" y="24"/>
                  </a:lnTo>
                  <a:lnTo>
                    <a:pt x="321" y="16"/>
                  </a:lnTo>
                  <a:lnTo>
                    <a:pt x="305" y="0"/>
                  </a:lnTo>
                  <a:lnTo>
                    <a:pt x="289" y="16"/>
                  </a:lnTo>
                  <a:lnTo>
                    <a:pt x="273" y="8"/>
                  </a:lnTo>
                  <a:lnTo>
                    <a:pt x="265" y="8"/>
                  </a:lnTo>
                  <a:lnTo>
                    <a:pt x="249" y="8"/>
                  </a:lnTo>
                  <a:lnTo>
                    <a:pt x="233" y="24"/>
                  </a:lnTo>
                  <a:lnTo>
                    <a:pt x="225" y="24"/>
                  </a:lnTo>
                  <a:lnTo>
                    <a:pt x="217" y="24"/>
                  </a:lnTo>
                  <a:lnTo>
                    <a:pt x="209" y="32"/>
                  </a:lnTo>
                  <a:lnTo>
                    <a:pt x="201" y="32"/>
                  </a:lnTo>
                  <a:lnTo>
                    <a:pt x="193" y="56"/>
                  </a:lnTo>
                  <a:lnTo>
                    <a:pt x="169" y="56"/>
                  </a:lnTo>
                  <a:lnTo>
                    <a:pt x="161" y="80"/>
                  </a:lnTo>
                  <a:lnTo>
                    <a:pt x="161" y="88"/>
                  </a:lnTo>
                  <a:lnTo>
                    <a:pt x="145" y="88"/>
                  </a:lnTo>
                  <a:lnTo>
                    <a:pt x="129" y="112"/>
                  </a:lnTo>
                  <a:lnTo>
                    <a:pt x="129" y="128"/>
                  </a:lnTo>
                  <a:lnTo>
                    <a:pt x="113" y="152"/>
                  </a:lnTo>
                  <a:lnTo>
                    <a:pt x="105" y="168"/>
                  </a:lnTo>
                  <a:lnTo>
                    <a:pt x="97" y="184"/>
                  </a:lnTo>
                  <a:lnTo>
                    <a:pt x="89" y="200"/>
                  </a:lnTo>
                  <a:lnTo>
                    <a:pt x="65" y="240"/>
                  </a:lnTo>
                  <a:lnTo>
                    <a:pt x="49" y="256"/>
                  </a:lnTo>
                  <a:lnTo>
                    <a:pt x="33" y="264"/>
                  </a:lnTo>
                  <a:lnTo>
                    <a:pt x="25" y="280"/>
                  </a:lnTo>
                  <a:lnTo>
                    <a:pt x="17" y="288"/>
                  </a:lnTo>
                  <a:lnTo>
                    <a:pt x="8" y="296"/>
                  </a:lnTo>
                  <a:lnTo>
                    <a:pt x="8" y="304"/>
                  </a:lnTo>
                  <a:lnTo>
                    <a:pt x="0" y="320"/>
                  </a:lnTo>
                  <a:lnTo>
                    <a:pt x="0" y="336"/>
                  </a:lnTo>
                  <a:lnTo>
                    <a:pt x="8" y="352"/>
                  </a:lnTo>
                  <a:lnTo>
                    <a:pt x="8" y="368"/>
                  </a:lnTo>
                  <a:lnTo>
                    <a:pt x="8" y="384"/>
                  </a:lnTo>
                  <a:lnTo>
                    <a:pt x="25" y="392"/>
                  </a:lnTo>
                  <a:lnTo>
                    <a:pt x="41" y="392"/>
                  </a:lnTo>
                  <a:lnTo>
                    <a:pt x="65" y="376"/>
                  </a:lnTo>
                  <a:lnTo>
                    <a:pt x="73" y="368"/>
                  </a:lnTo>
                  <a:lnTo>
                    <a:pt x="81" y="368"/>
                  </a:lnTo>
                  <a:lnTo>
                    <a:pt x="81" y="376"/>
                  </a:lnTo>
                  <a:lnTo>
                    <a:pt x="81" y="368"/>
                  </a:lnTo>
                  <a:lnTo>
                    <a:pt x="89" y="35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3" name="Freeform 704"/>
            <p:cNvSpPr/>
            <p:nvPr/>
          </p:nvSpPr>
          <p:spPr bwMode="auto">
            <a:xfrm>
              <a:off x="4654795" y="1941076"/>
              <a:ext cx="214937" cy="504443"/>
            </a:xfrm>
            <a:custGeom>
              <a:avLst/>
              <a:gdLst>
                <a:gd name="T0" fmla="*/ 2147483647 w 160"/>
                <a:gd name="T1" fmla="*/ 2147483647 h 376"/>
                <a:gd name="T2" fmla="*/ 2147483647 w 160"/>
                <a:gd name="T3" fmla="*/ 2147483647 h 376"/>
                <a:gd name="T4" fmla="*/ 2147483647 w 160"/>
                <a:gd name="T5" fmla="*/ 2147483647 h 376"/>
                <a:gd name="T6" fmla="*/ 2147483647 w 160"/>
                <a:gd name="T7" fmla="*/ 2147483647 h 376"/>
                <a:gd name="T8" fmla="*/ 2147483647 w 160"/>
                <a:gd name="T9" fmla="*/ 0 h 376"/>
                <a:gd name="T10" fmla="*/ 2147483647 w 160"/>
                <a:gd name="T11" fmla="*/ 2147483647 h 376"/>
                <a:gd name="T12" fmla="*/ 2147483647 w 160"/>
                <a:gd name="T13" fmla="*/ 2147483647 h 376"/>
                <a:gd name="T14" fmla="*/ 2147483647 w 160"/>
                <a:gd name="T15" fmla="*/ 2147483647 h 376"/>
                <a:gd name="T16" fmla="*/ 2147483647 w 160"/>
                <a:gd name="T17" fmla="*/ 2147483647 h 376"/>
                <a:gd name="T18" fmla="*/ 2147483647 w 160"/>
                <a:gd name="T19" fmla="*/ 2147483647 h 376"/>
                <a:gd name="T20" fmla="*/ 2147483647 w 160"/>
                <a:gd name="T21" fmla="*/ 2147483647 h 376"/>
                <a:gd name="T22" fmla="*/ 2147483647 w 160"/>
                <a:gd name="T23" fmla="*/ 2147483647 h 376"/>
                <a:gd name="T24" fmla="*/ 2147483647 w 160"/>
                <a:gd name="T25" fmla="*/ 2147483647 h 376"/>
                <a:gd name="T26" fmla="*/ 2147483647 w 160"/>
                <a:gd name="T27" fmla="*/ 2147483647 h 376"/>
                <a:gd name="T28" fmla="*/ 2147483647 w 160"/>
                <a:gd name="T29" fmla="*/ 2147483647 h 376"/>
                <a:gd name="T30" fmla="*/ 2147483647 w 160"/>
                <a:gd name="T31" fmla="*/ 2147483647 h 376"/>
                <a:gd name="T32" fmla="*/ 2147483647 w 160"/>
                <a:gd name="T33" fmla="*/ 2147483647 h 376"/>
                <a:gd name="T34" fmla="*/ 2147483647 w 160"/>
                <a:gd name="T35" fmla="*/ 2147483647 h 376"/>
                <a:gd name="T36" fmla="*/ 0 w 160"/>
                <a:gd name="T37" fmla="*/ 2147483647 h 376"/>
                <a:gd name="T38" fmla="*/ 2147483647 w 160"/>
                <a:gd name="T39" fmla="*/ 2147483647 h 376"/>
                <a:gd name="T40" fmla="*/ 2147483647 w 160"/>
                <a:gd name="T41" fmla="*/ 2147483647 h 376"/>
                <a:gd name="T42" fmla="*/ 2147483647 w 160"/>
                <a:gd name="T43" fmla="*/ 2147483647 h 376"/>
                <a:gd name="T44" fmla="*/ 2147483647 w 160"/>
                <a:gd name="T45" fmla="*/ 2147483647 h 376"/>
                <a:gd name="T46" fmla="*/ 2147483647 w 160"/>
                <a:gd name="T47" fmla="*/ 2147483647 h 376"/>
                <a:gd name="T48" fmla="*/ 2147483647 w 160"/>
                <a:gd name="T49" fmla="*/ 2147483647 h 376"/>
                <a:gd name="T50" fmla="*/ 2147483647 w 160"/>
                <a:gd name="T51" fmla="*/ 2147483647 h 376"/>
                <a:gd name="T52" fmla="*/ 2147483647 w 160"/>
                <a:gd name="T53" fmla="*/ 2147483647 h 376"/>
                <a:gd name="T54" fmla="*/ 2147483647 w 160"/>
                <a:gd name="T55" fmla="*/ 2147483647 h 376"/>
                <a:gd name="T56" fmla="*/ 2147483647 w 160"/>
                <a:gd name="T57" fmla="*/ 2147483647 h 376"/>
                <a:gd name="T58" fmla="*/ 2147483647 w 160"/>
                <a:gd name="T59" fmla="*/ 2147483647 h 376"/>
                <a:gd name="T60" fmla="*/ 2147483647 w 160"/>
                <a:gd name="T61" fmla="*/ 2147483647 h 376"/>
                <a:gd name="T62" fmla="*/ 2147483647 w 160"/>
                <a:gd name="T63" fmla="*/ 2147483647 h 376"/>
                <a:gd name="T64" fmla="*/ 2147483647 w 160"/>
                <a:gd name="T65" fmla="*/ 2147483647 h 376"/>
                <a:gd name="T66" fmla="*/ 2147483647 w 160"/>
                <a:gd name="T67" fmla="*/ 2147483647 h 37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60"/>
                <a:gd name="T103" fmla="*/ 0 h 376"/>
                <a:gd name="T104" fmla="*/ 160 w 160"/>
                <a:gd name="T105" fmla="*/ 376 h 37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60" h="376">
                  <a:moveTo>
                    <a:pt x="160" y="88"/>
                  </a:moveTo>
                  <a:lnTo>
                    <a:pt x="160" y="80"/>
                  </a:lnTo>
                  <a:lnTo>
                    <a:pt x="160" y="72"/>
                  </a:lnTo>
                  <a:lnTo>
                    <a:pt x="160" y="56"/>
                  </a:lnTo>
                  <a:lnTo>
                    <a:pt x="160" y="40"/>
                  </a:lnTo>
                  <a:lnTo>
                    <a:pt x="152" y="24"/>
                  </a:lnTo>
                  <a:lnTo>
                    <a:pt x="144" y="24"/>
                  </a:lnTo>
                  <a:lnTo>
                    <a:pt x="136" y="16"/>
                  </a:lnTo>
                  <a:lnTo>
                    <a:pt x="128" y="8"/>
                  </a:lnTo>
                  <a:lnTo>
                    <a:pt x="120" y="0"/>
                  </a:lnTo>
                  <a:lnTo>
                    <a:pt x="112" y="8"/>
                  </a:lnTo>
                  <a:lnTo>
                    <a:pt x="112" y="16"/>
                  </a:lnTo>
                  <a:lnTo>
                    <a:pt x="104" y="16"/>
                  </a:lnTo>
                  <a:lnTo>
                    <a:pt x="96" y="16"/>
                  </a:lnTo>
                  <a:lnTo>
                    <a:pt x="88" y="32"/>
                  </a:lnTo>
                  <a:lnTo>
                    <a:pt x="80" y="32"/>
                  </a:lnTo>
                  <a:lnTo>
                    <a:pt x="72" y="40"/>
                  </a:lnTo>
                  <a:lnTo>
                    <a:pt x="64" y="48"/>
                  </a:lnTo>
                  <a:lnTo>
                    <a:pt x="72" y="64"/>
                  </a:lnTo>
                  <a:lnTo>
                    <a:pt x="64" y="72"/>
                  </a:lnTo>
                  <a:lnTo>
                    <a:pt x="56" y="96"/>
                  </a:lnTo>
                  <a:lnTo>
                    <a:pt x="48" y="96"/>
                  </a:lnTo>
                  <a:lnTo>
                    <a:pt x="40" y="120"/>
                  </a:lnTo>
                  <a:lnTo>
                    <a:pt x="32" y="136"/>
                  </a:lnTo>
                  <a:lnTo>
                    <a:pt x="40" y="144"/>
                  </a:lnTo>
                  <a:lnTo>
                    <a:pt x="40" y="160"/>
                  </a:lnTo>
                  <a:lnTo>
                    <a:pt x="24" y="160"/>
                  </a:lnTo>
                  <a:lnTo>
                    <a:pt x="16" y="168"/>
                  </a:lnTo>
                  <a:lnTo>
                    <a:pt x="16" y="184"/>
                  </a:lnTo>
                  <a:lnTo>
                    <a:pt x="8" y="200"/>
                  </a:lnTo>
                  <a:lnTo>
                    <a:pt x="16" y="224"/>
                  </a:lnTo>
                  <a:lnTo>
                    <a:pt x="24" y="232"/>
                  </a:lnTo>
                  <a:lnTo>
                    <a:pt x="16" y="240"/>
                  </a:lnTo>
                  <a:lnTo>
                    <a:pt x="16" y="248"/>
                  </a:lnTo>
                  <a:lnTo>
                    <a:pt x="16" y="264"/>
                  </a:lnTo>
                  <a:lnTo>
                    <a:pt x="8" y="272"/>
                  </a:lnTo>
                  <a:lnTo>
                    <a:pt x="0" y="288"/>
                  </a:lnTo>
                  <a:lnTo>
                    <a:pt x="0" y="296"/>
                  </a:lnTo>
                  <a:lnTo>
                    <a:pt x="8" y="312"/>
                  </a:lnTo>
                  <a:lnTo>
                    <a:pt x="8" y="328"/>
                  </a:lnTo>
                  <a:lnTo>
                    <a:pt x="16" y="352"/>
                  </a:lnTo>
                  <a:lnTo>
                    <a:pt x="16" y="360"/>
                  </a:lnTo>
                  <a:lnTo>
                    <a:pt x="24" y="368"/>
                  </a:lnTo>
                  <a:lnTo>
                    <a:pt x="24" y="376"/>
                  </a:lnTo>
                  <a:lnTo>
                    <a:pt x="40" y="376"/>
                  </a:lnTo>
                  <a:lnTo>
                    <a:pt x="40" y="368"/>
                  </a:lnTo>
                  <a:lnTo>
                    <a:pt x="48" y="360"/>
                  </a:lnTo>
                  <a:lnTo>
                    <a:pt x="64" y="360"/>
                  </a:lnTo>
                  <a:lnTo>
                    <a:pt x="72" y="344"/>
                  </a:lnTo>
                  <a:lnTo>
                    <a:pt x="72" y="312"/>
                  </a:lnTo>
                  <a:lnTo>
                    <a:pt x="72" y="296"/>
                  </a:lnTo>
                  <a:lnTo>
                    <a:pt x="80" y="296"/>
                  </a:lnTo>
                  <a:lnTo>
                    <a:pt x="96" y="288"/>
                  </a:lnTo>
                  <a:lnTo>
                    <a:pt x="96" y="272"/>
                  </a:lnTo>
                  <a:lnTo>
                    <a:pt x="88" y="256"/>
                  </a:lnTo>
                  <a:lnTo>
                    <a:pt x="80" y="248"/>
                  </a:lnTo>
                  <a:lnTo>
                    <a:pt x="80" y="224"/>
                  </a:lnTo>
                  <a:lnTo>
                    <a:pt x="80" y="200"/>
                  </a:lnTo>
                  <a:lnTo>
                    <a:pt x="96" y="184"/>
                  </a:lnTo>
                  <a:lnTo>
                    <a:pt x="104" y="176"/>
                  </a:lnTo>
                  <a:lnTo>
                    <a:pt x="128" y="160"/>
                  </a:lnTo>
                  <a:lnTo>
                    <a:pt x="136" y="144"/>
                  </a:lnTo>
                  <a:lnTo>
                    <a:pt x="128" y="136"/>
                  </a:lnTo>
                  <a:lnTo>
                    <a:pt x="136" y="120"/>
                  </a:lnTo>
                  <a:lnTo>
                    <a:pt x="152" y="104"/>
                  </a:lnTo>
                  <a:lnTo>
                    <a:pt x="160" y="112"/>
                  </a:lnTo>
                  <a:lnTo>
                    <a:pt x="160" y="104"/>
                  </a:lnTo>
                  <a:lnTo>
                    <a:pt x="160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4" name="Freeform 705"/>
            <p:cNvSpPr/>
            <p:nvPr/>
          </p:nvSpPr>
          <p:spPr bwMode="auto">
            <a:xfrm>
              <a:off x="4837930" y="2531056"/>
              <a:ext cx="311439" cy="203971"/>
            </a:xfrm>
            <a:custGeom>
              <a:avLst/>
              <a:gdLst>
                <a:gd name="T0" fmla="*/ 2147483647 w 232"/>
                <a:gd name="T1" fmla="*/ 2147483647 h 152"/>
                <a:gd name="T2" fmla="*/ 2147483647 w 232"/>
                <a:gd name="T3" fmla="*/ 2147483647 h 152"/>
                <a:gd name="T4" fmla="*/ 2147483647 w 232"/>
                <a:gd name="T5" fmla="*/ 2147483647 h 152"/>
                <a:gd name="T6" fmla="*/ 2147483647 w 232"/>
                <a:gd name="T7" fmla="*/ 2147483647 h 152"/>
                <a:gd name="T8" fmla="*/ 2147483647 w 232"/>
                <a:gd name="T9" fmla="*/ 2147483647 h 152"/>
                <a:gd name="T10" fmla="*/ 2147483647 w 232"/>
                <a:gd name="T11" fmla="*/ 2147483647 h 152"/>
                <a:gd name="T12" fmla="*/ 2147483647 w 232"/>
                <a:gd name="T13" fmla="*/ 2147483647 h 152"/>
                <a:gd name="T14" fmla="*/ 2147483647 w 232"/>
                <a:gd name="T15" fmla="*/ 2147483647 h 152"/>
                <a:gd name="T16" fmla="*/ 2147483647 w 232"/>
                <a:gd name="T17" fmla="*/ 2147483647 h 152"/>
                <a:gd name="T18" fmla="*/ 2147483647 w 232"/>
                <a:gd name="T19" fmla="*/ 2147483647 h 152"/>
                <a:gd name="T20" fmla="*/ 2147483647 w 232"/>
                <a:gd name="T21" fmla="*/ 2147483647 h 152"/>
                <a:gd name="T22" fmla="*/ 2147483647 w 232"/>
                <a:gd name="T23" fmla="*/ 0 h 152"/>
                <a:gd name="T24" fmla="*/ 2147483647 w 232"/>
                <a:gd name="T25" fmla="*/ 0 h 152"/>
                <a:gd name="T26" fmla="*/ 2147483647 w 232"/>
                <a:gd name="T27" fmla="*/ 2147483647 h 152"/>
                <a:gd name="T28" fmla="*/ 2147483647 w 232"/>
                <a:gd name="T29" fmla="*/ 2147483647 h 152"/>
                <a:gd name="T30" fmla="*/ 2147483647 w 232"/>
                <a:gd name="T31" fmla="*/ 2147483647 h 152"/>
                <a:gd name="T32" fmla="*/ 2147483647 w 232"/>
                <a:gd name="T33" fmla="*/ 2147483647 h 152"/>
                <a:gd name="T34" fmla="*/ 2147483647 w 232"/>
                <a:gd name="T35" fmla="*/ 2147483647 h 152"/>
                <a:gd name="T36" fmla="*/ 2147483647 w 232"/>
                <a:gd name="T37" fmla="*/ 2147483647 h 152"/>
                <a:gd name="T38" fmla="*/ 2147483647 w 232"/>
                <a:gd name="T39" fmla="*/ 2147483647 h 152"/>
                <a:gd name="T40" fmla="*/ 2147483647 w 232"/>
                <a:gd name="T41" fmla="*/ 2147483647 h 152"/>
                <a:gd name="T42" fmla="*/ 2147483647 w 232"/>
                <a:gd name="T43" fmla="*/ 2147483647 h 152"/>
                <a:gd name="T44" fmla="*/ 0 w 232"/>
                <a:gd name="T45" fmla="*/ 2147483647 h 152"/>
                <a:gd name="T46" fmla="*/ 0 w 232"/>
                <a:gd name="T47" fmla="*/ 2147483647 h 152"/>
                <a:gd name="T48" fmla="*/ 2147483647 w 232"/>
                <a:gd name="T49" fmla="*/ 2147483647 h 152"/>
                <a:gd name="T50" fmla="*/ 2147483647 w 232"/>
                <a:gd name="T51" fmla="*/ 2147483647 h 152"/>
                <a:gd name="T52" fmla="*/ 2147483647 w 232"/>
                <a:gd name="T53" fmla="*/ 2147483647 h 152"/>
                <a:gd name="T54" fmla="*/ 2147483647 w 232"/>
                <a:gd name="T55" fmla="*/ 2147483647 h 152"/>
                <a:gd name="T56" fmla="*/ 2147483647 w 232"/>
                <a:gd name="T57" fmla="*/ 2147483647 h 152"/>
                <a:gd name="T58" fmla="*/ 2147483647 w 232"/>
                <a:gd name="T59" fmla="*/ 2147483647 h 152"/>
                <a:gd name="T60" fmla="*/ 2147483647 w 232"/>
                <a:gd name="T61" fmla="*/ 2147483647 h 152"/>
                <a:gd name="T62" fmla="*/ 2147483647 w 232"/>
                <a:gd name="T63" fmla="*/ 2147483647 h 152"/>
                <a:gd name="T64" fmla="*/ 2147483647 w 232"/>
                <a:gd name="T65" fmla="*/ 2147483647 h 152"/>
                <a:gd name="T66" fmla="*/ 2147483647 w 232"/>
                <a:gd name="T67" fmla="*/ 2147483647 h 152"/>
                <a:gd name="T68" fmla="*/ 2147483647 w 232"/>
                <a:gd name="T69" fmla="*/ 2147483647 h 152"/>
                <a:gd name="T70" fmla="*/ 2147483647 w 232"/>
                <a:gd name="T71" fmla="*/ 2147483647 h 152"/>
                <a:gd name="T72" fmla="*/ 2147483647 w 232"/>
                <a:gd name="T73" fmla="*/ 2147483647 h 152"/>
                <a:gd name="T74" fmla="*/ 2147483647 w 232"/>
                <a:gd name="T75" fmla="*/ 2147483647 h 152"/>
                <a:gd name="T76" fmla="*/ 2147483647 w 232"/>
                <a:gd name="T77" fmla="*/ 2147483647 h 152"/>
                <a:gd name="T78" fmla="*/ 2147483647 w 232"/>
                <a:gd name="T79" fmla="*/ 2147483647 h 152"/>
                <a:gd name="T80" fmla="*/ 2147483647 w 232"/>
                <a:gd name="T81" fmla="*/ 2147483647 h 152"/>
                <a:gd name="T82" fmla="*/ 2147483647 w 232"/>
                <a:gd name="T83" fmla="*/ 2147483647 h 152"/>
                <a:gd name="T84" fmla="*/ 2147483647 w 232"/>
                <a:gd name="T85" fmla="*/ 2147483647 h 152"/>
                <a:gd name="T86" fmla="*/ 2147483647 w 232"/>
                <a:gd name="T87" fmla="*/ 2147483647 h 152"/>
                <a:gd name="T88" fmla="*/ 2147483647 w 232"/>
                <a:gd name="T89" fmla="*/ 2147483647 h 15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32"/>
                <a:gd name="T136" fmla="*/ 0 h 152"/>
                <a:gd name="T137" fmla="*/ 232 w 232"/>
                <a:gd name="T138" fmla="*/ 152 h 15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32" h="152">
                  <a:moveTo>
                    <a:pt x="216" y="88"/>
                  </a:moveTo>
                  <a:lnTo>
                    <a:pt x="224" y="88"/>
                  </a:lnTo>
                  <a:lnTo>
                    <a:pt x="232" y="64"/>
                  </a:lnTo>
                  <a:lnTo>
                    <a:pt x="232" y="56"/>
                  </a:lnTo>
                  <a:lnTo>
                    <a:pt x="208" y="48"/>
                  </a:lnTo>
                  <a:lnTo>
                    <a:pt x="192" y="40"/>
                  </a:lnTo>
                  <a:lnTo>
                    <a:pt x="184" y="40"/>
                  </a:lnTo>
                  <a:lnTo>
                    <a:pt x="168" y="32"/>
                  </a:lnTo>
                  <a:lnTo>
                    <a:pt x="160" y="16"/>
                  </a:lnTo>
                  <a:lnTo>
                    <a:pt x="136" y="8"/>
                  </a:lnTo>
                  <a:lnTo>
                    <a:pt x="128" y="8"/>
                  </a:lnTo>
                  <a:lnTo>
                    <a:pt x="128" y="0"/>
                  </a:lnTo>
                  <a:lnTo>
                    <a:pt x="120" y="0"/>
                  </a:lnTo>
                  <a:lnTo>
                    <a:pt x="112" y="24"/>
                  </a:lnTo>
                  <a:lnTo>
                    <a:pt x="96" y="24"/>
                  </a:lnTo>
                  <a:lnTo>
                    <a:pt x="72" y="24"/>
                  </a:lnTo>
                  <a:lnTo>
                    <a:pt x="48" y="16"/>
                  </a:lnTo>
                  <a:lnTo>
                    <a:pt x="32" y="16"/>
                  </a:lnTo>
                  <a:lnTo>
                    <a:pt x="24" y="16"/>
                  </a:lnTo>
                  <a:lnTo>
                    <a:pt x="24" y="32"/>
                  </a:lnTo>
                  <a:lnTo>
                    <a:pt x="16" y="40"/>
                  </a:lnTo>
                  <a:lnTo>
                    <a:pt x="8" y="64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8" y="80"/>
                  </a:lnTo>
                  <a:lnTo>
                    <a:pt x="16" y="88"/>
                  </a:lnTo>
                  <a:lnTo>
                    <a:pt x="48" y="80"/>
                  </a:lnTo>
                  <a:lnTo>
                    <a:pt x="72" y="80"/>
                  </a:lnTo>
                  <a:lnTo>
                    <a:pt x="96" y="96"/>
                  </a:lnTo>
                  <a:lnTo>
                    <a:pt x="104" y="112"/>
                  </a:lnTo>
                  <a:lnTo>
                    <a:pt x="88" y="120"/>
                  </a:lnTo>
                  <a:lnTo>
                    <a:pt x="88" y="136"/>
                  </a:lnTo>
                  <a:lnTo>
                    <a:pt x="96" y="136"/>
                  </a:lnTo>
                  <a:lnTo>
                    <a:pt x="104" y="128"/>
                  </a:lnTo>
                  <a:lnTo>
                    <a:pt x="120" y="120"/>
                  </a:lnTo>
                  <a:lnTo>
                    <a:pt x="136" y="120"/>
                  </a:lnTo>
                  <a:lnTo>
                    <a:pt x="144" y="128"/>
                  </a:lnTo>
                  <a:lnTo>
                    <a:pt x="136" y="136"/>
                  </a:lnTo>
                  <a:lnTo>
                    <a:pt x="152" y="152"/>
                  </a:lnTo>
                  <a:lnTo>
                    <a:pt x="184" y="136"/>
                  </a:lnTo>
                  <a:lnTo>
                    <a:pt x="168" y="128"/>
                  </a:lnTo>
                  <a:lnTo>
                    <a:pt x="176" y="112"/>
                  </a:lnTo>
                  <a:lnTo>
                    <a:pt x="200" y="112"/>
                  </a:lnTo>
                  <a:lnTo>
                    <a:pt x="208" y="104"/>
                  </a:lnTo>
                  <a:lnTo>
                    <a:pt x="216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5" name="Freeform 706"/>
            <p:cNvSpPr/>
            <p:nvPr/>
          </p:nvSpPr>
          <p:spPr bwMode="auto">
            <a:xfrm>
              <a:off x="5019968" y="2531056"/>
              <a:ext cx="32898" cy="20835"/>
            </a:xfrm>
            <a:custGeom>
              <a:avLst/>
              <a:gdLst>
                <a:gd name="T0" fmla="*/ 2147483647 w 24"/>
                <a:gd name="T1" fmla="*/ 2147483647 h 16"/>
                <a:gd name="T2" fmla="*/ 2147483647 w 24"/>
                <a:gd name="T3" fmla="*/ 0 h 16"/>
                <a:gd name="T4" fmla="*/ 0 w 24"/>
                <a:gd name="T5" fmla="*/ 2147483647 h 16"/>
                <a:gd name="T6" fmla="*/ 2147483647 w 24"/>
                <a:gd name="T7" fmla="*/ 2147483647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"/>
                <a:gd name="T13" fmla="*/ 0 h 16"/>
                <a:gd name="T14" fmla="*/ 24 w 24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" h="16">
                  <a:moveTo>
                    <a:pt x="24" y="16"/>
                  </a:moveTo>
                  <a:lnTo>
                    <a:pt x="8" y="0"/>
                  </a:lnTo>
                  <a:lnTo>
                    <a:pt x="0" y="8"/>
                  </a:lnTo>
                  <a:lnTo>
                    <a:pt x="24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6" name="Freeform 707"/>
            <p:cNvSpPr/>
            <p:nvPr/>
          </p:nvSpPr>
          <p:spPr bwMode="auto">
            <a:xfrm>
              <a:off x="4806128" y="2799726"/>
              <a:ext cx="106372" cy="107468"/>
            </a:xfrm>
            <a:custGeom>
              <a:avLst/>
              <a:gdLst>
                <a:gd name="T0" fmla="*/ 2147483647 w 80"/>
                <a:gd name="T1" fmla="*/ 2147483647 h 80"/>
                <a:gd name="T2" fmla="*/ 2147483647 w 80"/>
                <a:gd name="T3" fmla="*/ 0 h 80"/>
                <a:gd name="T4" fmla="*/ 2147483647 w 80"/>
                <a:gd name="T5" fmla="*/ 2147483647 h 80"/>
                <a:gd name="T6" fmla="*/ 2147483647 w 80"/>
                <a:gd name="T7" fmla="*/ 2147483647 h 80"/>
                <a:gd name="T8" fmla="*/ 2147483647 w 80"/>
                <a:gd name="T9" fmla="*/ 2147483647 h 80"/>
                <a:gd name="T10" fmla="*/ 2147483647 w 80"/>
                <a:gd name="T11" fmla="*/ 2147483647 h 80"/>
                <a:gd name="T12" fmla="*/ 2147483647 w 80"/>
                <a:gd name="T13" fmla="*/ 2147483647 h 80"/>
                <a:gd name="T14" fmla="*/ 2147483647 w 80"/>
                <a:gd name="T15" fmla="*/ 2147483647 h 80"/>
                <a:gd name="T16" fmla="*/ 2147483647 w 80"/>
                <a:gd name="T17" fmla="*/ 2147483647 h 80"/>
                <a:gd name="T18" fmla="*/ 2147483647 w 80"/>
                <a:gd name="T19" fmla="*/ 2147483647 h 80"/>
                <a:gd name="T20" fmla="*/ 0 w 80"/>
                <a:gd name="T21" fmla="*/ 2147483647 h 80"/>
                <a:gd name="T22" fmla="*/ 2147483647 w 80"/>
                <a:gd name="T23" fmla="*/ 2147483647 h 80"/>
                <a:gd name="T24" fmla="*/ 2147483647 w 80"/>
                <a:gd name="T25" fmla="*/ 2147483647 h 80"/>
                <a:gd name="T26" fmla="*/ 2147483647 w 80"/>
                <a:gd name="T27" fmla="*/ 2147483647 h 80"/>
                <a:gd name="T28" fmla="*/ 2147483647 w 80"/>
                <a:gd name="T29" fmla="*/ 2147483647 h 80"/>
                <a:gd name="T30" fmla="*/ 2147483647 w 80"/>
                <a:gd name="T31" fmla="*/ 2147483647 h 80"/>
                <a:gd name="T32" fmla="*/ 2147483647 w 80"/>
                <a:gd name="T33" fmla="*/ 2147483647 h 80"/>
                <a:gd name="T34" fmla="*/ 2147483647 w 80"/>
                <a:gd name="T35" fmla="*/ 2147483647 h 80"/>
                <a:gd name="T36" fmla="*/ 2147483647 w 80"/>
                <a:gd name="T37" fmla="*/ 2147483647 h 80"/>
                <a:gd name="T38" fmla="*/ 2147483647 w 80"/>
                <a:gd name="T39" fmla="*/ 2147483647 h 80"/>
                <a:gd name="T40" fmla="*/ 2147483647 w 80"/>
                <a:gd name="T41" fmla="*/ 2147483647 h 80"/>
                <a:gd name="T42" fmla="*/ 2147483647 w 80"/>
                <a:gd name="T43" fmla="*/ 2147483647 h 80"/>
                <a:gd name="T44" fmla="*/ 2147483647 w 80"/>
                <a:gd name="T45" fmla="*/ 2147483647 h 80"/>
                <a:gd name="T46" fmla="*/ 2147483647 w 80"/>
                <a:gd name="T47" fmla="*/ 2147483647 h 80"/>
                <a:gd name="T48" fmla="*/ 2147483647 w 80"/>
                <a:gd name="T49" fmla="*/ 2147483647 h 80"/>
                <a:gd name="T50" fmla="*/ 2147483647 w 80"/>
                <a:gd name="T51" fmla="*/ 2147483647 h 80"/>
                <a:gd name="T52" fmla="*/ 2147483647 w 80"/>
                <a:gd name="T53" fmla="*/ 2147483647 h 8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80"/>
                <a:gd name="T82" fmla="*/ 0 h 80"/>
                <a:gd name="T83" fmla="*/ 80 w 80"/>
                <a:gd name="T84" fmla="*/ 80 h 80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80" h="80">
                  <a:moveTo>
                    <a:pt x="80" y="8"/>
                  </a:moveTo>
                  <a:lnTo>
                    <a:pt x="80" y="0"/>
                  </a:lnTo>
                  <a:lnTo>
                    <a:pt x="80" y="8"/>
                  </a:lnTo>
                  <a:lnTo>
                    <a:pt x="64" y="8"/>
                  </a:lnTo>
                  <a:lnTo>
                    <a:pt x="40" y="8"/>
                  </a:lnTo>
                  <a:lnTo>
                    <a:pt x="32" y="8"/>
                  </a:lnTo>
                  <a:lnTo>
                    <a:pt x="16" y="16"/>
                  </a:lnTo>
                  <a:lnTo>
                    <a:pt x="8" y="24"/>
                  </a:lnTo>
                  <a:lnTo>
                    <a:pt x="0" y="32"/>
                  </a:lnTo>
                  <a:lnTo>
                    <a:pt x="8" y="48"/>
                  </a:lnTo>
                  <a:lnTo>
                    <a:pt x="24" y="48"/>
                  </a:lnTo>
                  <a:lnTo>
                    <a:pt x="16" y="56"/>
                  </a:lnTo>
                  <a:lnTo>
                    <a:pt x="16" y="72"/>
                  </a:lnTo>
                  <a:lnTo>
                    <a:pt x="32" y="80"/>
                  </a:lnTo>
                  <a:lnTo>
                    <a:pt x="40" y="72"/>
                  </a:lnTo>
                  <a:lnTo>
                    <a:pt x="40" y="64"/>
                  </a:lnTo>
                  <a:lnTo>
                    <a:pt x="56" y="56"/>
                  </a:lnTo>
                  <a:lnTo>
                    <a:pt x="40" y="40"/>
                  </a:lnTo>
                  <a:lnTo>
                    <a:pt x="40" y="32"/>
                  </a:lnTo>
                  <a:lnTo>
                    <a:pt x="32" y="24"/>
                  </a:lnTo>
                  <a:lnTo>
                    <a:pt x="56" y="16"/>
                  </a:lnTo>
                  <a:lnTo>
                    <a:pt x="72" y="16"/>
                  </a:lnTo>
                  <a:lnTo>
                    <a:pt x="80" y="16"/>
                  </a:lnTo>
                  <a:lnTo>
                    <a:pt x="8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7" name="Freeform 708"/>
            <p:cNvSpPr/>
            <p:nvPr/>
          </p:nvSpPr>
          <p:spPr bwMode="auto">
            <a:xfrm>
              <a:off x="5019968" y="2531056"/>
              <a:ext cx="32898" cy="20835"/>
            </a:xfrm>
            <a:custGeom>
              <a:avLst/>
              <a:gdLst>
                <a:gd name="T0" fmla="*/ 2147483647 w 24"/>
                <a:gd name="T1" fmla="*/ 2147483647 h 16"/>
                <a:gd name="T2" fmla="*/ 2147483647 w 24"/>
                <a:gd name="T3" fmla="*/ 0 h 16"/>
                <a:gd name="T4" fmla="*/ 0 w 24"/>
                <a:gd name="T5" fmla="*/ 2147483647 h 16"/>
                <a:gd name="T6" fmla="*/ 2147483647 w 24"/>
                <a:gd name="T7" fmla="*/ 2147483647 h 16"/>
                <a:gd name="T8" fmla="*/ 2147483647 w 24"/>
                <a:gd name="T9" fmla="*/ 2147483647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16"/>
                <a:gd name="T17" fmla="*/ 24 w 24"/>
                <a:gd name="T18" fmla="*/ 16 h 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16">
                  <a:moveTo>
                    <a:pt x="24" y="16"/>
                  </a:moveTo>
                  <a:lnTo>
                    <a:pt x="8" y="0"/>
                  </a:lnTo>
                  <a:lnTo>
                    <a:pt x="0" y="8"/>
                  </a:lnTo>
                  <a:lnTo>
                    <a:pt x="24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8" name="Freeform 709"/>
            <p:cNvSpPr/>
            <p:nvPr/>
          </p:nvSpPr>
          <p:spPr bwMode="auto">
            <a:xfrm>
              <a:off x="4806128" y="2638524"/>
              <a:ext cx="171072" cy="117338"/>
            </a:xfrm>
            <a:custGeom>
              <a:avLst/>
              <a:gdLst>
                <a:gd name="T0" fmla="*/ 2147483647 w 128"/>
                <a:gd name="T1" fmla="*/ 2147483647 h 88"/>
                <a:gd name="T2" fmla="*/ 2147483647 w 128"/>
                <a:gd name="T3" fmla="*/ 2147483647 h 88"/>
                <a:gd name="T4" fmla="*/ 2147483647 w 128"/>
                <a:gd name="T5" fmla="*/ 2147483647 h 88"/>
                <a:gd name="T6" fmla="*/ 2147483647 w 128"/>
                <a:gd name="T7" fmla="*/ 0 h 88"/>
                <a:gd name="T8" fmla="*/ 2147483647 w 128"/>
                <a:gd name="T9" fmla="*/ 0 h 88"/>
                <a:gd name="T10" fmla="*/ 2147483647 w 128"/>
                <a:gd name="T11" fmla="*/ 2147483647 h 88"/>
                <a:gd name="T12" fmla="*/ 2147483647 w 128"/>
                <a:gd name="T13" fmla="*/ 0 h 88"/>
                <a:gd name="T14" fmla="*/ 2147483647 w 128"/>
                <a:gd name="T15" fmla="*/ 2147483647 h 88"/>
                <a:gd name="T16" fmla="*/ 2147483647 w 128"/>
                <a:gd name="T17" fmla="*/ 2147483647 h 88"/>
                <a:gd name="T18" fmla="*/ 0 w 128"/>
                <a:gd name="T19" fmla="*/ 2147483647 h 88"/>
                <a:gd name="T20" fmla="*/ 2147483647 w 128"/>
                <a:gd name="T21" fmla="*/ 2147483647 h 88"/>
                <a:gd name="T22" fmla="*/ 2147483647 w 128"/>
                <a:gd name="T23" fmla="*/ 2147483647 h 88"/>
                <a:gd name="T24" fmla="*/ 2147483647 w 128"/>
                <a:gd name="T25" fmla="*/ 2147483647 h 88"/>
                <a:gd name="T26" fmla="*/ 2147483647 w 128"/>
                <a:gd name="T27" fmla="*/ 2147483647 h 88"/>
                <a:gd name="T28" fmla="*/ 2147483647 w 128"/>
                <a:gd name="T29" fmla="*/ 2147483647 h 88"/>
                <a:gd name="T30" fmla="*/ 2147483647 w 128"/>
                <a:gd name="T31" fmla="*/ 2147483647 h 88"/>
                <a:gd name="T32" fmla="*/ 2147483647 w 128"/>
                <a:gd name="T33" fmla="*/ 2147483647 h 88"/>
                <a:gd name="T34" fmla="*/ 2147483647 w 128"/>
                <a:gd name="T35" fmla="*/ 2147483647 h 88"/>
                <a:gd name="T36" fmla="*/ 2147483647 w 128"/>
                <a:gd name="T37" fmla="*/ 2147483647 h 8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28"/>
                <a:gd name="T58" fmla="*/ 0 h 88"/>
                <a:gd name="T59" fmla="*/ 128 w 128"/>
                <a:gd name="T60" fmla="*/ 88 h 88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28" h="88">
                  <a:moveTo>
                    <a:pt x="112" y="40"/>
                  </a:moveTo>
                  <a:lnTo>
                    <a:pt x="128" y="32"/>
                  </a:lnTo>
                  <a:lnTo>
                    <a:pt x="120" y="16"/>
                  </a:lnTo>
                  <a:lnTo>
                    <a:pt x="96" y="0"/>
                  </a:lnTo>
                  <a:lnTo>
                    <a:pt x="72" y="0"/>
                  </a:lnTo>
                  <a:lnTo>
                    <a:pt x="40" y="8"/>
                  </a:lnTo>
                  <a:lnTo>
                    <a:pt x="32" y="0"/>
                  </a:lnTo>
                  <a:lnTo>
                    <a:pt x="24" y="24"/>
                  </a:lnTo>
                  <a:lnTo>
                    <a:pt x="16" y="40"/>
                  </a:lnTo>
                  <a:lnTo>
                    <a:pt x="0" y="40"/>
                  </a:lnTo>
                  <a:lnTo>
                    <a:pt x="32" y="80"/>
                  </a:lnTo>
                  <a:lnTo>
                    <a:pt x="40" y="80"/>
                  </a:lnTo>
                  <a:lnTo>
                    <a:pt x="64" y="80"/>
                  </a:lnTo>
                  <a:lnTo>
                    <a:pt x="88" y="80"/>
                  </a:lnTo>
                  <a:lnTo>
                    <a:pt x="112" y="88"/>
                  </a:lnTo>
                  <a:lnTo>
                    <a:pt x="112" y="64"/>
                  </a:lnTo>
                  <a:lnTo>
                    <a:pt x="120" y="56"/>
                  </a:lnTo>
                  <a:lnTo>
                    <a:pt x="112" y="56"/>
                  </a:lnTo>
                  <a:lnTo>
                    <a:pt x="112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9" name="Freeform 710"/>
            <p:cNvSpPr/>
            <p:nvPr/>
          </p:nvSpPr>
          <p:spPr bwMode="auto">
            <a:xfrm>
              <a:off x="4806128" y="2692258"/>
              <a:ext cx="42768" cy="53735"/>
            </a:xfrm>
            <a:custGeom>
              <a:avLst/>
              <a:gdLst>
                <a:gd name="T0" fmla="*/ 2147483647 w 32"/>
                <a:gd name="T1" fmla="*/ 2147483647 h 40"/>
                <a:gd name="T2" fmla="*/ 2147483647 w 32"/>
                <a:gd name="T3" fmla="*/ 2147483647 h 40"/>
                <a:gd name="T4" fmla="*/ 0 w 32"/>
                <a:gd name="T5" fmla="*/ 0 h 40"/>
                <a:gd name="T6" fmla="*/ 2147483647 w 32"/>
                <a:gd name="T7" fmla="*/ 2147483647 h 40"/>
                <a:gd name="T8" fmla="*/ 2147483647 w 32"/>
                <a:gd name="T9" fmla="*/ 2147483647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40"/>
                <a:gd name="T17" fmla="*/ 32 w 32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40">
                  <a:moveTo>
                    <a:pt x="32" y="32"/>
                  </a:moveTo>
                  <a:lnTo>
                    <a:pt x="32" y="40"/>
                  </a:lnTo>
                  <a:lnTo>
                    <a:pt x="0" y="0"/>
                  </a:lnTo>
                  <a:lnTo>
                    <a:pt x="8" y="16"/>
                  </a:lnTo>
                  <a:lnTo>
                    <a:pt x="32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11"/>
            <p:cNvSpPr/>
            <p:nvPr/>
          </p:nvSpPr>
          <p:spPr bwMode="auto">
            <a:xfrm>
              <a:off x="4665761" y="2573824"/>
              <a:ext cx="118435" cy="64701"/>
            </a:xfrm>
            <a:custGeom>
              <a:avLst/>
              <a:gdLst>
                <a:gd name="T0" fmla="*/ 2147483647 w 88"/>
                <a:gd name="T1" fmla="*/ 2147483647 h 48"/>
                <a:gd name="T2" fmla="*/ 2147483647 w 88"/>
                <a:gd name="T3" fmla="*/ 2147483647 h 48"/>
                <a:gd name="T4" fmla="*/ 2147483647 w 88"/>
                <a:gd name="T5" fmla="*/ 2147483647 h 48"/>
                <a:gd name="T6" fmla="*/ 2147483647 w 88"/>
                <a:gd name="T7" fmla="*/ 2147483647 h 48"/>
                <a:gd name="T8" fmla="*/ 2147483647 w 88"/>
                <a:gd name="T9" fmla="*/ 2147483647 h 48"/>
                <a:gd name="T10" fmla="*/ 2147483647 w 88"/>
                <a:gd name="T11" fmla="*/ 2147483647 h 48"/>
                <a:gd name="T12" fmla="*/ 2147483647 w 88"/>
                <a:gd name="T13" fmla="*/ 2147483647 h 48"/>
                <a:gd name="T14" fmla="*/ 2147483647 w 88"/>
                <a:gd name="T15" fmla="*/ 2147483647 h 48"/>
                <a:gd name="T16" fmla="*/ 2147483647 w 88"/>
                <a:gd name="T17" fmla="*/ 2147483647 h 48"/>
                <a:gd name="T18" fmla="*/ 2147483647 w 88"/>
                <a:gd name="T19" fmla="*/ 0 h 48"/>
                <a:gd name="T20" fmla="*/ 2147483647 w 88"/>
                <a:gd name="T21" fmla="*/ 0 h 48"/>
                <a:gd name="T22" fmla="*/ 2147483647 w 88"/>
                <a:gd name="T23" fmla="*/ 0 h 48"/>
                <a:gd name="T24" fmla="*/ 2147483647 w 88"/>
                <a:gd name="T25" fmla="*/ 2147483647 h 48"/>
                <a:gd name="T26" fmla="*/ 2147483647 w 88"/>
                <a:gd name="T27" fmla="*/ 2147483647 h 48"/>
                <a:gd name="T28" fmla="*/ 0 w 88"/>
                <a:gd name="T29" fmla="*/ 2147483647 h 48"/>
                <a:gd name="T30" fmla="*/ 2147483647 w 88"/>
                <a:gd name="T31" fmla="*/ 2147483647 h 48"/>
                <a:gd name="T32" fmla="*/ 2147483647 w 88"/>
                <a:gd name="T33" fmla="*/ 2147483647 h 48"/>
                <a:gd name="T34" fmla="*/ 2147483647 w 88"/>
                <a:gd name="T35" fmla="*/ 2147483647 h 48"/>
                <a:gd name="T36" fmla="*/ 2147483647 w 88"/>
                <a:gd name="T37" fmla="*/ 2147483647 h 4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88"/>
                <a:gd name="T58" fmla="*/ 0 h 48"/>
                <a:gd name="T59" fmla="*/ 88 w 88"/>
                <a:gd name="T60" fmla="*/ 48 h 48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88" h="48">
                  <a:moveTo>
                    <a:pt x="40" y="40"/>
                  </a:moveTo>
                  <a:lnTo>
                    <a:pt x="56" y="40"/>
                  </a:lnTo>
                  <a:lnTo>
                    <a:pt x="64" y="40"/>
                  </a:lnTo>
                  <a:lnTo>
                    <a:pt x="64" y="48"/>
                  </a:lnTo>
                  <a:lnTo>
                    <a:pt x="80" y="40"/>
                  </a:lnTo>
                  <a:lnTo>
                    <a:pt x="80" y="32"/>
                  </a:lnTo>
                  <a:lnTo>
                    <a:pt x="88" y="24"/>
                  </a:lnTo>
                  <a:lnTo>
                    <a:pt x="72" y="16"/>
                  </a:lnTo>
                  <a:lnTo>
                    <a:pt x="56" y="8"/>
                  </a:lnTo>
                  <a:lnTo>
                    <a:pt x="40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16"/>
                  </a:lnTo>
                  <a:lnTo>
                    <a:pt x="16" y="24"/>
                  </a:lnTo>
                  <a:lnTo>
                    <a:pt x="24" y="40"/>
                  </a:lnTo>
                  <a:lnTo>
                    <a:pt x="40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1" name="Freeform 712"/>
            <p:cNvSpPr/>
            <p:nvPr/>
          </p:nvSpPr>
          <p:spPr bwMode="auto">
            <a:xfrm>
              <a:off x="4741428" y="2638524"/>
              <a:ext cx="107468" cy="64700"/>
            </a:xfrm>
            <a:custGeom>
              <a:avLst/>
              <a:gdLst>
                <a:gd name="T0" fmla="*/ 2147483647 w 80"/>
                <a:gd name="T1" fmla="*/ 0 h 48"/>
                <a:gd name="T2" fmla="*/ 2147483647 w 80"/>
                <a:gd name="T3" fmla="*/ 0 h 48"/>
                <a:gd name="T4" fmla="*/ 2147483647 w 80"/>
                <a:gd name="T5" fmla="*/ 2147483647 h 48"/>
                <a:gd name="T6" fmla="*/ 2147483647 w 80"/>
                <a:gd name="T7" fmla="*/ 2147483647 h 48"/>
                <a:gd name="T8" fmla="*/ 2147483647 w 80"/>
                <a:gd name="T9" fmla="*/ 2147483647 h 48"/>
                <a:gd name="T10" fmla="*/ 2147483647 w 80"/>
                <a:gd name="T11" fmla="*/ 2147483647 h 48"/>
                <a:gd name="T12" fmla="*/ 2147483647 w 80"/>
                <a:gd name="T13" fmla="*/ 2147483647 h 48"/>
                <a:gd name="T14" fmla="*/ 0 w 80"/>
                <a:gd name="T15" fmla="*/ 2147483647 h 48"/>
                <a:gd name="T16" fmla="*/ 0 w 80"/>
                <a:gd name="T17" fmla="*/ 2147483647 h 48"/>
                <a:gd name="T18" fmla="*/ 2147483647 w 80"/>
                <a:gd name="T19" fmla="*/ 2147483647 h 48"/>
                <a:gd name="T20" fmla="*/ 2147483647 w 80"/>
                <a:gd name="T21" fmla="*/ 2147483647 h 48"/>
                <a:gd name="T22" fmla="*/ 2147483647 w 80"/>
                <a:gd name="T23" fmla="*/ 2147483647 h 48"/>
                <a:gd name="T24" fmla="*/ 2147483647 w 80"/>
                <a:gd name="T25" fmla="*/ 2147483647 h 48"/>
                <a:gd name="T26" fmla="*/ 2147483647 w 80"/>
                <a:gd name="T27" fmla="*/ 2147483647 h 48"/>
                <a:gd name="T28" fmla="*/ 2147483647 w 80"/>
                <a:gd name="T29" fmla="*/ 0 h 48"/>
                <a:gd name="T30" fmla="*/ 2147483647 w 80"/>
                <a:gd name="T31" fmla="*/ 0 h 48"/>
                <a:gd name="T32" fmla="*/ 2147483647 w 80"/>
                <a:gd name="T33" fmla="*/ 0 h 4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0"/>
                <a:gd name="T52" fmla="*/ 0 h 48"/>
                <a:gd name="T53" fmla="*/ 80 w 80"/>
                <a:gd name="T54" fmla="*/ 48 h 4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0" h="48">
                  <a:moveTo>
                    <a:pt x="56" y="0"/>
                  </a:moveTo>
                  <a:lnTo>
                    <a:pt x="48" y="0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16" y="40"/>
                  </a:lnTo>
                  <a:lnTo>
                    <a:pt x="32" y="48"/>
                  </a:lnTo>
                  <a:lnTo>
                    <a:pt x="48" y="40"/>
                  </a:lnTo>
                  <a:lnTo>
                    <a:pt x="64" y="40"/>
                  </a:lnTo>
                  <a:lnTo>
                    <a:pt x="72" y="24"/>
                  </a:lnTo>
                  <a:lnTo>
                    <a:pt x="80" y="0"/>
                  </a:lnTo>
                  <a:lnTo>
                    <a:pt x="72" y="0"/>
                  </a:lnTo>
                  <a:lnTo>
                    <a:pt x="56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2" name="Freeform 713"/>
            <p:cNvSpPr/>
            <p:nvPr/>
          </p:nvSpPr>
          <p:spPr bwMode="auto">
            <a:xfrm>
              <a:off x="4752394" y="2605626"/>
              <a:ext cx="96502" cy="43865"/>
            </a:xfrm>
            <a:custGeom>
              <a:avLst/>
              <a:gdLst>
                <a:gd name="T0" fmla="*/ 2147483647 w 72"/>
                <a:gd name="T1" fmla="*/ 2147483647 h 32"/>
                <a:gd name="T2" fmla="*/ 2147483647 w 72"/>
                <a:gd name="T3" fmla="*/ 0 h 32"/>
                <a:gd name="T4" fmla="*/ 2147483647 w 72"/>
                <a:gd name="T5" fmla="*/ 2147483647 h 32"/>
                <a:gd name="T6" fmla="*/ 2147483647 w 72"/>
                <a:gd name="T7" fmla="*/ 2147483647 h 32"/>
                <a:gd name="T8" fmla="*/ 0 w 72"/>
                <a:gd name="T9" fmla="*/ 2147483647 h 32"/>
                <a:gd name="T10" fmla="*/ 0 w 72"/>
                <a:gd name="T11" fmla="*/ 2147483647 h 32"/>
                <a:gd name="T12" fmla="*/ 2147483647 w 72"/>
                <a:gd name="T13" fmla="*/ 2147483647 h 32"/>
                <a:gd name="T14" fmla="*/ 2147483647 w 72"/>
                <a:gd name="T15" fmla="*/ 2147483647 h 32"/>
                <a:gd name="T16" fmla="*/ 2147483647 w 72"/>
                <a:gd name="T17" fmla="*/ 2147483647 h 32"/>
                <a:gd name="T18" fmla="*/ 2147483647 w 72"/>
                <a:gd name="T19" fmla="*/ 2147483647 h 32"/>
                <a:gd name="T20" fmla="*/ 2147483647 w 72"/>
                <a:gd name="T21" fmla="*/ 2147483647 h 32"/>
                <a:gd name="T22" fmla="*/ 2147483647 w 72"/>
                <a:gd name="T23" fmla="*/ 2147483647 h 32"/>
                <a:gd name="T24" fmla="*/ 2147483647 w 72"/>
                <a:gd name="T25" fmla="*/ 2147483647 h 32"/>
                <a:gd name="T26" fmla="*/ 2147483647 w 72"/>
                <a:gd name="T27" fmla="*/ 2147483647 h 32"/>
                <a:gd name="T28" fmla="*/ 2147483647 w 72"/>
                <a:gd name="T29" fmla="*/ 2147483647 h 32"/>
                <a:gd name="T30" fmla="*/ 2147483647 w 72"/>
                <a:gd name="T31" fmla="*/ 2147483647 h 32"/>
                <a:gd name="T32" fmla="*/ 2147483647 w 72"/>
                <a:gd name="T33" fmla="*/ 2147483647 h 3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2"/>
                <a:gd name="T52" fmla="*/ 0 h 32"/>
                <a:gd name="T53" fmla="*/ 72 w 72"/>
                <a:gd name="T54" fmla="*/ 32 h 3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2" h="32">
                  <a:moveTo>
                    <a:pt x="40" y="8"/>
                  </a:moveTo>
                  <a:lnTo>
                    <a:pt x="24" y="0"/>
                  </a:lnTo>
                  <a:lnTo>
                    <a:pt x="16" y="8"/>
                  </a:lnTo>
                  <a:lnTo>
                    <a:pt x="16" y="16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8" y="32"/>
                  </a:lnTo>
                  <a:lnTo>
                    <a:pt x="16" y="32"/>
                  </a:lnTo>
                  <a:lnTo>
                    <a:pt x="24" y="32"/>
                  </a:lnTo>
                  <a:lnTo>
                    <a:pt x="40" y="24"/>
                  </a:lnTo>
                  <a:lnTo>
                    <a:pt x="48" y="24"/>
                  </a:lnTo>
                  <a:lnTo>
                    <a:pt x="64" y="24"/>
                  </a:lnTo>
                  <a:lnTo>
                    <a:pt x="72" y="24"/>
                  </a:lnTo>
                  <a:lnTo>
                    <a:pt x="64" y="16"/>
                  </a:lnTo>
                  <a:lnTo>
                    <a:pt x="64" y="8"/>
                  </a:lnTo>
                  <a:lnTo>
                    <a:pt x="56" y="8"/>
                  </a:lnTo>
                  <a:lnTo>
                    <a:pt x="4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3" name="Freeform 714"/>
            <p:cNvSpPr/>
            <p:nvPr/>
          </p:nvSpPr>
          <p:spPr bwMode="auto">
            <a:xfrm>
              <a:off x="4806128" y="2692258"/>
              <a:ext cx="42768" cy="53735"/>
            </a:xfrm>
            <a:custGeom>
              <a:avLst/>
              <a:gdLst>
                <a:gd name="T0" fmla="*/ 2147483647 w 32"/>
                <a:gd name="T1" fmla="*/ 2147483647 h 40"/>
                <a:gd name="T2" fmla="*/ 2147483647 w 32"/>
                <a:gd name="T3" fmla="*/ 2147483647 h 40"/>
                <a:gd name="T4" fmla="*/ 0 w 32"/>
                <a:gd name="T5" fmla="*/ 0 h 40"/>
                <a:gd name="T6" fmla="*/ 2147483647 w 32"/>
                <a:gd name="T7" fmla="*/ 2147483647 h 40"/>
                <a:gd name="T8" fmla="*/ 2147483647 w 32"/>
                <a:gd name="T9" fmla="*/ 2147483647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40"/>
                <a:gd name="T17" fmla="*/ 32 w 32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40">
                  <a:moveTo>
                    <a:pt x="32" y="32"/>
                  </a:moveTo>
                  <a:lnTo>
                    <a:pt x="32" y="40"/>
                  </a:lnTo>
                  <a:lnTo>
                    <a:pt x="0" y="0"/>
                  </a:lnTo>
                  <a:lnTo>
                    <a:pt x="8" y="16"/>
                  </a:lnTo>
                  <a:lnTo>
                    <a:pt x="32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4" name="Freeform 715"/>
            <p:cNvSpPr/>
            <p:nvPr/>
          </p:nvSpPr>
          <p:spPr bwMode="auto">
            <a:xfrm>
              <a:off x="4752394" y="2605626"/>
              <a:ext cx="96502" cy="43865"/>
            </a:xfrm>
            <a:custGeom>
              <a:avLst/>
              <a:gdLst>
                <a:gd name="T0" fmla="*/ 2147483647 w 72"/>
                <a:gd name="T1" fmla="*/ 2147483647 h 32"/>
                <a:gd name="T2" fmla="*/ 2147483647 w 72"/>
                <a:gd name="T3" fmla="*/ 0 h 32"/>
                <a:gd name="T4" fmla="*/ 2147483647 w 72"/>
                <a:gd name="T5" fmla="*/ 0 h 32"/>
                <a:gd name="T6" fmla="*/ 2147483647 w 72"/>
                <a:gd name="T7" fmla="*/ 2147483647 h 32"/>
                <a:gd name="T8" fmla="*/ 2147483647 w 72"/>
                <a:gd name="T9" fmla="*/ 2147483647 h 32"/>
                <a:gd name="T10" fmla="*/ 0 w 72"/>
                <a:gd name="T11" fmla="*/ 2147483647 h 32"/>
                <a:gd name="T12" fmla="*/ 0 w 72"/>
                <a:gd name="T13" fmla="*/ 2147483647 h 32"/>
                <a:gd name="T14" fmla="*/ 0 w 72"/>
                <a:gd name="T15" fmla="*/ 2147483647 h 32"/>
                <a:gd name="T16" fmla="*/ 2147483647 w 72"/>
                <a:gd name="T17" fmla="*/ 2147483647 h 32"/>
                <a:gd name="T18" fmla="*/ 2147483647 w 72"/>
                <a:gd name="T19" fmla="*/ 2147483647 h 32"/>
                <a:gd name="T20" fmla="*/ 2147483647 w 72"/>
                <a:gd name="T21" fmla="*/ 2147483647 h 32"/>
                <a:gd name="T22" fmla="*/ 2147483647 w 72"/>
                <a:gd name="T23" fmla="*/ 2147483647 h 32"/>
                <a:gd name="T24" fmla="*/ 2147483647 w 72"/>
                <a:gd name="T25" fmla="*/ 2147483647 h 32"/>
                <a:gd name="T26" fmla="*/ 2147483647 w 72"/>
                <a:gd name="T27" fmla="*/ 2147483647 h 32"/>
                <a:gd name="T28" fmla="*/ 2147483647 w 72"/>
                <a:gd name="T29" fmla="*/ 2147483647 h 32"/>
                <a:gd name="T30" fmla="*/ 2147483647 w 72"/>
                <a:gd name="T31" fmla="*/ 2147483647 h 32"/>
                <a:gd name="T32" fmla="*/ 2147483647 w 72"/>
                <a:gd name="T33" fmla="*/ 2147483647 h 32"/>
                <a:gd name="T34" fmla="*/ 2147483647 w 72"/>
                <a:gd name="T35" fmla="*/ 2147483647 h 32"/>
                <a:gd name="T36" fmla="*/ 2147483647 w 72"/>
                <a:gd name="T37" fmla="*/ 2147483647 h 3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72"/>
                <a:gd name="T58" fmla="*/ 0 h 32"/>
                <a:gd name="T59" fmla="*/ 72 w 72"/>
                <a:gd name="T60" fmla="*/ 32 h 3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72" h="32">
                  <a:moveTo>
                    <a:pt x="40" y="8"/>
                  </a:moveTo>
                  <a:lnTo>
                    <a:pt x="24" y="0"/>
                  </a:lnTo>
                  <a:lnTo>
                    <a:pt x="16" y="8"/>
                  </a:lnTo>
                  <a:lnTo>
                    <a:pt x="16" y="16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8" y="32"/>
                  </a:lnTo>
                  <a:lnTo>
                    <a:pt x="16" y="32"/>
                  </a:lnTo>
                  <a:lnTo>
                    <a:pt x="24" y="32"/>
                  </a:lnTo>
                  <a:lnTo>
                    <a:pt x="40" y="24"/>
                  </a:lnTo>
                  <a:lnTo>
                    <a:pt x="48" y="24"/>
                  </a:lnTo>
                  <a:lnTo>
                    <a:pt x="64" y="24"/>
                  </a:lnTo>
                  <a:lnTo>
                    <a:pt x="72" y="24"/>
                  </a:lnTo>
                  <a:lnTo>
                    <a:pt x="64" y="16"/>
                  </a:lnTo>
                  <a:lnTo>
                    <a:pt x="64" y="8"/>
                  </a:lnTo>
                  <a:lnTo>
                    <a:pt x="56" y="8"/>
                  </a:lnTo>
                  <a:lnTo>
                    <a:pt x="4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5" name="Freeform 716"/>
            <p:cNvSpPr/>
            <p:nvPr/>
          </p:nvSpPr>
          <p:spPr bwMode="auto">
            <a:xfrm>
              <a:off x="4848896" y="2745993"/>
              <a:ext cx="117338" cy="96502"/>
            </a:xfrm>
            <a:custGeom>
              <a:avLst/>
              <a:gdLst>
                <a:gd name="T0" fmla="*/ 2147483647 w 88"/>
                <a:gd name="T1" fmla="*/ 0 h 72"/>
                <a:gd name="T2" fmla="*/ 2147483647 w 88"/>
                <a:gd name="T3" fmla="*/ 0 h 72"/>
                <a:gd name="T4" fmla="*/ 0 w 88"/>
                <a:gd name="T5" fmla="*/ 0 h 72"/>
                <a:gd name="T6" fmla="*/ 0 w 88"/>
                <a:gd name="T7" fmla="*/ 2147483647 h 72"/>
                <a:gd name="T8" fmla="*/ 2147483647 w 88"/>
                <a:gd name="T9" fmla="*/ 2147483647 h 72"/>
                <a:gd name="T10" fmla="*/ 0 w 88"/>
                <a:gd name="T11" fmla="*/ 2147483647 h 72"/>
                <a:gd name="T12" fmla="*/ 2147483647 w 88"/>
                <a:gd name="T13" fmla="*/ 2147483647 h 72"/>
                <a:gd name="T14" fmla="*/ 2147483647 w 88"/>
                <a:gd name="T15" fmla="*/ 2147483647 h 72"/>
                <a:gd name="T16" fmla="*/ 2147483647 w 88"/>
                <a:gd name="T17" fmla="*/ 2147483647 h 72"/>
                <a:gd name="T18" fmla="*/ 2147483647 w 88"/>
                <a:gd name="T19" fmla="*/ 2147483647 h 72"/>
                <a:gd name="T20" fmla="*/ 2147483647 w 88"/>
                <a:gd name="T21" fmla="*/ 2147483647 h 72"/>
                <a:gd name="T22" fmla="*/ 2147483647 w 88"/>
                <a:gd name="T23" fmla="*/ 2147483647 h 72"/>
                <a:gd name="T24" fmla="*/ 2147483647 w 88"/>
                <a:gd name="T25" fmla="*/ 2147483647 h 72"/>
                <a:gd name="T26" fmla="*/ 2147483647 w 88"/>
                <a:gd name="T27" fmla="*/ 2147483647 h 72"/>
                <a:gd name="T28" fmla="*/ 2147483647 w 88"/>
                <a:gd name="T29" fmla="*/ 2147483647 h 72"/>
                <a:gd name="T30" fmla="*/ 2147483647 w 88"/>
                <a:gd name="T31" fmla="*/ 2147483647 h 72"/>
                <a:gd name="T32" fmla="*/ 2147483647 w 88"/>
                <a:gd name="T33" fmla="*/ 2147483647 h 72"/>
                <a:gd name="T34" fmla="*/ 2147483647 w 88"/>
                <a:gd name="T35" fmla="*/ 2147483647 h 72"/>
                <a:gd name="T36" fmla="*/ 2147483647 w 88"/>
                <a:gd name="T37" fmla="*/ 2147483647 h 72"/>
                <a:gd name="T38" fmla="*/ 2147483647 w 88"/>
                <a:gd name="T39" fmla="*/ 2147483647 h 72"/>
                <a:gd name="T40" fmla="*/ 2147483647 w 88"/>
                <a:gd name="T41" fmla="*/ 2147483647 h 72"/>
                <a:gd name="T42" fmla="*/ 2147483647 w 88"/>
                <a:gd name="T43" fmla="*/ 0 h 72"/>
                <a:gd name="T44" fmla="*/ 2147483647 w 88"/>
                <a:gd name="T45" fmla="*/ 0 h 7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88"/>
                <a:gd name="T70" fmla="*/ 0 h 72"/>
                <a:gd name="T71" fmla="*/ 88 w 88"/>
                <a:gd name="T72" fmla="*/ 72 h 72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88" h="72">
                  <a:moveTo>
                    <a:pt x="32" y="0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8" y="16"/>
                  </a:lnTo>
                  <a:lnTo>
                    <a:pt x="0" y="32"/>
                  </a:lnTo>
                  <a:lnTo>
                    <a:pt x="8" y="40"/>
                  </a:lnTo>
                  <a:lnTo>
                    <a:pt x="8" y="48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48" y="40"/>
                  </a:lnTo>
                  <a:lnTo>
                    <a:pt x="48" y="48"/>
                  </a:lnTo>
                  <a:lnTo>
                    <a:pt x="48" y="56"/>
                  </a:lnTo>
                  <a:lnTo>
                    <a:pt x="40" y="56"/>
                  </a:lnTo>
                  <a:lnTo>
                    <a:pt x="48" y="72"/>
                  </a:lnTo>
                  <a:lnTo>
                    <a:pt x="64" y="64"/>
                  </a:lnTo>
                  <a:lnTo>
                    <a:pt x="80" y="64"/>
                  </a:lnTo>
                  <a:lnTo>
                    <a:pt x="88" y="48"/>
                  </a:lnTo>
                  <a:lnTo>
                    <a:pt x="64" y="40"/>
                  </a:lnTo>
                  <a:lnTo>
                    <a:pt x="64" y="24"/>
                  </a:lnTo>
                  <a:lnTo>
                    <a:pt x="80" y="8"/>
                  </a:lnTo>
                  <a:lnTo>
                    <a:pt x="56" y="0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6" name="Freeform 717"/>
            <p:cNvSpPr/>
            <p:nvPr/>
          </p:nvSpPr>
          <p:spPr bwMode="auto">
            <a:xfrm>
              <a:off x="4773229" y="2692258"/>
              <a:ext cx="85536" cy="150237"/>
            </a:xfrm>
            <a:custGeom>
              <a:avLst/>
              <a:gdLst>
                <a:gd name="T0" fmla="*/ 2147483647 w 64"/>
                <a:gd name="T1" fmla="*/ 2147483647 h 112"/>
                <a:gd name="T2" fmla="*/ 2147483647 w 64"/>
                <a:gd name="T3" fmla="*/ 2147483647 h 112"/>
                <a:gd name="T4" fmla="*/ 2147483647 w 64"/>
                <a:gd name="T5" fmla="*/ 2147483647 h 112"/>
                <a:gd name="T6" fmla="*/ 2147483647 w 64"/>
                <a:gd name="T7" fmla="*/ 2147483647 h 112"/>
                <a:gd name="T8" fmla="*/ 2147483647 w 64"/>
                <a:gd name="T9" fmla="*/ 2147483647 h 112"/>
                <a:gd name="T10" fmla="*/ 2147483647 w 64"/>
                <a:gd name="T11" fmla="*/ 2147483647 h 112"/>
                <a:gd name="T12" fmla="*/ 2147483647 w 64"/>
                <a:gd name="T13" fmla="*/ 2147483647 h 112"/>
                <a:gd name="T14" fmla="*/ 2147483647 w 64"/>
                <a:gd name="T15" fmla="*/ 2147483647 h 112"/>
                <a:gd name="T16" fmla="*/ 2147483647 w 64"/>
                <a:gd name="T17" fmla="*/ 2147483647 h 112"/>
                <a:gd name="T18" fmla="*/ 2147483647 w 64"/>
                <a:gd name="T19" fmla="*/ 2147483647 h 112"/>
                <a:gd name="T20" fmla="*/ 2147483647 w 64"/>
                <a:gd name="T21" fmla="*/ 0 h 112"/>
                <a:gd name="T22" fmla="*/ 2147483647 w 64"/>
                <a:gd name="T23" fmla="*/ 2147483647 h 112"/>
                <a:gd name="T24" fmla="*/ 2147483647 w 64"/>
                <a:gd name="T25" fmla="*/ 2147483647 h 112"/>
                <a:gd name="T26" fmla="*/ 2147483647 w 64"/>
                <a:gd name="T27" fmla="*/ 2147483647 h 112"/>
                <a:gd name="T28" fmla="*/ 2147483647 w 64"/>
                <a:gd name="T29" fmla="*/ 2147483647 h 112"/>
                <a:gd name="T30" fmla="*/ 2147483647 w 64"/>
                <a:gd name="T31" fmla="*/ 2147483647 h 112"/>
                <a:gd name="T32" fmla="*/ 0 w 64"/>
                <a:gd name="T33" fmla="*/ 2147483647 h 112"/>
                <a:gd name="T34" fmla="*/ 2147483647 w 64"/>
                <a:gd name="T35" fmla="*/ 2147483647 h 112"/>
                <a:gd name="T36" fmla="*/ 2147483647 w 64"/>
                <a:gd name="T37" fmla="*/ 2147483647 h 112"/>
                <a:gd name="T38" fmla="*/ 2147483647 w 64"/>
                <a:gd name="T39" fmla="*/ 2147483647 h 112"/>
                <a:gd name="T40" fmla="*/ 2147483647 w 64"/>
                <a:gd name="T41" fmla="*/ 2147483647 h 112"/>
                <a:gd name="T42" fmla="*/ 2147483647 w 64"/>
                <a:gd name="T43" fmla="*/ 2147483647 h 112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64"/>
                <a:gd name="T67" fmla="*/ 0 h 112"/>
                <a:gd name="T68" fmla="*/ 64 w 64"/>
                <a:gd name="T69" fmla="*/ 112 h 112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64" h="112">
                  <a:moveTo>
                    <a:pt x="40" y="96"/>
                  </a:moveTo>
                  <a:lnTo>
                    <a:pt x="56" y="88"/>
                  </a:lnTo>
                  <a:lnTo>
                    <a:pt x="64" y="88"/>
                  </a:lnTo>
                  <a:lnTo>
                    <a:pt x="64" y="80"/>
                  </a:lnTo>
                  <a:lnTo>
                    <a:pt x="56" y="72"/>
                  </a:lnTo>
                  <a:lnTo>
                    <a:pt x="64" y="56"/>
                  </a:lnTo>
                  <a:lnTo>
                    <a:pt x="56" y="48"/>
                  </a:lnTo>
                  <a:lnTo>
                    <a:pt x="56" y="40"/>
                  </a:lnTo>
                  <a:lnTo>
                    <a:pt x="56" y="32"/>
                  </a:lnTo>
                  <a:lnTo>
                    <a:pt x="32" y="16"/>
                  </a:lnTo>
                  <a:lnTo>
                    <a:pt x="24" y="0"/>
                  </a:lnTo>
                  <a:lnTo>
                    <a:pt x="8" y="8"/>
                  </a:lnTo>
                  <a:lnTo>
                    <a:pt x="16" y="16"/>
                  </a:lnTo>
                  <a:lnTo>
                    <a:pt x="16" y="24"/>
                  </a:lnTo>
                  <a:lnTo>
                    <a:pt x="16" y="40"/>
                  </a:lnTo>
                  <a:lnTo>
                    <a:pt x="8" y="56"/>
                  </a:lnTo>
                  <a:lnTo>
                    <a:pt x="0" y="72"/>
                  </a:lnTo>
                  <a:lnTo>
                    <a:pt x="16" y="88"/>
                  </a:lnTo>
                  <a:lnTo>
                    <a:pt x="16" y="96"/>
                  </a:lnTo>
                  <a:lnTo>
                    <a:pt x="24" y="112"/>
                  </a:lnTo>
                  <a:lnTo>
                    <a:pt x="32" y="104"/>
                  </a:lnTo>
                  <a:lnTo>
                    <a:pt x="40" y="9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7" name="Freeform 718"/>
            <p:cNvSpPr/>
            <p:nvPr/>
          </p:nvSpPr>
          <p:spPr bwMode="auto">
            <a:xfrm>
              <a:off x="4698659" y="2670326"/>
              <a:ext cx="96502" cy="118435"/>
            </a:xfrm>
            <a:custGeom>
              <a:avLst/>
              <a:gdLst>
                <a:gd name="T0" fmla="*/ 2147483647 w 72"/>
                <a:gd name="T1" fmla="*/ 2147483647 h 88"/>
                <a:gd name="T2" fmla="*/ 2147483647 w 72"/>
                <a:gd name="T3" fmla="*/ 2147483647 h 88"/>
                <a:gd name="T4" fmla="*/ 2147483647 w 72"/>
                <a:gd name="T5" fmla="*/ 2147483647 h 88"/>
                <a:gd name="T6" fmla="*/ 2147483647 w 72"/>
                <a:gd name="T7" fmla="*/ 2147483647 h 88"/>
                <a:gd name="T8" fmla="*/ 2147483647 w 72"/>
                <a:gd name="T9" fmla="*/ 2147483647 h 88"/>
                <a:gd name="T10" fmla="*/ 2147483647 w 72"/>
                <a:gd name="T11" fmla="*/ 2147483647 h 88"/>
                <a:gd name="T12" fmla="*/ 2147483647 w 72"/>
                <a:gd name="T13" fmla="*/ 0 h 88"/>
                <a:gd name="T14" fmla="*/ 2147483647 w 72"/>
                <a:gd name="T15" fmla="*/ 2147483647 h 88"/>
                <a:gd name="T16" fmla="*/ 0 w 72"/>
                <a:gd name="T17" fmla="*/ 2147483647 h 88"/>
                <a:gd name="T18" fmla="*/ 0 w 72"/>
                <a:gd name="T19" fmla="*/ 2147483647 h 88"/>
                <a:gd name="T20" fmla="*/ 0 w 72"/>
                <a:gd name="T21" fmla="*/ 2147483647 h 88"/>
                <a:gd name="T22" fmla="*/ 2147483647 w 72"/>
                <a:gd name="T23" fmla="*/ 2147483647 h 88"/>
                <a:gd name="T24" fmla="*/ 2147483647 w 72"/>
                <a:gd name="T25" fmla="*/ 2147483647 h 88"/>
                <a:gd name="T26" fmla="*/ 2147483647 w 72"/>
                <a:gd name="T27" fmla="*/ 2147483647 h 88"/>
                <a:gd name="T28" fmla="*/ 2147483647 w 72"/>
                <a:gd name="T29" fmla="*/ 2147483647 h 88"/>
                <a:gd name="T30" fmla="*/ 2147483647 w 72"/>
                <a:gd name="T31" fmla="*/ 2147483647 h 88"/>
                <a:gd name="T32" fmla="*/ 2147483647 w 72"/>
                <a:gd name="T33" fmla="*/ 2147483647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2"/>
                <a:gd name="T52" fmla="*/ 0 h 88"/>
                <a:gd name="T53" fmla="*/ 72 w 72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2" h="88">
                  <a:moveTo>
                    <a:pt x="72" y="56"/>
                  </a:moveTo>
                  <a:lnTo>
                    <a:pt x="72" y="40"/>
                  </a:lnTo>
                  <a:lnTo>
                    <a:pt x="72" y="32"/>
                  </a:lnTo>
                  <a:lnTo>
                    <a:pt x="64" y="24"/>
                  </a:lnTo>
                  <a:lnTo>
                    <a:pt x="48" y="16"/>
                  </a:lnTo>
                  <a:lnTo>
                    <a:pt x="32" y="8"/>
                  </a:lnTo>
                  <a:lnTo>
                    <a:pt x="32" y="0"/>
                  </a:lnTo>
                  <a:lnTo>
                    <a:pt x="16" y="8"/>
                  </a:lnTo>
                  <a:lnTo>
                    <a:pt x="0" y="8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8" y="32"/>
                  </a:lnTo>
                  <a:lnTo>
                    <a:pt x="24" y="48"/>
                  </a:lnTo>
                  <a:lnTo>
                    <a:pt x="32" y="72"/>
                  </a:lnTo>
                  <a:lnTo>
                    <a:pt x="56" y="88"/>
                  </a:lnTo>
                  <a:lnTo>
                    <a:pt x="64" y="72"/>
                  </a:lnTo>
                  <a:lnTo>
                    <a:pt x="72" y="5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8" name="Freeform 719"/>
            <p:cNvSpPr/>
            <p:nvPr/>
          </p:nvSpPr>
          <p:spPr bwMode="auto">
            <a:xfrm>
              <a:off x="4806128" y="2445520"/>
              <a:ext cx="52638" cy="31802"/>
            </a:xfrm>
            <a:custGeom>
              <a:avLst/>
              <a:gdLst>
                <a:gd name="T0" fmla="*/ 2147483647 w 40"/>
                <a:gd name="T1" fmla="*/ 2147483647 h 24"/>
                <a:gd name="T2" fmla="*/ 2147483647 w 40"/>
                <a:gd name="T3" fmla="*/ 2147483647 h 24"/>
                <a:gd name="T4" fmla="*/ 2147483647 w 40"/>
                <a:gd name="T5" fmla="*/ 2147483647 h 24"/>
                <a:gd name="T6" fmla="*/ 2147483647 w 40"/>
                <a:gd name="T7" fmla="*/ 2147483647 h 24"/>
                <a:gd name="T8" fmla="*/ 2147483647 w 40"/>
                <a:gd name="T9" fmla="*/ 0 h 24"/>
                <a:gd name="T10" fmla="*/ 2147483647 w 40"/>
                <a:gd name="T11" fmla="*/ 0 h 24"/>
                <a:gd name="T12" fmla="*/ 0 w 40"/>
                <a:gd name="T13" fmla="*/ 2147483647 h 24"/>
                <a:gd name="T14" fmla="*/ 0 w 40"/>
                <a:gd name="T15" fmla="*/ 2147483647 h 24"/>
                <a:gd name="T16" fmla="*/ 2147483647 w 40"/>
                <a:gd name="T17" fmla="*/ 2147483647 h 24"/>
                <a:gd name="T18" fmla="*/ 2147483647 w 40"/>
                <a:gd name="T19" fmla="*/ 2147483647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0"/>
                <a:gd name="T31" fmla="*/ 0 h 24"/>
                <a:gd name="T32" fmla="*/ 40 w 40"/>
                <a:gd name="T33" fmla="*/ 24 h 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0" h="24">
                  <a:moveTo>
                    <a:pt x="32" y="24"/>
                  </a:moveTo>
                  <a:lnTo>
                    <a:pt x="40" y="16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32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9" name="Freeform 720"/>
            <p:cNvSpPr/>
            <p:nvPr/>
          </p:nvSpPr>
          <p:spPr bwMode="auto">
            <a:xfrm>
              <a:off x="4848896" y="2745993"/>
              <a:ext cx="117338" cy="96502"/>
            </a:xfrm>
            <a:custGeom>
              <a:avLst/>
              <a:gdLst>
                <a:gd name="T0" fmla="*/ 2147483647 w 88"/>
                <a:gd name="T1" fmla="*/ 0 h 72"/>
                <a:gd name="T2" fmla="*/ 2147483647 w 88"/>
                <a:gd name="T3" fmla="*/ 0 h 72"/>
                <a:gd name="T4" fmla="*/ 0 w 88"/>
                <a:gd name="T5" fmla="*/ 0 h 72"/>
                <a:gd name="T6" fmla="*/ 0 w 88"/>
                <a:gd name="T7" fmla="*/ 2147483647 h 72"/>
                <a:gd name="T8" fmla="*/ 2147483647 w 88"/>
                <a:gd name="T9" fmla="*/ 2147483647 h 72"/>
                <a:gd name="T10" fmla="*/ 0 w 88"/>
                <a:gd name="T11" fmla="*/ 2147483647 h 72"/>
                <a:gd name="T12" fmla="*/ 2147483647 w 88"/>
                <a:gd name="T13" fmla="*/ 2147483647 h 72"/>
                <a:gd name="T14" fmla="*/ 2147483647 w 88"/>
                <a:gd name="T15" fmla="*/ 2147483647 h 72"/>
                <a:gd name="T16" fmla="*/ 2147483647 w 88"/>
                <a:gd name="T17" fmla="*/ 2147483647 h 72"/>
                <a:gd name="T18" fmla="*/ 2147483647 w 88"/>
                <a:gd name="T19" fmla="*/ 2147483647 h 72"/>
                <a:gd name="T20" fmla="*/ 2147483647 w 88"/>
                <a:gd name="T21" fmla="*/ 2147483647 h 72"/>
                <a:gd name="T22" fmla="*/ 2147483647 w 88"/>
                <a:gd name="T23" fmla="*/ 2147483647 h 72"/>
                <a:gd name="T24" fmla="*/ 2147483647 w 88"/>
                <a:gd name="T25" fmla="*/ 2147483647 h 72"/>
                <a:gd name="T26" fmla="*/ 2147483647 w 88"/>
                <a:gd name="T27" fmla="*/ 2147483647 h 72"/>
                <a:gd name="T28" fmla="*/ 2147483647 w 88"/>
                <a:gd name="T29" fmla="*/ 2147483647 h 72"/>
                <a:gd name="T30" fmla="*/ 2147483647 w 88"/>
                <a:gd name="T31" fmla="*/ 2147483647 h 72"/>
                <a:gd name="T32" fmla="*/ 2147483647 w 88"/>
                <a:gd name="T33" fmla="*/ 2147483647 h 72"/>
                <a:gd name="T34" fmla="*/ 2147483647 w 88"/>
                <a:gd name="T35" fmla="*/ 2147483647 h 72"/>
                <a:gd name="T36" fmla="*/ 2147483647 w 88"/>
                <a:gd name="T37" fmla="*/ 2147483647 h 72"/>
                <a:gd name="T38" fmla="*/ 2147483647 w 88"/>
                <a:gd name="T39" fmla="*/ 2147483647 h 72"/>
                <a:gd name="T40" fmla="*/ 2147483647 w 88"/>
                <a:gd name="T41" fmla="*/ 2147483647 h 72"/>
                <a:gd name="T42" fmla="*/ 2147483647 w 88"/>
                <a:gd name="T43" fmla="*/ 2147483647 h 72"/>
                <a:gd name="T44" fmla="*/ 2147483647 w 88"/>
                <a:gd name="T45" fmla="*/ 2147483647 h 72"/>
                <a:gd name="T46" fmla="*/ 2147483647 w 88"/>
                <a:gd name="T47" fmla="*/ 2147483647 h 72"/>
                <a:gd name="T48" fmla="*/ 2147483647 w 88"/>
                <a:gd name="T49" fmla="*/ 0 h 72"/>
                <a:gd name="T50" fmla="*/ 2147483647 w 88"/>
                <a:gd name="T51" fmla="*/ 0 h 7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88"/>
                <a:gd name="T79" fmla="*/ 0 h 72"/>
                <a:gd name="T80" fmla="*/ 88 w 88"/>
                <a:gd name="T81" fmla="*/ 72 h 72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88" h="72">
                  <a:moveTo>
                    <a:pt x="32" y="0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8" y="16"/>
                  </a:lnTo>
                  <a:lnTo>
                    <a:pt x="0" y="32"/>
                  </a:lnTo>
                  <a:lnTo>
                    <a:pt x="8" y="40"/>
                  </a:lnTo>
                  <a:lnTo>
                    <a:pt x="8" y="48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48" y="40"/>
                  </a:lnTo>
                  <a:lnTo>
                    <a:pt x="48" y="48"/>
                  </a:lnTo>
                  <a:lnTo>
                    <a:pt x="48" y="56"/>
                  </a:lnTo>
                  <a:lnTo>
                    <a:pt x="40" y="56"/>
                  </a:lnTo>
                  <a:lnTo>
                    <a:pt x="48" y="72"/>
                  </a:lnTo>
                  <a:lnTo>
                    <a:pt x="64" y="64"/>
                  </a:lnTo>
                  <a:lnTo>
                    <a:pt x="80" y="64"/>
                  </a:lnTo>
                  <a:lnTo>
                    <a:pt x="88" y="48"/>
                  </a:lnTo>
                  <a:lnTo>
                    <a:pt x="64" y="40"/>
                  </a:lnTo>
                  <a:lnTo>
                    <a:pt x="64" y="24"/>
                  </a:lnTo>
                  <a:lnTo>
                    <a:pt x="80" y="8"/>
                  </a:lnTo>
                  <a:lnTo>
                    <a:pt x="56" y="0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0" name="Freeform 721"/>
            <p:cNvSpPr/>
            <p:nvPr/>
          </p:nvSpPr>
          <p:spPr bwMode="auto">
            <a:xfrm>
              <a:off x="4806128" y="2445520"/>
              <a:ext cx="52638" cy="31802"/>
            </a:xfrm>
            <a:custGeom>
              <a:avLst/>
              <a:gdLst>
                <a:gd name="T0" fmla="*/ 2147483647 w 40"/>
                <a:gd name="T1" fmla="*/ 2147483647 h 24"/>
                <a:gd name="T2" fmla="*/ 2147483647 w 40"/>
                <a:gd name="T3" fmla="*/ 2147483647 h 24"/>
                <a:gd name="T4" fmla="*/ 2147483647 w 40"/>
                <a:gd name="T5" fmla="*/ 2147483647 h 24"/>
                <a:gd name="T6" fmla="*/ 2147483647 w 40"/>
                <a:gd name="T7" fmla="*/ 2147483647 h 24"/>
                <a:gd name="T8" fmla="*/ 2147483647 w 40"/>
                <a:gd name="T9" fmla="*/ 0 h 24"/>
                <a:gd name="T10" fmla="*/ 2147483647 w 40"/>
                <a:gd name="T11" fmla="*/ 0 h 24"/>
                <a:gd name="T12" fmla="*/ 0 w 40"/>
                <a:gd name="T13" fmla="*/ 2147483647 h 24"/>
                <a:gd name="T14" fmla="*/ 0 w 40"/>
                <a:gd name="T15" fmla="*/ 2147483647 h 24"/>
                <a:gd name="T16" fmla="*/ 2147483647 w 40"/>
                <a:gd name="T17" fmla="*/ 2147483647 h 24"/>
                <a:gd name="T18" fmla="*/ 2147483647 w 40"/>
                <a:gd name="T19" fmla="*/ 2147483647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0"/>
                <a:gd name="T31" fmla="*/ 0 h 24"/>
                <a:gd name="T32" fmla="*/ 40 w 40"/>
                <a:gd name="T33" fmla="*/ 24 h 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0" h="24">
                  <a:moveTo>
                    <a:pt x="32" y="24"/>
                  </a:moveTo>
                  <a:lnTo>
                    <a:pt x="40" y="16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32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1" name="Freeform 722"/>
            <p:cNvSpPr/>
            <p:nvPr/>
          </p:nvSpPr>
          <p:spPr bwMode="auto">
            <a:xfrm>
              <a:off x="4708529" y="2466355"/>
              <a:ext cx="161202" cy="150237"/>
            </a:xfrm>
            <a:custGeom>
              <a:avLst/>
              <a:gdLst>
                <a:gd name="T0" fmla="*/ 0 w 120"/>
                <a:gd name="T1" fmla="*/ 2147483647 h 112"/>
                <a:gd name="T2" fmla="*/ 0 w 120"/>
                <a:gd name="T3" fmla="*/ 2147483647 h 112"/>
                <a:gd name="T4" fmla="*/ 0 w 120"/>
                <a:gd name="T5" fmla="*/ 2147483647 h 112"/>
                <a:gd name="T6" fmla="*/ 2147483647 w 120"/>
                <a:gd name="T7" fmla="*/ 2147483647 h 112"/>
                <a:gd name="T8" fmla="*/ 2147483647 w 120"/>
                <a:gd name="T9" fmla="*/ 2147483647 h 112"/>
                <a:gd name="T10" fmla="*/ 2147483647 w 120"/>
                <a:gd name="T11" fmla="*/ 2147483647 h 112"/>
                <a:gd name="T12" fmla="*/ 2147483647 w 120"/>
                <a:gd name="T13" fmla="*/ 2147483647 h 112"/>
                <a:gd name="T14" fmla="*/ 2147483647 w 120"/>
                <a:gd name="T15" fmla="*/ 2147483647 h 112"/>
                <a:gd name="T16" fmla="*/ 2147483647 w 120"/>
                <a:gd name="T17" fmla="*/ 2147483647 h 112"/>
                <a:gd name="T18" fmla="*/ 2147483647 w 120"/>
                <a:gd name="T19" fmla="*/ 2147483647 h 112"/>
                <a:gd name="T20" fmla="*/ 2147483647 w 120"/>
                <a:gd name="T21" fmla="*/ 2147483647 h 112"/>
                <a:gd name="T22" fmla="*/ 2147483647 w 120"/>
                <a:gd name="T23" fmla="*/ 2147483647 h 112"/>
                <a:gd name="T24" fmla="*/ 2147483647 w 120"/>
                <a:gd name="T25" fmla="*/ 2147483647 h 112"/>
                <a:gd name="T26" fmla="*/ 2147483647 w 120"/>
                <a:gd name="T27" fmla="*/ 2147483647 h 112"/>
                <a:gd name="T28" fmla="*/ 2147483647 w 120"/>
                <a:gd name="T29" fmla="*/ 2147483647 h 112"/>
                <a:gd name="T30" fmla="*/ 2147483647 w 120"/>
                <a:gd name="T31" fmla="*/ 2147483647 h 112"/>
                <a:gd name="T32" fmla="*/ 2147483647 w 120"/>
                <a:gd name="T33" fmla="*/ 2147483647 h 112"/>
                <a:gd name="T34" fmla="*/ 2147483647 w 120"/>
                <a:gd name="T35" fmla="*/ 2147483647 h 112"/>
                <a:gd name="T36" fmla="*/ 2147483647 w 120"/>
                <a:gd name="T37" fmla="*/ 2147483647 h 112"/>
                <a:gd name="T38" fmla="*/ 2147483647 w 120"/>
                <a:gd name="T39" fmla="*/ 2147483647 h 112"/>
                <a:gd name="T40" fmla="*/ 2147483647 w 120"/>
                <a:gd name="T41" fmla="*/ 2147483647 h 112"/>
                <a:gd name="T42" fmla="*/ 2147483647 w 120"/>
                <a:gd name="T43" fmla="*/ 2147483647 h 112"/>
                <a:gd name="T44" fmla="*/ 2147483647 w 120"/>
                <a:gd name="T45" fmla="*/ 0 h 112"/>
                <a:gd name="T46" fmla="*/ 2147483647 w 120"/>
                <a:gd name="T47" fmla="*/ 0 h 112"/>
                <a:gd name="T48" fmla="*/ 2147483647 w 120"/>
                <a:gd name="T49" fmla="*/ 0 h 112"/>
                <a:gd name="T50" fmla="*/ 2147483647 w 120"/>
                <a:gd name="T51" fmla="*/ 2147483647 h 112"/>
                <a:gd name="T52" fmla="*/ 0 w 120"/>
                <a:gd name="T53" fmla="*/ 2147483647 h 112"/>
                <a:gd name="T54" fmla="*/ 0 w 120"/>
                <a:gd name="T55" fmla="*/ 2147483647 h 112"/>
                <a:gd name="T56" fmla="*/ 0 w 120"/>
                <a:gd name="T57" fmla="*/ 2147483647 h 11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20"/>
                <a:gd name="T88" fmla="*/ 0 h 112"/>
                <a:gd name="T89" fmla="*/ 120 w 120"/>
                <a:gd name="T90" fmla="*/ 112 h 11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20" h="112">
                  <a:moveTo>
                    <a:pt x="0" y="32"/>
                  </a:moveTo>
                  <a:lnTo>
                    <a:pt x="0" y="40"/>
                  </a:lnTo>
                  <a:lnTo>
                    <a:pt x="0" y="48"/>
                  </a:lnTo>
                  <a:lnTo>
                    <a:pt x="8" y="64"/>
                  </a:lnTo>
                  <a:lnTo>
                    <a:pt x="8" y="80"/>
                  </a:lnTo>
                  <a:lnTo>
                    <a:pt x="24" y="88"/>
                  </a:lnTo>
                  <a:lnTo>
                    <a:pt x="40" y="96"/>
                  </a:lnTo>
                  <a:lnTo>
                    <a:pt x="56" y="104"/>
                  </a:lnTo>
                  <a:lnTo>
                    <a:pt x="72" y="112"/>
                  </a:lnTo>
                  <a:lnTo>
                    <a:pt x="88" y="112"/>
                  </a:lnTo>
                  <a:lnTo>
                    <a:pt x="96" y="112"/>
                  </a:lnTo>
                  <a:lnTo>
                    <a:pt x="104" y="112"/>
                  </a:lnTo>
                  <a:lnTo>
                    <a:pt x="112" y="88"/>
                  </a:lnTo>
                  <a:lnTo>
                    <a:pt x="120" y="80"/>
                  </a:lnTo>
                  <a:lnTo>
                    <a:pt x="120" y="64"/>
                  </a:lnTo>
                  <a:lnTo>
                    <a:pt x="120" y="56"/>
                  </a:lnTo>
                  <a:lnTo>
                    <a:pt x="112" y="48"/>
                  </a:lnTo>
                  <a:lnTo>
                    <a:pt x="120" y="40"/>
                  </a:lnTo>
                  <a:lnTo>
                    <a:pt x="120" y="24"/>
                  </a:lnTo>
                  <a:lnTo>
                    <a:pt x="112" y="8"/>
                  </a:lnTo>
                  <a:lnTo>
                    <a:pt x="104" y="8"/>
                  </a:lnTo>
                  <a:lnTo>
                    <a:pt x="80" y="8"/>
                  </a:lnTo>
                  <a:lnTo>
                    <a:pt x="72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16" y="8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2" name="Freeform 723"/>
            <p:cNvSpPr/>
            <p:nvPr/>
          </p:nvSpPr>
          <p:spPr bwMode="auto">
            <a:xfrm>
              <a:off x="4569258" y="2659360"/>
              <a:ext cx="75667" cy="43865"/>
            </a:xfrm>
            <a:custGeom>
              <a:avLst/>
              <a:gdLst>
                <a:gd name="T0" fmla="*/ 2147483647 w 56"/>
                <a:gd name="T1" fmla="*/ 2147483647 h 32"/>
                <a:gd name="T2" fmla="*/ 2147483647 w 56"/>
                <a:gd name="T3" fmla="*/ 0 h 32"/>
                <a:gd name="T4" fmla="*/ 2147483647 w 56"/>
                <a:gd name="T5" fmla="*/ 0 h 32"/>
                <a:gd name="T6" fmla="*/ 2147483647 w 56"/>
                <a:gd name="T7" fmla="*/ 0 h 32"/>
                <a:gd name="T8" fmla="*/ 2147483647 w 56"/>
                <a:gd name="T9" fmla="*/ 0 h 32"/>
                <a:gd name="T10" fmla="*/ 0 w 56"/>
                <a:gd name="T11" fmla="*/ 2147483647 h 32"/>
                <a:gd name="T12" fmla="*/ 0 w 56"/>
                <a:gd name="T13" fmla="*/ 2147483647 h 32"/>
                <a:gd name="T14" fmla="*/ 2147483647 w 56"/>
                <a:gd name="T15" fmla="*/ 2147483647 h 32"/>
                <a:gd name="T16" fmla="*/ 2147483647 w 56"/>
                <a:gd name="T17" fmla="*/ 2147483647 h 32"/>
                <a:gd name="T18" fmla="*/ 2147483647 w 56"/>
                <a:gd name="T19" fmla="*/ 2147483647 h 32"/>
                <a:gd name="T20" fmla="*/ 2147483647 w 56"/>
                <a:gd name="T21" fmla="*/ 2147483647 h 32"/>
                <a:gd name="T22" fmla="*/ 2147483647 w 56"/>
                <a:gd name="T23" fmla="*/ 2147483647 h 32"/>
                <a:gd name="T24" fmla="*/ 2147483647 w 56"/>
                <a:gd name="T25" fmla="*/ 2147483647 h 3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6"/>
                <a:gd name="T40" fmla="*/ 0 h 32"/>
                <a:gd name="T41" fmla="*/ 56 w 56"/>
                <a:gd name="T42" fmla="*/ 32 h 3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6" h="32">
                  <a:moveTo>
                    <a:pt x="48" y="8"/>
                  </a:moveTo>
                  <a:lnTo>
                    <a:pt x="40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16" y="32"/>
                  </a:lnTo>
                  <a:lnTo>
                    <a:pt x="32" y="24"/>
                  </a:lnTo>
                  <a:lnTo>
                    <a:pt x="48" y="24"/>
                  </a:lnTo>
                  <a:lnTo>
                    <a:pt x="56" y="16"/>
                  </a:lnTo>
                  <a:lnTo>
                    <a:pt x="4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Freeform 724"/>
            <p:cNvSpPr/>
            <p:nvPr/>
          </p:nvSpPr>
          <p:spPr bwMode="auto">
            <a:xfrm>
              <a:off x="4602157" y="2380819"/>
              <a:ext cx="52638" cy="85536"/>
            </a:xfrm>
            <a:custGeom>
              <a:avLst/>
              <a:gdLst>
                <a:gd name="T0" fmla="*/ 2147483647 w 40"/>
                <a:gd name="T1" fmla="*/ 2147483647 h 64"/>
                <a:gd name="T2" fmla="*/ 2147483647 w 40"/>
                <a:gd name="T3" fmla="*/ 2147483647 h 64"/>
                <a:gd name="T4" fmla="*/ 2147483647 w 40"/>
                <a:gd name="T5" fmla="*/ 2147483647 h 64"/>
                <a:gd name="T6" fmla="*/ 2147483647 w 40"/>
                <a:gd name="T7" fmla="*/ 2147483647 h 64"/>
                <a:gd name="T8" fmla="*/ 2147483647 w 40"/>
                <a:gd name="T9" fmla="*/ 2147483647 h 64"/>
                <a:gd name="T10" fmla="*/ 2147483647 w 40"/>
                <a:gd name="T11" fmla="*/ 2147483647 h 64"/>
                <a:gd name="T12" fmla="*/ 2147483647 w 40"/>
                <a:gd name="T13" fmla="*/ 2147483647 h 64"/>
                <a:gd name="T14" fmla="*/ 2147483647 w 40"/>
                <a:gd name="T15" fmla="*/ 0 h 64"/>
                <a:gd name="T16" fmla="*/ 2147483647 w 40"/>
                <a:gd name="T17" fmla="*/ 2147483647 h 64"/>
                <a:gd name="T18" fmla="*/ 2147483647 w 40"/>
                <a:gd name="T19" fmla="*/ 2147483647 h 64"/>
                <a:gd name="T20" fmla="*/ 0 w 40"/>
                <a:gd name="T21" fmla="*/ 2147483647 h 64"/>
                <a:gd name="T22" fmla="*/ 0 w 40"/>
                <a:gd name="T23" fmla="*/ 2147483647 h 64"/>
                <a:gd name="T24" fmla="*/ 2147483647 w 40"/>
                <a:gd name="T25" fmla="*/ 2147483647 h 64"/>
                <a:gd name="T26" fmla="*/ 2147483647 w 40"/>
                <a:gd name="T27" fmla="*/ 2147483647 h 64"/>
                <a:gd name="T28" fmla="*/ 2147483647 w 40"/>
                <a:gd name="T29" fmla="*/ 2147483647 h 64"/>
                <a:gd name="T30" fmla="*/ 2147483647 w 40"/>
                <a:gd name="T31" fmla="*/ 2147483647 h 6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0"/>
                <a:gd name="T49" fmla="*/ 0 h 64"/>
                <a:gd name="T50" fmla="*/ 40 w 40"/>
                <a:gd name="T51" fmla="*/ 64 h 6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0" h="64">
                  <a:moveTo>
                    <a:pt x="24" y="64"/>
                  </a:moveTo>
                  <a:lnTo>
                    <a:pt x="24" y="48"/>
                  </a:lnTo>
                  <a:lnTo>
                    <a:pt x="24" y="32"/>
                  </a:lnTo>
                  <a:lnTo>
                    <a:pt x="32" y="32"/>
                  </a:lnTo>
                  <a:lnTo>
                    <a:pt x="40" y="24"/>
                  </a:lnTo>
                  <a:lnTo>
                    <a:pt x="32" y="24"/>
                  </a:lnTo>
                  <a:lnTo>
                    <a:pt x="32" y="16"/>
                  </a:lnTo>
                  <a:lnTo>
                    <a:pt x="32" y="0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24"/>
                  </a:lnTo>
                  <a:lnTo>
                    <a:pt x="0" y="40"/>
                  </a:lnTo>
                  <a:lnTo>
                    <a:pt x="8" y="48"/>
                  </a:lnTo>
                  <a:lnTo>
                    <a:pt x="16" y="64"/>
                  </a:lnTo>
                  <a:lnTo>
                    <a:pt x="16" y="56"/>
                  </a:lnTo>
                  <a:lnTo>
                    <a:pt x="24" y="6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4" name="Freeform 725"/>
            <p:cNvSpPr/>
            <p:nvPr/>
          </p:nvSpPr>
          <p:spPr bwMode="auto">
            <a:xfrm>
              <a:off x="4514428" y="2551891"/>
              <a:ext cx="54831" cy="53735"/>
            </a:xfrm>
            <a:custGeom>
              <a:avLst/>
              <a:gdLst>
                <a:gd name="T0" fmla="*/ 2147483647 w 41"/>
                <a:gd name="T1" fmla="*/ 2147483647 h 40"/>
                <a:gd name="T2" fmla="*/ 2147483647 w 41"/>
                <a:gd name="T3" fmla="*/ 2147483647 h 40"/>
                <a:gd name="T4" fmla="*/ 2147483647 w 41"/>
                <a:gd name="T5" fmla="*/ 2147483647 h 40"/>
                <a:gd name="T6" fmla="*/ 2147483647 w 41"/>
                <a:gd name="T7" fmla="*/ 2147483647 h 40"/>
                <a:gd name="T8" fmla="*/ 2147483647 w 41"/>
                <a:gd name="T9" fmla="*/ 2147483647 h 40"/>
                <a:gd name="T10" fmla="*/ 2147483647 w 41"/>
                <a:gd name="T11" fmla="*/ 2147483647 h 40"/>
                <a:gd name="T12" fmla="*/ 2147483647 w 41"/>
                <a:gd name="T13" fmla="*/ 2147483647 h 40"/>
                <a:gd name="T14" fmla="*/ 2147483647 w 41"/>
                <a:gd name="T15" fmla="*/ 2147483647 h 40"/>
                <a:gd name="T16" fmla="*/ 2147483647 w 41"/>
                <a:gd name="T17" fmla="*/ 2147483647 h 40"/>
                <a:gd name="T18" fmla="*/ 2147483647 w 41"/>
                <a:gd name="T19" fmla="*/ 2147483647 h 40"/>
                <a:gd name="T20" fmla="*/ 2147483647 w 41"/>
                <a:gd name="T21" fmla="*/ 2147483647 h 40"/>
                <a:gd name="T22" fmla="*/ 2147483647 w 41"/>
                <a:gd name="T23" fmla="*/ 0 h 40"/>
                <a:gd name="T24" fmla="*/ 0 w 41"/>
                <a:gd name="T25" fmla="*/ 2147483647 h 40"/>
                <a:gd name="T26" fmla="*/ 0 w 41"/>
                <a:gd name="T27" fmla="*/ 2147483647 h 40"/>
                <a:gd name="T28" fmla="*/ 2147483647 w 41"/>
                <a:gd name="T29" fmla="*/ 2147483647 h 4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1"/>
                <a:gd name="T46" fmla="*/ 0 h 40"/>
                <a:gd name="T47" fmla="*/ 41 w 41"/>
                <a:gd name="T48" fmla="*/ 40 h 4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1" h="40">
                  <a:moveTo>
                    <a:pt x="8" y="24"/>
                  </a:moveTo>
                  <a:lnTo>
                    <a:pt x="16" y="32"/>
                  </a:lnTo>
                  <a:lnTo>
                    <a:pt x="24" y="32"/>
                  </a:lnTo>
                  <a:lnTo>
                    <a:pt x="32" y="40"/>
                  </a:lnTo>
                  <a:lnTo>
                    <a:pt x="41" y="32"/>
                  </a:lnTo>
                  <a:lnTo>
                    <a:pt x="41" y="24"/>
                  </a:lnTo>
                  <a:lnTo>
                    <a:pt x="41" y="16"/>
                  </a:lnTo>
                  <a:lnTo>
                    <a:pt x="32" y="16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8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Freeform 726"/>
            <p:cNvSpPr/>
            <p:nvPr/>
          </p:nvSpPr>
          <p:spPr bwMode="auto">
            <a:xfrm>
              <a:off x="4569258" y="2659360"/>
              <a:ext cx="75667" cy="43865"/>
            </a:xfrm>
            <a:custGeom>
              <a:avLst/>
              <a:gdLst>
                <a:gd name="T0" fmla="*/ 2147483647 w 56"/>
                <a:gd name="T1" fmla="*/ 2147483647 h 32"/>
                <a:gd name="T2" fmla="*/ 2147483647 w 56"/>
                <a:gd name="T3" fmla="*/ 0 h 32"/>
                <a:gd name="T4" fmla="*/ 2147483647 w 56"/>
                <a:gd name="T5" fmla="*/ 0 h 32"/>
                <a:gd name="T6" fmla="*/ 2147483647 w 56"/>
                <a:gd name="T7" fmla="*/ 0 h 32"/>
                <a:gd name="T8" fmla="*/ 2147483647 w 56"/>
                <a:gd name="T9" fmla="*/ 0 h 32"/>
                <a:gd name="T10" fmla="*/ 2147483647 w 56"/>
                <a:gd name="T11" fmla="*/ 0 h 32"/>
                <a:gd name="T12" fmla="*/ 2147483647 w 56"/>
                <a:gd name="T13" fmla="*/ 0 h 32"/>
                <a:gd name="T14" fmla="*/ 0 w 56"/>
                <a:gd name="T15" fmla="*/ 2147483647 h 32"/>
                <a:gd name="T16" fmla="*/ 0 w 56"/>
                <a:gd name="T17" fmla="*/ 2147483647 h 32"/>
                <a:gd name="T18" fmla="*/ 2147483647 w 56"/>
                <a:gd name="T19" fmla="*/ 2147483647 h 32"/>
                <a:gd name="T20" fmla="*/ 2147483647 w 56"/>
                <a:gd name="T21" fmla="*/ 2147483647 h 32"/>
                <a:gd name="T22" fmla="*/ 2147483647 w 56"/>
                <a:gd name="T23" fmla="*/ 2147483647 h 32"/>
                <a:gd name="T24" fmla="*/ 2147483647 w 56"/>
                <a:gd name="T25" fmla="*/ 2147483647 h 32"/>
                <a:gd name="T26" fmla="*/ 2147483647 w 56"/>
                <a:gd name="T27" fmla="*/ 2147483647 h 32"/>
                <a:gd name="T28" fmla="*/ 2147483647 w 56"/>
                <a:gd name="T29" fmla="*/ 2147483647 h 32"/>
                <a:gd name="T30" fmla="*/ 2147483647 w 56"/>
                <a:gd name="T31" fmla="*/ 2147483647 h 32"/>
                <a:gd name="T32" fmla="*/ 2147483647 w 56"/>
                <a:gd name="T33" fmla="*/ 2147483647 h 32"/>
                <a:gd name="T34" fmla="*/ 2147483647 w 56"/>
                <a:gd name="T35" fmla="*/ 2147483647 h 32"/>
                <a:gd name="T36" fmla="*/ 2147483647 w 56"/>
                <a:gd name="T37" fmla="*/ 2147483647 h 32"/>
                <a:gd name="T38" fmla="*/ 2147483647 w 56"/>
                <a:gd name="T39" fmla="*/ 2147483647 h 3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56"/>
                <a:gd name="T61" fmla="*/ 0 h 32"/>
                <a:gd name="T62" fmla="*/ 56 w 56"/>
                <a:gd name="T63" fmla="*/ 32 h 32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56" h="32">
                  <a:moveTo>
                    <a:pt x="48" y="8"/>
                  </a:moveTo>
                  <a:lnTo>
                    <a:pt x="40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16" y="32"/>
                  </a:lnTo>
                  <a:lnTo>
                    <a:pt x="32" y="24"/>
                  </a:lnTo>
                  <a:lnTo>
                    <a:pt x="48" y="24"/>
                  </a:lnTo>
                  <a:lnTo>
                    <a:pt x="56" y="16"/>
                  </a:lnTo>
                  <a:lnTo>
                    <a:pt x="4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6" name="Freeform 727"/>
            <p:cNvSpPr/>
            <p:nvPr/>
          </p:nvSpPr>
          <p:spPr bwMode="auto">
            <a:xfrm>
              <a:off x="4514428" y="2551891"/>
              <a:ext cx="54831" cy="53735"/>
            </a:xfrm>
            <a:custGeom>
              <a:avLst/>
              <a:gdLst>
                <a:gd name="T0" fmla="*/ 2147483647 w 41"/>
                <a:gd name="T1" fmla="*/ 2147483647 h 40"/>
                <a:gd name="T2" fmla="*/ 2147483647 w 41"/>
                <a:gd name="T3" fmla="*/ 2147483647 h 40"/>
                <a:gd name="T4" fmla="*/ 2147483647 w 41"/>
                <a:gd name="T5" fmla="*/ 2147483647 h 40"/>
                <a:gd name="T6" fmla="*/ 2147483647 w 41"/>
                <a:gd name="T7" fmla="*/ 2147483647 h 40"/>
                <a:gd name="T8" fmla="*/ 2147483647 w 41"/>
                <a:gd name="T9" fmla="*/ 2147483647 h 40"/>
                <a:gd name="T10" fmla="*/ 2147483647 w 41"/>
                <a:gd name="T11" fmla="*/ 2147483647 h 40"/>
                <a:gd name="T12" fmla="*/ 2147483647 w 41"/>
                <a:gd name="T13" fmla="*/ 2147483647 h 40"/>
                <a:gd name="T14" fmla="*/ 2147483647 w 41"/>
                <a:gd name="T15" fmla="*/ 2147483647 h 40"/>
                <a:gd name="T16" fmla="*/ 2147483647 w 41"/>
                <a:gd name="T17" fmla="*/ 2147483647 h 40"/>
                <a:gd name="T18" fmla="*/ 2147483647 w 41"/>
                <a:gd name="T19" fmla="*/ 2147483647 h 40"/>
                <a:gd name="T20" fmla="*/ 2147483647 w 41"/>
                <a:gd name="T21" fmla="*/ 2147483647 h 40"/>
                <a:gd name="T22" fmla="*/ 2147483647 w 41"/>
                <a:gd name="T23" fmla="*/ 2147483647 h 40"/>
                <a:gd name="T24" fmla="*/ 2147483647 w 41"/>
                <a:gd name="T25" fmla="*/ 2147483647 h 40"/>
                <a:gd name="T26" fmla="*/ 2147483647 w 41"/>
                <a:gd name="T27" fmla="*/ 0 h 40"/>
                <a:gd name="T28" fmla="*/ 0 w 41"/>
                <a:gd name="T29" fmla="*/ 2147483647 h 40"/>
                <a:gd name="T30" fmla="*/ 0 w 41"/>
                <a:gd name="T31" fmla="*/ 2147483647 h 40"/>
                <a:gd name="T32" fmla="*/ 0 w 41"/>
                <a:gd name="T33" fmla="*/ 2147483647 h 40"/>
                <a:gd name="T34" fmla="*/ 2147483647 w 41"/>
                <a:gd name="T35" fmla="*/ 2147483647 h 4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1"/>
                <a:gd name="T55" fmla="*/ 0 h 40"/>
                <a:gd name="T56" fmla="*/ 41 w 41"/>
                <a:gd name="T57" fmla="*/ 40 h 4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1" h="40">
                  <a:moveTo>
                    <a:pt x="8" y="24"/>
                  </a:moveTo>
                  <a:lnTo>
                    <a:pt x="16" y="32"/>
                  </a:lnTo>
                  <a:lnTo>
                    <a:pt x="24" y="32"/>
                  </a:lnTo>
                  <a:lnTo>
                    <a:pt x="32" y="40"/>
                  </a:lnTo>
                  <a:lnTo>
                    <a:pt x="41" y="32"/>
                  </a:lnTo>
                  <a:lnTo>
                    <a:pt x="41" y="24"/>
                  </a:lnTo>
                  <a:lnTo>
                    <a:pt x="41" y="16"/>
                  </a:lnTo>
                  <a:lnTo>
                    <a:pt x="32" y="16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8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Freeform 728"/>
            <p:cNvSpPr/>
            <p:nvPr/>
          </p:nvSpPr>
          <p:spPr bwMode="auto">
            <a:xfrm>
              <a:off x="4471660" y="3163803"/>
              <a:ext cx="269768" cy="203971"/>
            </a:xfrm>
            <a:custGeom>
              <a:avLst/>
              <a:gdLst>
                <a:gd name="T0" fmla="*/ 2147483647 w 201"/>
                <a:gd name="T1" fmla="*/ 2147483647 h 152"/>
                <a:gd name="T2" fmla="*/ 2147483647 w 201"/>
                <a:gd name="T3" fmla="*/ 2147483647 h 152"/>
                <a:gd name="T4" fmla="*/ 2147483647 w 201"/>
                <a:gd name="T5" fmla="*/ 2147483647 h 152"/>
                <a:gd name="T6" fmla="*/ 2147483647 w 201"/>
                <a:gd name="T7" fmla="*/ 2147483647 h 152"/>
                <a:gd name="T8" fmla="*/ 2147483647 w 201"/>
                <a:gd name="T9" fmla="*/ 2147483647 h 152"/>
                <a:gd name="T10" fmla="*/ 2147483647 w 201"/>
                <a:gd name="T11" fmla="*/ 2147483647 h 152"/>
                <a:gd name="T12" fmla="*/ 2147483647 w 201"/>
                <a:gd name="T13" fmla="*/ 2147483647 h 152"/>
                <a:gd name="T14" fmla="*/ 2147483647 w 201"/>
                <a:gd name="T15" fmla="*/ 2147483647 h 152"/>
                <a:gd name="T16" fmla="*/ 2147483647 w 201"/>
                <a:gd name="T17" fmla="*/ 2147483647 h 152"/>
                <a:gd name="T18" fmla="*/ 2147483647 w 201"/>
                <a:gd name="T19" fmla="*/ 2147483647 h 152"/>
                <a:gd name="T20" fmla="*/ 2147483647 w 201"/>
                <a:gd name="T21" fmla="*/ 2147483647 h 152"/>
                <a:gd name="T22" fmla="*/ 2147483647 w 201"/>
                <a:gd name="T23" fmla="*/ 2147483647 h 152"/>
                <a:gd name="T24" fmla="*/ 2147483647 w 201"/>
                <a:gd name="T25" fmla="*/ 2147483647 h 152"/>
                <a:gd name="T26" fmla="*/ 2147483647 w 201"/>
                <a:gd name="T27" fmla="*/ 0 h 152"/>
                <a:gd name="T28" fmla="*/ 2147483647 w 201"/>
                <a:gd name="T29" fmla="*/ 2147483647 h 152"/>
                <a:gd name="T30" fmla="*/ 2147483647 w 201"/>
                <a:gd name="T31" fmla="*/ 2147483647 h 152"/>
                <a:gd name="T32" fmla="*/ 2147483647 w 201"/>
                <a:gd name="T33" fmla="*/ 2147483647 h 152"/>
                <a:gd name="T34" fmla="*/ 2147483647 w 201"/>
                <a:gd name="T35" fmla="*/ 2147483647 h 152"/>
                <a:gd name="T36" fmla="*/ 2147483647 w 201"/>
                <a:gd name="T37" fmla="*/ 2147483647 h 152"/>
                <a:gd name="T38" fmla="*/ 0 w 201"/>
                <a:gd name="T39" fmla="*/ 2147483647 h 152"/>
                <a:gd name="T40" fmla="*/ 2147483647 w 201"/>
                <a:gd name="T41" fmla="*/ 2147483647 h 152"/>
                <a:gd name="T42" fmla="*/ 2147483647 w 201"/>
                <a:gd name="T43" fmla="*/ 2147483647 h 152"/>
                <a:gd name="T44" fmla="*/ 2147483647 w 201"/>
                <a:gd name="T45" fmla="*/ 2147483647 h 152"/>
                <a:gd name="T46" fmla="*/ 2147483647 w 201"/>
                <a:gd name="T47" fmla="*/ 2147483647 h 15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201"/>
                <a:gd name="T73" fmla="*/ 0 h 152"/>
                <a:gd name="T74" fmla="*/ 201 w 201"/>
                <a:gd name="T75" fmla="*/ 152 h 152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201" h="152">
                  <a:moveTo>
                    <a:pt x="40" y="152"/>
                  </a:moveTo>
                  <a:lnTo>
                    <a:pt x="48" y="136"/>
                  </a:lnTo>
                  <a:lnTo>
                    <a:pt x="64" y="136"/>
                  </a:lnTo>
                  <a:lnTo>
                    <a:pt x="89" y="144"/>
                  </a:lnTo>
                  <a:lnTo>
                    <a:pt x="105" y="136"/>
                  </a:lnTo>
                  <a:lnTo>
                    <a:pt x="129" y="136"/>
                  </a:lnTo>
                  <a:lnTo>
                    <a:pt x="153" y="136"/>
                  </a:lnTo>
                  <a:lnTo>
                    <a:pt x="169" y="120"/>
                  </a:lnTo>
                  <a:lnTo>
                    <a:pt x="193" y="96"/>
                  </a:lnTo>
                  <a:lnTo>
                    <a:pt x="201" y="48"/>
                  </a:lnTo>
                  <a:lnTo>
                    <a:pt x="193" y="40"/>
                  </a:lnTo>
                  <a:lnTo>
                    <a:pt x="185" y="16"/>
                  </a:lnTo>
                  <a:lnTo>
                    <a:pt x="177" y="8"/>
                  </a:lnTo>
                  <a:lnTo>
                    <a:pt x="145" y="0"/>
                  </a:lnTo>
                  <a:lnTo>
                    <a:pt x="73" y="48"/>
                  </a:lnTo>
                  <a:lnTo>
                    <a:pt x="48" y="64"/>
                  </a:lnTo>
                  <a:lnTo>
                    <a:pt x="48" y="96"/>
                  </a:lnTo>
                  <a:lnTo>
                    <a:pt x="40" y="112"/>
                  </a:lnTo>
                  <a:lnTo>
                    <a:pt x="16" y="112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24" y="144"/>
                  </a:lnTo>
                  <a:lnTo>
                    <a:pt x="32" y="144"/>
                  </a:lnTo>
                  <a:lnTo>
                    <a:pt x="40" y="15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Freeform 729"/>
            <p:cNvSpPr/>
            <p:nvPr/>
          </p:nvSpPr>
          <p:spPr bwMode="auto">
            <a:xfrm>
              <a:off x="4256723" y="3142968"/>
              <a:ext cx="279637" cy="257704"/>
            </a:xfrm>
            <a:custGeom>
              <a:avLst/>
              <a:gdLst>
                <a:gd name="T0" fmla="*/ 2147483647 w 208"/>
                <a:gd name="T1" fmla="*/ 2147483647 h 192"/>
                <a:gd name="T2" fmla="*/ 2147483647 w 208"/>
                <a:gd name="T3" fmla="*/ 2147483647 h 192"/>
                <a:gd name="T4" fmla="*/ 2147483647 w 208"/>
                <a:gd name="T5" fmla="*/ 2147483647 h 192"/>
                <a:gd name="T6" fmla="*/ 2147483647 w 208"/>
                <a:gd name="T7" fmla="*/ 2147483647 h 192"/>
                <a:gd name="T8" fmla="*/ 2147483647 w 208"/>
                <a:gd name="T9" fmla="*/ 2147483647 h 192"/>
                <a:gd name="T10" fmla="*/ 2147483647 w 208"/>
                <a:gd name="T11" fmla="*/ 2147483647 h 192"/>
                <a:gd name="T12" fmla="*/ 2147483647 w 208"/>
                <a:gd name="T13" fmla="*/ 2147483647 h 192"/>
                <a:gd name="T14" fmla="*/ 2147483647 w 208"/>
                <a:gd name="T15" fmla="*/ 2147483647 h 192"/>
                <a:gd name="T16" fmla="*/ 2147483647 w 208"/>
                <a:gd name="T17" fmla="*/ 2147483647 h 192"/>
                <a:gd name="T18" fmla="*/ 2147483647 w 208"/>
                <a:gd name="T19" fmla="*/ 2147483647 h 192"/>
                <a:gd name="T20" fmla="*/ 2147483647 w 208"/>
                <a:gd name="T21" fmla="*/ 2147483647 h 192"/>
                <a:gd name="T22" fmla="*/ 2147483647 w 208"/>
                <a:gd name="T23" fmla="*/ 0 h 192"/>
                <a:gd name="T24" fmla="*/ 2147483647 w 208"/>
                <a:gd name="T25" fmla="*/ 0 h 192"/>
                <a:gd name="T26" fmla="*/ 2147483647 w 208"/>
                <a:gd name="T27" fmla="*/ 2147483647 h 192"/>
                <a:gd name="T28" fmla="*/ 2147483647 w 208"/>
                <a:gd name="T29" fmla="*/ 2147483647 h 192"/>
                <a:gd name="T30" fmla="*/ 2147483647 w 208"/>
                <a:gd name="T31" fmla="*/ 2147483647 h 192"/>
                <a:gd name="T32" fmla="*/ 2147483647 w 208"/>
                <a:gd name="T33" fmla="*/ 2147483647 h 192"/>
                <a:gd name="T34" fmla="*/ 2147483647 w 208"/>
                <a:gd name="T35" fmla="*/ 2147483647 h 192"/>
                <a:gd name="T36" fmla="*/ 0 w 208"/>
                <a:gd name="T37" fmla="*/ 2147483647 h 192"/>
                <a:gd name="T38" fmla="*/ 2147483647 w 208"/>
                <a:gd name="T39" fmla="*/ 2147483647 h 192"/>
                <a:gd name="T40" fmla="*/ 2147483647 w 208"/>
                <a:gd name="T41" fmla="*/ 2147483647 h 192"/>
                <a:gd name="T42" fmla="*/ 2147483647 w 208"/>
                <a:gd name="T43" fmla="*/ 2147483647 h 192"/>
                <a:gd name="T44" fmla="*/ 2147483647 w 208"/>
                <a:gd name="T45" fmla="*/ 2147483647 h 192"/>
                <a:gd name="T46" fmla="*/ 2147483647 w 208"/>
                <a:gd name="T47" fmla="*/ 2147483647 h 192"/>
                <a:gd name="T48" fmla="*/ 2147483647 w 208"/>
                <a:gd name="T49" fmla="*/ 2147483647 h 192"/>
                <a:gd name="T50" fmla="*/ 2147483647 w 208"/>
                <a:gd name="T51" fmla="*/ 2147483647 h 192"/>
                <a:gd name="T52" fmla="*/ 2147483647 w 208"/>
                <a:gd name="T53" fmla="*/ 2147483647 h 192"/>
                <a:gd name="T54" fmla="*/ 2147483647 w 208"/>
                <a:gd name="T55" fmla="*/ 2147483647 h 192"/>
                <a:gd name="T56" fmla="*/ 2147483647 w 208"/>
                <a:gd name="T57" fmla="*/ 2147483647 h 192"/>
                <a:gd name="T58" fmla="*/ 2147483647 w 208"/>
                <a:gd name="T59" fmla="*/ 2147483647 h 192"/>
                <a:gd name="T60" fmla="*/ 2147483647 w 208"/>
                <a:gd name="T61" fmla="*/ 2147483647 h 192"/>
                <a:gd name="T62" fmla="*/ 2147483647 w 208"/>
                <a:gd name="T63" fmla="*/ 2147483647 h 192"/>
                <a:gd name="T64" fmla="*/ 2147483647 w 208"/>
                <a:gd name="T65" fmla="*/ 2147483647 h 19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08"/>
                <a:gd name="T100" fmla="*/ 0 h 192"/>
                <a:gd name="T101" fmla="*/ 208 w 208"/>
                <a:gd name="T102" fmla="*/ 192 h 192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08" h="192">
                  <a:moveTo>
                    <a:pt x="96" y="176"/>
                  </a:moveTo>
                  <a:lnTo>
                    <a:pt x="112" y="160"/>
                  </a:lnTo>
                  <a:lnTo>
                    <a:pt x="128" y="144"/>
                  </a:lnTo>
                  <a:lnTo>
                    <a:pt x="152" y="128"/>
                  </a:lnTo>
                  <a:lnTo>
                    <a:pt x="160" y="128"/>
                  </a:lnTo>
                  <a:lnTo>
                    <a:pt x="176" y="128"/>
                  </a:lnTo>
                  <a:lnTo>
                    <a:pt x="200" y="128"/>
                  </a:lnTo>
                  <a:lnTo>
                    <a:pt x="208" y="112"/>
                  </a:lnTo>
                  <a:lnTo>
                    <a:pt x="208" y="80"/>
                  </a:lnTo>
                  <a:lnTo>
                    <a:pt x="200" y="80"/>
                  </a:lnTo>
                  <a:lnTo>
                    <a:pt x="192" y="72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88" y="112"/>
                  </a:lnTo>
                  <a:lnTo>
                    <a:pt x="96" y="120"/>
                  </a:lnTo>
                  <a:lnTo>
                    <a:pt x="80" y="128"/>
                  </a:lnTo>
                  <a:lnTo>
                    <a:pt x="24" y="128"/>
                  </a:lnTo>
                  <a:lnTo>
                    <a:pt x="16" y="120"/>
                  </a:lnTo>
                  <a:lnTo>
                    <a:pt x="0" y="136"/>
                  </a:lnTo>
                  <a:lnTo>
                    <a:pt x="8" y="152"/>
                  </a:lnTo>
                  <a:lnTo>
                    <a:pt x="16" y="168"/>
                  </a:lnTo>
                  <a:lnTo>
                    <a:pt x="8" y="168"/>
                  </a:lnTo>
                  <a:lnTo>
                    <a:pt x="24" y="168"/>
                  </a:lnTo>
                  <a:lnTo>
                    <a:pt x="40" y="168"/>
                  </a:lnTo>
                  <a:lnTo>
                    <a:pt x="48" y="176"/>
                  </a:lnTo>
                  <a:lnTo>
                    <a:pt x="56" y="192"/>
                  </a:lnTo>
                  <a:lnTo>
                    <a:pt x="64" y="192"/>
                  </a:lnTo>
                  <a:lnTo>
                    <a:pt x="72" y="192"/>
                  </a:lnTo>
                  <a:lnTo>
                    <a:pt x="80" y="192"/>
                  </a:lnTo>
                  <a:lnTo>
                    <a:pt x="88" y="192"/>
                  </a:lnTo>
                  <a:lnTo>
                    <a:pt x="96" y="192"/>
                  </a:lnTo>
                  <a:lnTo>
                    <a:pt x="96" y="184"/>
                  </a:lnTo>
                  <a:lnTo>
                    <a:pt x="96" y="17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Freeform 730"/>
            <p:cNvSpPr/>
            <p:nvPr/>
          </p:nvSpPr>
          <p:spPr bwMode="auto">
            <a:xfrm>
              <a:off x="5170204" y="3378740"/>
              <a:ext cx="161203" cy="225903"/>
            </a:xfrm>
            <a:custGeom>
              <a:avLst/>
              <a:gdLst>
                <a:gd name="T0" fmla="*/ 2147483647 w 120"/>
                <a:gd name="T1" fmla="*/ 2147483647 h 168"/>
                <a:gd name="T2" fmla="*/ 2147483647 w 120"/>
                <a:gd name="T3" fmla="*/ 2147483647 h 168"/>
                <a:gd name="T4" fmla="*/ 2147483647 w 120"/>
                <a:gd name="T5" fmla="*/ 2147483647 h 168"/>
                <a:gd name="T6" fmla="*/ 2147483647 w 120"/>
                <a:gd name="T7" fmla="*/ 2147483647 h 168"/>
                <a:gd name="T8" fmla="*/ 2147483647 w 120"/>
                <a:gd name="T9" fmla="*/ 2147483647 h 168"/>
                <a:gd name="T10" fmla="*/ 2147483647 w 120"/>
                <a:gd name="T11" fmla="*/ 2147483647 h 168"/>
                <a:gd name="T12" fmla="*/ 2147483647 w 120"/>
                <a:gd name="T13" fmla="*/ 2147483647 h 168"/>
                <a:gd name="T14" fmla="*/ 2147483647 w 120"/>
                <a:gd name="T15" fmla="*/ 2147483647 h 168"/>
                <a:gd name="T16" fmla="*/ 2147483647 w 120"/>
                <a:gd name="T17" fmla="*/ 2147483647 h 168"/>
                <a:gd name="T18" fmla="*/ 2147483647 w 120"/>
                <a:gd name="T19" fmla="*/ 2147483647 h 168"/>
                <a:gd name="T20" fmla="*/ 2147483647 w 120"/>
                <a:gd name="T21" fmla="*/ 2147483647 h 168"/>
                <a:gd name="T22" fmla="*/ 2147483647 w 120"/>
                <a:gd name="T23" fmla="*/ 2147483647 h 168"/>
                <a:gd name="T24" fmla="*/ 0 w 120"/>
                <a:gd name="T25" fmla="*/ 2147483647 h 168"/>
                <a:gd name="T26" fmla="*/ 0 w 120"/>
                <a:gd name="T27" fmla="*/ 2147483647 h 168"/>
                <a:gd name="T28" fmla="*/ 2147483647 w 120"/>
                <a:gd name="T29" fmla="*/ 2147483647 h 168"/>
                <a:gd name="T30" fmla="*/ 2147483647 w 120"/>
                <a:gd name="T31" fmla="*/ 2147483647 h 168"/>
                <a:gd name="T32" fmla="*/ 2147483647 w 120"/>
                <a:gd name="T33" fmla="*/ 2147483647 h 168"/>
                <a:gd name="T34" fmla="*/ 2147483647 w 120"/>
                <a:gd name="T35" fmla="*/ 2147483647 h 168"/>
                <a:gd name="T36" fmla="*/ 2147483647 w 120"/>
                <a:gd name="T37" fmla="*/ 2147483647 h 168"/>
                <a:gd name="T38" fmla="*/ 2147483647 w 120"/>
                <a:gd name="T39" fmla="*/ 0 h 168"/>
                <a:gd name="T40" fmla="*/ 2147483647 w 120"/>
                <a:gd name="T41" fmla="*/ 2147483647 h 16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20"/>
                <a:gd name="T64" fmla="*/ 0 h 168"/>
                <a:gd name="T65" fmla="*/ 120 w 120"/>
                <a:gd name="T66" fmla="*/ 168 h 16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20" h="168">
                  <a:moveTo>
                    <a:pt x="48" y="16"/>
                  </a:moveTo>
                  <a:lnTo>
                    <a:pt x="32" y="8"/>
                  </a:lnTo>
                  <a:lnTo>
                    <a:pt x="16" y="16"/>
                  </a:lnTo>
                  <a:lnTo>
                    <a:pt x="24" y="24"/>
                  </a:lnTo>
                  <a:lnTo>
                    <a:pt x="56" y="40"/>
                  </a:lnTo>
                  <a:lnTo>
                    <a:pt x="80" y="48"/>
                  </a:lnTo>
                  <a:lnTo>
                    <a:pt x="48" y="80"/>
                  </a:lnTo>
                  <a:lnTo>
                    <a:pt x="24" y="88"/>
                  </a:lnTo>
                  <a:lnTo>
                    <a:pt x="8" y="96"/>
                  </a:lnTo>
                  <a:lnTo>
                    <a:pt x="16" y="104"/>
                  </a:lnTo>
                  <a:lnTo>
                    <a:pt x="8" y="96"/>
                  </a:lnTo>
                  <a:lnTo>
                    <a:pt x="8" y="104"/>
                  </a:lnTo>
                  <a:lnTo>
                    <a:pt x="0" y="112"/>
                  </a:lnTo>
                  <a:lnTo>
                    <a:pt x="0" y="152"/>
                  </a:lnTo>
                  <a:lnTo>
                    <a:pt x="8" y="168"/>
                  </a:lnTo>
                  <a:lnTo>
                    <a:pt x="24" y="136"/>
                  </a:lnTo>
                  <a:lnTo>
                    <a:pt x="56" y="120"/>
                  </a:lnTo>
                  <a:lnTo>
                    <a:pt x="88" y="88"/>
                  </a:lnTo>
                  <a:lnTo>
                    <a:pt x="112" y="32"/>
                  </a:lnTo>
                  <a:lnTo>
                    <a:pt x="120" y="0"/>
                  </a:lnTo>
                  <a:lnTo>
                    <a:pt x="48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Freeform 731"/>
            <p:cNvSpPr/>
            <p:nvPr/>
          </p:nvSpPr>
          <p:spPr bwMode="auto">
            <a:xfrm>
              <a:off x="4471660" y="3163803"/>
              <a:ext cx="269768" cy="203971"/>
            </a:xfrm>
            <a:custGeom>
              <a:avLst/>
              <a:gdLst>
                <a:gd name="T0" fmla="*/ 2147483647 w 201"/>
                <a:gd name="T1" fmla="*/ 2147483647 h 152"/>
                <a:gd name="T2" fmla="*/ 2147483647 w 201"/>
                <a:gd name="T3" fmla="*/ 2147483647 h 152"/>
                <a:gd name="T4" fmla="*/ 2147483647 w 201"/>
                <a:gd name="T5" fmla="*/ 2147483647 h 152"/>
                <a:gd name="T6" fmla="*/ 2147483647 w 201"/>
                <a:gd name="T7" fmla="*/ 2147483647 h 152"/>
                <a:gd name="T8" fmla="*/ 2147483647 w 201"/>
                <a:gd name="T9" fmla="*/ 2147483647 h 152"/>
                <a:gd name="T10" fmla="*/ 2147483647 w 201"/>
                <a:gd name="T11" fmla="*/ 2147483647 h 152"/>
                <a:gd name="T12" fmla="*/ 2147483647 w 201"/>
                <a:gd name="T13" fmla="*/ 2147483647 h 152"/>
                <a:gd name="T14" fmla="*/ 2147483647 w 201"/>
                <a:gd name="T15" fmla="*/ 2147483647 h 152"/>
                <a:gd name="T16" fmla="*/ 2147483647 w 201"/>
                <a:gd name="T17" fmla="*/ 2147483647 h 152"/>
                <a:gd name="T18" fmla="*/ 2147483647 w 201"/>
                <a:gd name="T19" fmla="*/ 2147483647 h 152"/>
                <a:gd name="T20" fmla="*/ 2147483647 w 201"/>
                <a:gd name="T21" fmla="*/ 2147483647 h 152"/>
                <a:gd name="T22" fmla="*/ 2147483647 w 201"/>
                <a:gd name="T23" fmla="*/ 2147483647 h 152"/>
                <a:gd name="T24" fmla="*/ 2147483647 w 201"/>
                <a:gd name="T25" fmla="*/ 2147483647 h 152"/>
                <a:gd name="T26" fmla="*/ 2147483647 w 201"/>
                <a:gd name="T27" fmla="*/ 2147483647 h 152"/>
                <a:gd name="T28" fmla="*/ 2147483647 w 201"/>
                <a:gd name="T29" fmla="*/ 2147483647 h 152"/>
                <a:gd name="T30" fmla="*/ 2147483647 w 201"/>
                <a:gd name="T31" fmla="*/ 0 h 152"/>
                <a:gd name="T32" fmla="*/ 2147483647 w 201"/>
                <a:gd name="T33" fmla="*/ 2147483647 h 152"/>
                <a:gd name="T34" fmla="*/ 2147483647 w 201"/>
                <a:gd name="T35" fmla="*/ 2147483647 h 152"/>
                <a:gd name="T36" fmla="*/ 2147483647 w 201"/>
                <a:gd name="T37" fmla="*/ 2147483647 h 152"/>
                <a:gd name="T38" fmla="*/ 2147483647 w 201"/>
                <a:gd name="T39" fmla="*/ 2147483647 h 152"/>
                <a:gd name="T40" fmla="*/ 2147483647 w 201"/>
                <a:gd name="T41" fmla="*/ 2147483647 h 152"/>
                <a:gd name="T42" fmla="*/ 2147483647 w 201"/>
                <a:gd name="T43" fmla="*/ 2147483647 h 152"/>
                <a:gd name="T44" fmla="*/ 0 w 201"/>
                <a:gd name="T45" fmla="*/ 2147483647 h 152"/>
                <a:gd name="T46" fmla="*/ 2147483647 w 201"/>
                <a:gd name="T47" fmla="*/ 2147483647 h 152"/>
                <a:gd name="T48" fmla="*/ 2147483647 w 201"/>
                <a:gd name="T49" fmla="*/ 2147483647 h 152"/>
                <a:gd name="T50" fmla="*/ 2147483647 w 201"/>
                <a:gd name="T51" fmla="*/ 2147483647 h 152"/>
                <a:gd name="T52" fmla="*/ 2147483647 w 201"/>
                <a:gd name="T53" fmla="*/ 2147483647 h 152"/>
                <a:gd name="T54" fmla="*/ 2147483647 w 201"/>
                <a:gd name="T55" fmla="*/ 2147483647 h 152"/>
                <a:gd name="T56" fmla="*/ 2147483647 w 201"/>
                <a:gd name="T57" fmla="*/ 2147483647 h 152"/>
                <a:gd name="T58" fmla="*/ 2147483647 w 201"/>
                <a:gd name="T59" fmla="*/ 2147483647 h 152"/>
                <a:gd name="T60" fmla="*/ 2147483647 w 201"/>
                <a:gd name="T61" fmla="*/ 2147483647 h 152"/>
                <a:gd name="T62" fmla="*/ 2147483647 w 201"/>
                <a:gd name="T63" fmla="*/ 2147483647 h 152"/>
                <a:gd name="T64" fmla="*/ 2147483647 w 201"/>
                <a:gd name="T65" fmla="*/ 2147483647 h 152"/>
                <a:gd name="T66" fmla="*/ 2147483647 w 201"/>
                <a:gd name="T67" fmla="*/ 2147483647 h 152"/>
                <a:gd name="T68" fmla="*/ 2147483647 w 201"/>
                <a:gd name="T69" fmla="*/ 2147483647 h 152"/>
                <a:gd name="T70" fmla="*/ 2147483647 w 201"/>
                <a:gd name="T71" fmla="*/ 2147483647 h 152"/>
                <a:gd name="T72" fmla="*/ 2147483647 w 201"/>
                <a:gd name="T73" fmla="*/ 2147483647 h 152"/>
                <a:gd name="T74" fmla="*/ 2147483647 w 201"/>
                <a:gd name="T75" fmla="*/ 2147483647 h 152"/>
                <a:gd name="T76" fmla="*/ 2147483647 w 201"/>
                <a:gd name="T77" fmla="*/ 2147483647 h 152"/>
                <a:gd name="T78" fmla="*/ 2147483647 w 201"/>
                <a:gd name="T79" fmla="*/ 2147483647 h 152"/>
                <a:gd name="T80" fmla="*/ 2147483647 w 201"/>
                <a:gd name="T81" fmla="*/ 2147483647 h 152"/>
                <a:gd name="T82" fmla="*/ 2147483647 w 201"/>
                <a:gd name="T83" fmla="*/ 2147483647 h 152"/>
                <a:gd name="T84" fmla="*/ 2147483647 w 201"/>
                <a:gd name="T85" fmla="*/ 0 h 152"/>
                <a:gd name="T86" fmla="*/ 2147483647 w 201"/>
                <a:gd name="T87" fmla="*/ 2147483647 h 152"/>
                <a:gd name="T88" fmla="*/ 2147483647 w 201"/>
                <a:gd name="T89" fmla="*/ 2147483647 h 152"/>
                <a:gd name="T90" fmla="*/ 2147483647 w 201"/>
                <a:gd name="T91" fmla="*/ 2147483647 h 152"/>
                <a:gd name="T92" fmla="*/ 2147483647 w 201"/>
                <a:gd name="T93" fmla="*/ 2147483647 h 152"/>
                <a:gd name="T94" fmla="*/ 2147483647 w 201"/>
                <a:gd name="T95" fmla="*/ 2147483647 h 152"/>
                <a:gd name="T96" fmla="*/ 2147483647 w 201"/>
                <a:gd name="T97" fmla="*/ 2147483647 h 152"/>
                <a:gd name="T98" fmla="*/ 0 w 201"/>
                <a:gd name="T99" fmla="*/ 2147483647 h 152"/>
                <a:gd name="T100" fmla="*/ 2147483647 w 201"/>
                <a:gd name="T101" fmla="*/ 2147483647 h 152"/>
                <a:gd name="T102" fmla="*/ 2147483647 w 201"/>
                <a:gd name="T103" fmla="*/ 2147483647 h 152"/>
                <a:gd name="T104" fmla="*/ 2147483647 w 201"/>
                <a:gd name="T105" fmla="*/ 2147483647 h 152"/>
                <a:gd name="T106" fmla="*/ 2147483647 w 201"/>
                <a:gd name="T107" fmla="*/ 2147483647 h 152"/>
                <a:gd name="T108" fmla="*/ 2147483647 w 201"/>
                <a:gd name="T109" fmla="*/ 2147483647 h 1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201"/>
                <a:gd name="T166" fmla="*/ 0 h 152"/>
                <a:gd name="T167" fmla="*/ 201 w 201"/>
                <a:gd name="T168" fmla="*/ 152 h 152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201" h="152">
                  <a:moveTo>
                    <a:pt x="40" y="152"/>
                  </a:moveTo>
                  <a:lnTo>
                    <a:pt x="48" y="136"/>
                  </a:lnTo>
                  <a:lnTo>
                    <a:pt x="64" y="136"/>
                  </a:lnTo>
                  <a:lnTo>
                    <a:pt x="89" y="144"/>
                  </a:lnTo>
                  <a:lnTo>
                    <a:pt x="105" y="136"/>
                  </a:lnTo>
                  <a:lnTo>
                    <a:pt x="129" y="136"/>
                  </a:lnTo>
                  <a:lnTo>
                    <a:pt x="153" y="136"/>
                  </a:lnTo>
                  <a:lnTo>
                    <a:pt x="169" y="120"/>
                  </a:lnTo>
                  <a:lnTo>
                    <a:pt x="193" y="96"/>
                  </a:lnTo>
                  <a:lnTo>
                    <a:pt x="201" y="48"/>
                  </a:lnTo>
                  <a:lnTo>
                    <a:pt x="193" y="40"/>
                  </a:lnTo>
                  <a:lnTo>
                    <a:pt x="185" y="16"/>
                  </a:lnTo>
                  <a:lnTo>
                    <a:pt x="177" y="8"/>
                  </a:lnTo>
                  <a:lnTo>
                    <a:pt x="145" y="0"/>
                  </a:lnTo>
                  <a:lnTo>
                    <a:pt x="73" y="48"/>
                  </a:lnTo>
                  <a:lnTo>
                    <a:pt x="48" y="64"/>
                  </a:lnTo>
                  <a:lnTo>
                    <a:pt x="48" y="96"/>
                  </a:lnTo>
                  <a:lnTo>
                    <a:pt x="40" y="112"/>
                  </a:lnTo>
                  <a:lnTo>
                    <a:pt x="16" y="112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24" y="144"/>
                  </a:lnTo>
                  <a:lnTo>
                    <a:pt x="32" y="144"/>
                  </a:lnTo>
                  <a:lnTo>
                    <a:pt x="40" y="152"/>
                  </a:lnTo>
                  <a:lnTo>
                    <a:pt x="48" y="136"/>
                  </a:lnTo>
                  <a:lnTo>
                    <a:pt x="64" y="136"/>
                  </a:lnTo>
                  <a:lnTo>
                    <a:pt x="89" y="144"/>
                  </a:lnTo>
                  <a:lnTo>
                    <a:pt x="105" y="136"/>
                  </a:lnTo>
                  <a:lnTo>
                    <a:pt x="129" y="136"/>
                  </a:lnTo>
                  <a:lnTo>
                    <a:pt x="153" y="136"/>
                  </a:lnTo>
                  <a:lnTo>
                    <a:pt x="169" y="120"/>
                  </a:lnTo>
                  <a:lnTo>
                    <a:pt x="193" y="96"/>
                  </a:lnTo>
                  <a:lnTo>
                    <a:pt x="201" y="48"/>
                  </a:lnTo>
                  <a:lnTo>
                    <a:pt x="193" y="40"/>
                  </a:lnTo>
                  <a:lnTo>
                    <a:pt x="185" y="16"/>
                  </a:lnTo>
                  <a:lnTo>
                    <a:pt x="177" y="8"/>
                  </a:lnTo>
                  <a:lnTo>
                    <a:pt x="145" y="0"/>
                  </a:lnTo>
                  <a:lnTo>
                    <a:pt x="73" y="48"/>
                  </a:lnTo>
                  <a:lnTo>
                    <a:pt x="48" y="64"/>
                  </a:lnTo>
                  <a:lnTo>
                    <a:pt x="48" y="96"/>
                  </a:lnTo>
                  <a:lnTo>
                    <a:pt x="40" y="112"/>
                  </a:lnTo>
                  <a:lnTo>
                    <a:pt x="16" y="112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24" y="144"/>
                  </a:lnTo>
                  <a:lnTo>
                    <a:pt x="32" y="144"/>
                  </a:lnTo>
                  <a:lnTo>
                    <a:pt x="40" y="15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Freeform 732"/>
            <p:cNvSpPr/>
            <p:nvPr/>
          </p:nvSpPr>
          <p:spPr bwMode="auto">
            <a:xfrm>
              <a:off x="5170204" y="3378740"/>
              <a:ext cx="161203" cy="225903"/>
            </a:xfrm>
            <a:custGeom>
              <a:avLst/>
              <a:gdLst>
                <a:gd name="T0" fmla="*/ 2147483647 w 120"/>
                <a:gd name="T1" fmla="*/ 2147483647 h 168"/>
                <a:gd name="T2" fmla="*/ 2147483647 w 120"/>
                <a:gd name="T3" fmla="*/ 2147483647 h 168"/>
                <a:gd name="T4" fmla="*/ 2147483647 w 120"/>
                <a:gd name="T5" fmla="*/ 2147483647 h 168"/>
                <a:gd name="T6" fmla="*/ 2147483647 w 120"/>
                <a:gd name="T7" fmla="*/ 2147483647 h 168"/>
                <a:gd name="T8" fmla="*/ 2147483647 w 120"/>
                <a:gd name="T9" fmla="*/ 2147483647 h 168"/>
                <a:gd name="T10" fmla="*/ 2147483647 w 120"/>
                <a:gd name="T11" fmla="*/ 2147483647 h 168"/>
                <a:gd name="T12" fmla="*/ 2147483647 w 120"/>
                <a:gd name="T13" fmla="*/ 2147483647 h 168"/>
                <a:gd name="T14" fmla="*/ 2147483647 w 120"/>
                <a:gd name="T15" fmla="*/ 2147483647 h 168"/>
                <a:gd name="T16" fmla="*/ 2147483647 w 120"/>
                <a:gd name="T17" fmla="*/ 2147483647 h 168"/>
                <a:gd name="T18" fmla="*/ 2147483647 w 120"/>
                <a:gd name="T19" fmla="*/ 2147483647 h 168"/>
                <a:gd name="T20" fmla="*/ 2147483647 w 120"/>
                <a:gd name="T21" fmla="*/ 2147483647 h 168"/>
                <a:gd name="T22" fmla="*/ 2147483647 w 120"/>
                <a:gd name="T23" fmla="*/ 2147483647 h 168"/>
                <a:gd name="T24" fmla="*/ 2147483647 w 120"/>
                <a:gd name="T25" fmla="*/ 2147483647 h 168"/>
                <a:gd name="T26" fmla="*/ 0 w 120"/>
                <a:gd name="T27" fmla="*/ 2147483647 h 168"/>
                <a:gd name="T28" fmla="*/ 0 w 120"/>
                <a:gd name="T29" fmla="*/ 2147483647 h 168"/>
                <a:gd name="T30" fmla="*/ 2147483647 w 120"/>
                <a:gd name="T31" fmla="*/ 2147483647 h 168"/>
                <a:gd name="T32" fmla="*/ 2147483647 w 120"/>
                <a:gd name="T33" fmla="*/ 2147483647 h 168"/>
                <a:gd name="T34" fmla="*/ 2147483647 w 120"/>
                <a:gd name="T35" fmla="*/ 2147483647 h 168"/>
                <a:gd name="T36" fmla="*/ 2147483647 w 120"/>
                <a:gd name="T37" fmla="*/ 2147483647 h 168"/>
                <a:gd name="T38" fmla="*/ 2147483647 w 120"/>
                <a:gd name="T39" fmla="*/ 2147483647 h 168"/>
                <a:gd name="T40" fmla="*/ 2147483647 w 120"/>
                <a:gd name="T41" fmla="*/ 0 h 168"/>
                <a:gd name="T42" fmla="*/ 2147483647 w 120"/>
                <a:gd name="T43" fmla="*/ 2147483647 h 16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0"/>
                <a:gd name="T67" fmla="*/ 0 h 168"/>
                <a:gd name="T68" fmla="*/ 120 w 120"/>
                <a:gd name="T69" fmla="*/ 168 h 168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0" h="168">
                  <a:moveTo>
                    <a:pt x="48" y="16"/>
                  </a:moveTo>
                  <a:lnTo>
                    <a:pt x="32" y="8"/>
                  </a:lnTo>
                  <a:lnTo>
                    <a:pt x="16" y="16"/>
                  </a:lnTo>
                  <a:lnTo>
                    <a:pt x="24" y="24"/>
                  </a:lnTo>
                  <a:lnTo>
                    <a:pt x="56" y="40"/>
                  </a:lnTo>
                  <a:lnTo>
                    <a:pt x="80" y="48"/>
                  </a:lnTo>
                  <a:lnTo>
                    <a:pt x="48" y="80"/>
                  </a:lnTo>
                  <a:lnTo>
                    <a:pt x="24" y="88"/>
                  </a:lnTo>
                  <a:lnTo>
                    <a:pt x="8" y="96"/>
                  </a:lnTo>
                  <a:lnTo>
                    <a:pt x="16" y="104"/>
                  </a:lnTo>
                  <a:lnTo>
                    <a:pt x="8" y="96"/>
                  </a:lnTo>
                  <a:lnTo>
                    <a:pt x="8" y="104"/>
                  </a:lnTo>
                  <a:lnTo>
                    <a:pt x="0" y="112"/>
                  </a:lnTo>
                  <a:lnTo>
                    <a:pt x="0" y="152"/>
                  </a:lnTo>
                  <a:lnTo>
                    <a:pt x="8" y="168"/>
                  </a:lnTo>
                  <a:lnTo>
                    <a:pt x="24" y="136"/>
                  </a:lnTo>
                  <a:lnTo>
                    <a:pt x="56" y="120"/>
                  </a:lnTo>
                  <a:lnTo>
                    <a:pt x="88" y="88"/>
                  </a:lnTo>
                  <a:lnTo>
                    <a:pt x="112" y="32"/>
                  </a:lnTo>
                  <a:lnTo>
                    <a:pt x="120" y="0"/>
                  </a:lnTo>
                  <a:lnTo>
                    <a:pt x="48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Freeform 733"/>
            <p:cNvSpPr/>
            <p:nvPr/>
          </p:nvSpPr>
          <p:spPr bwMode="auto">
            <a:xfrm>
              <a:off x="4708529" y="3367774"/>
              <a:ext cx="21932" cy="86633"/>
            </a:xfrm>
            <a:custGeom>
              <a:avLst/>
              <a:gdLst>
                <a:gd name="T0" fmla="*/ 2147483647 w 16"/>
                <a:gd name="T1" fmla="*/ 0 h 64"/>
                <a:gd name="T2" fmla="*/ 2147483647 w 16"/>
                <a:gd name="T3" fmla="*/ 2147483647 h 64"/>
                <a:gd name="T4" fmla="*/ 0 w 16"/>
                <a:gd name="T5" fmla="*/ 2147483647 h 64"/>
                <a:gd name="T6" fmla="*/ 0 w 16"/>
                <a:gd name="T7" fmla="*/ 2147483647 h 64"/>
                <a:gd name="T8" fmla="*/ 2147483647 w 16"/>
                <a:gd name="T9" fmla="*/ 2147483647 h 64"/>
                <a:gd name="T10" fmla="*/ 2147483647 w 16"/>
                <a:gd name="T11" fmla="*/ 2147483647 h 64"/>
                <a:gd name="T12" fmla="*/ 2147483647 w 16"/>
                <a:gd name="T13" fmla="*/ 0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"/>
                <a:gd name="T22" fmla="*/ 0 h 64"/>
                <a:gd name="T23" fmla="*/ 16 w 16"/>
                <a:gd name="T24" fmla="*/ 64 h 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" h="64">
                  <a:moveTo>
                    <a:pt x="8" y="0"/>
                  </a:moveTo>
                  <a:lnTo>
                    <a:pt x="16" y="24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8" y="64"/>
                  </a:lnTo>
                  <a:lnTo>
                    <a:pt x="16" y="64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Freeform 734"/>
            <p:cNvSpPr/>
            <p:nvPr/>
          </p:nvSpPr>
          <p:spPr bwMode="auto">
            <a:xfrm>
              <a:off x="4708529" y="3367774"/>
              <a:ext cx="21932" cy="86633"/>
            </a:xfrm>
            <a:custGeom>
              <a:avLst/>
              <a:gdLst>
                <a:gd name="T0" fmla="*/ 2147483647 w 16"/>
                <a:gd name="T1" fmla="*/ 0 h 64"/>
                <a:gd name="T2" fmla="*/ 2147483647 w 16"/>
                <a:gd name="T3" fmla="*/ 0 h 64"/>
                <a:gd name="T4" fmla="*/ 2147483647 w 16"/>
                <a:gd name="T5" fmla="*/ 2147483647 h 64"/>
                <a:gd name="T6" fmla="*/ 0 w 16"/>
                <a:gd name="T7" fmla="*/ 2147483647 h 64"/>
                <a:gd name="T8" fmla="*/ 0 w 16"/>
                <a:gd name="T9" fmla="*/ 2147483647 h 64"/>
                <a:gd name="T10" fmla="*/ 2147483647 w 16"/>
                <a:gd name="T11" fmla="*/ 2147483647 h 64"/>
                <a:gd name="T12" fmla="*/ 2147483647 w 16"/>
                <a:gd name="T13" fmla="*/ 214748364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"/>
                <a:gd name="T22" fmla="*/ 0 h 64"/>
                <a:gd name="T23" fmla="*/ 16 w 16"/>
                <a:gd name="T24" fmla="*/ 64 h 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" h="64">
                  <a:moveTo>
                    <a:pt x="8" y="0"/>
                  </a:moveTo>
                  <a:lnTo>
                    <a:pt x="8" y="0"/>
                  </a:lnTo>
                  <a:lnTo>
                    <a:pt x="16" y="24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8" y="64"/>
                  </a:lnTo>
                  <a:lnTo>
                    <a:pt x="16" y="64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Freeform 735"/>
            <p:cNvSpPr/>
            <p:nvPr/>
          </p:nvSpPr>
          <p:spPr bwMode="auto">
            <a:xfrm>
              <a:off x="4708529" y="3367774"/>
              <a:ext cx="21932" cy="86633"/>
            </a:xfrm>
            <a:custGeom>
              <a:avLst/>
              <a:gdLst>
                <a:gd name="T0" fmla="*/ 2147483647 w 16"/>
                <a:gd name="T1" fmla="*/ 0 h 64"/>
                <a:gd name="T2" fmla="*/ 2147483647 w 16"/>
                <a:gd name="T3" fmla="*/ 0 h 64"/>
                <a:gd name="T4" fmla="*/ 2147483647 w 16"/>
                <a:gd name="T5" fmla="*/ 2147483647 h 64"/>
                <a:gd name="T6" fmla="*/ 0 w 16"/>
                <a:gd name="T7" fmla="*/ 2147483647 h 64"/>
                <a:gd name="T8" fmla="*/ 0 w 16"/>
                <a:gd name="T9" fmla="*/ 2147483647 h 64"/>
                <a:gd name="T10" fmla="*/ 2147483647 w 16"/>
                <a:gd name="T11" fmla="*/ 2147483647 h 64"/>
                <a:gd name="T12" fmla="*/ 2147483647 w 16"/>
                <a:gd name="T13" fmla="*/ 214748364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"/>
                <a:gd name="T22" fmla="*/ 0 h 64"/>
                <a:gd name="T23" fmla="*/ 16 w 16"/>
                <a:gd name="T24" fmla="*/ 64 h 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" h="64">
                  <a:moveTo>
                    <a:pt x="8" y="0"/>
                  </a:moveTo>
                  <a:lnTo>
                    <a:pt x="8" y="0"/>
                  </a:lnTo>
                  <a:lnTo>
                    <a:pt x="16" y="24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8" y="64"/>
                  </a:lnTo>
                  <a:lnTo>
                    <a:pt x="16" y="64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Freeform 736"/>
            <p:cNvSpPr/>
            <p:nvPr/>
          </p:nvSpPr>
          <p:spPr bwMode="auto">
            <a:xfrm>
              <a:off x="4698659" y="3174769"/>
              <a:ext cx="171072" cy="279637"/>
            </a:xfrm>
            <a:custGeom>
              <a:avLst/>
              <a:gdLst>
                <a:gd name="T0" fmla="*/ 2147483647 w 128"/>
                <a:gd name="T1" fmla="*/ 2147483647 h 208"/>
                <a:gd name="T2" fmla="*/ 2147483647 w 128"/>
                <a:gd name="T3" fmla="*/ 2147483647 h 208"/>
                <a:gd name="T4" fmla="*/ 2147483647 w 128"/>
                <a:gd name="T5" fmla="*/ 2147483647 h 208"/>
                <a:gd name="T6" fmla="*/ 2147483647 w 128"/>
                <a:gd name="T7" fmla="*/ 2147483647 h 208"/>
                <a:gd name="T8" fmla="*/ 2147483647 w 128"/>
                <a:gd name="T9" fmla="*/ 2147483647 h 208"/>
                <a:gd name="T10" fmla="*/ 2147483647 w 128"/>
                <a:gd name="T11" fmla="*/ 2147483647 h 208"/>
                <a:gd name="T12" fmla="*/ 2147483647 w 128"/>
                <a:gd name="T13" fmla="*/ 2147483647 h 208"/>
                <a:gd name="T14" fmla="*/ 2147483647 w 128"/>
                <a:gd name="T15" fmla="*/ 2147483647 h 208"/>
                <a:gd name="T16" fmla="*/ 2147483647 w 128"/>
                <a:gd name="T17" fmla="*/ 2147483647 h 208"/>
                <a:gd name="T18" fmla="*/ 2147483647 w 128"/>
                <a:gd name="T19" fmla="*/ 2147483647 h 208"/>
                <a:gd name="T20" fmla="*/ 2147483647 w 128"/>
                <a:gd name="T21" fmla="*/ 2147483647 h 208"/>
                <a:gd name="T22" fmla="*/ 2147483647 w 128"/>
                <a:gd name="T23" fmla="*/ 0 h 208"/>
                <a:gd name="T24" fmla="*/ 2147483647 w 128"/>
                <a:gd name="T25" fmla="*/ 2147483647 h 208"/>
                <a:gd name="T26" fmla="*/ 2147483647 w 128"/>
                <a:gd name="T27" fmla="*/ 2147483647 h 208"/>
                <a:gd name="T28" fmla="*/ 2147483647 w 128"/>
                <a:gd name="T29" fmla="*/ 2147483647 h 208"/>
                <a:gd name="T30" fmla="*/ 2147483647 w 128"/>
                <a:gd name="T31" fmla="*/ 2147483647 h 208"/>
                <a:gd name="T32" fmla="*/ 0 w 128"/>
                <a:gd name="T33" fmla="*/ 2147483647 h 208"/>
                <a:gd name="T34" fmla="*/ 2147483647 w 128"/>
                <a:gd name="T35" fmla="*/ 2147483647 h 208"/>
                <a:gd name="T36" fmla="*/ 0 w 128"/>
                <a:gd name="T37" fmla="*/ 2147483647 h 208"/>
                <a:gd name="T38" fmla="*/ 2147483647 w 128"/>
                <a:gd name="T39" fmla="*/ 2147483647 h 208"/>
                <a:gd name="T40" fmla="*/ 2147483647 w 128"/>
                <a:gd name="T41" fmla="*/ 2147483647 h 208"/>
                <a:gd name="T42" fmla="*/ 2147483647 w 128"/>
                <a:gd name="T43" fmla="*/ 2147483647 h 208"/>
                <a:gd name="T44" fmla="*/ 2147483647 w 128"/>
                <a:gd name="T45" fmla="*/ 2147483647 h 20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28"/>
                <a:gd name="T70" fmla="*/ 0 h 208"/>
                <a:gd name="T71" fmla="*/ 128 w 128"/>
                <a:gd name="T72" fmla="*/ 208 h 208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28" h="208">
                  <a:moveTo>
                    <a:pt x="24" y="208"/>
                  </a:moveTo>
                  <a:lnTo>
                    <a:pt x="40" y="200"/>
                  </a:lnTo>
                  <a:lnTo>
                    <a:pt x="64" y="192"/>
                  </a:lnTo>
                  <a:lnTo>
                    <a:pt x="64" y="184"/>
                  </a:lnTo>
                  <a:lnTo>
                    <a:pt x="88" y="184"/>
                  </a:lnTo>
                  <a:lnTo>
                    <a:pt x="120" y="160"/>
                  </a:lnTo>
                  <a:lnTo>
                    <a:pt x="104" y="136"/>
                  </a:lnTo>
                  <a:lnTo>
                    <a:pt x="112" y="128"/>
                  </a:lnTo>
                  <a:lnTo>
                    <a:pt x="112" y="104"/>
                  </a:lnTo>
                  <a:lnTo>
                    <a:pt x="128" y="96"/>
                  </a:lnTo>
                  <a:lnTo>
                    <a:pt x="128" y="48"/>
                  </a:lnTo>
                  <a:lnTo>
                    <a:pt x="32" y="0"/>
                  </a:lnTo>
                  <a:lnTo>
                    <a:pt x="16" y="8"/>
                  </a:lnTo>
                  <a:lnTo>
                    <a:pt x="24" y="32"/>
                  </a:lnTo>
                  <a:lnTo>
                    <a:pt x="32" y="40"/>
                  </a:lnTo>
                  <a:lnTo>
                    <a:pt x="24" y="88"/>
                  </a:lnTo>
                  <a:lnTo>
                    <a:pt x="0" y="112"/>
                  </a:lnTo>
                  <a:lnTo>
                    <a:pt x="8" y="112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16" y="128"/>
                  </a:lnTo>
                  <a:lnTo>
                    <a:pt x="16" y="144"/>
                  </a:lnTo>
                  <a:lnTo>
                    <a:pt x="24" y="20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Freeform 737"/>
            <p:cNvSpPr/>
            <p:nvPr/>
          </p:nvSpPr>
          <p:spPr bwMode="auto">
            <a:xfrm>
              <a:off x="4698659" y="3174769"/>
              <a:ext cx="171072" cy="279637"/>
            </a:xfrm>
            <a:custGeom>
              <a:avLst/>
              <a:gdLst>
                <a:gd name="T0" fmla="*/ 2147483647 w 128"/>
                <a:gd name="T1" fmla="*/ 2147483647 h 208"/>
                <a:gd name="T2" fmla="*/ 2147483647 w 128"/>
                <a:gd name="T3" fmla="*/ 2147483647 h 208"/>
                <a:gd name="T4" fmla="*/ 2147483647 w 128"/>
                <a:gd name="T5" fmla="*/ 2147483647 h 208"/>
                <a:gd name="T6" fmla="*/ 2147483647 w 128"/>
                <a:gd name="T7" fmla="*/ 2147483647 h 208"/>
                <a:gd name="T8" fmla="*/ 2147483647 w 128"/>
                <a:gd name="T9" fmla="*/ 2147483647 h 208"/>
                <a:gd name="T10" fmla="*/ 2147483647 w 128"/>
                <a:gd name="T11" fmla="*/ 2147483647 h 208"/>
                <a:gd name="T12" fmla="*/ 2147483647 w 128"/>
                <a:gd name="T13" fmla="*/ 2147483647 h 208"/>
                <a:gd name="T14" fmla="*/ 2147483647 w 128"/>
                <a:gd name="T15" fmla="*/ 2147483647 h 208"/>
                <a:gd name="T16" fmla="*/ 2147483647 w 128"/>
                <a:gd name="T17" fmla="*/ 2147483647 h 208"/>
                <a:gd name="T18" fmla="*/ 2147483647 w 128"/>
                <a:gd name="T19" fmla="*/ 2147483647 h 208"/>
                <a:gd name="T20" fmla="*/ 2147483647 w 128"/>
                <a:gd name="T21" fmla="*/ 2147483647 h 208"/>
                <a:gd name="T22" fmla="*/ 2147483647 w 128"/>
                <a:gd name="T23" fmla="*/ 2147483647 h 208"/>
                <a:gd name="T24" fmla="*/ 2147483647 w 128"/>
                <a:gd name="T25" fmla="*/ 0 h 208"/>
                <a:gd name="T26" fmla="*/ 2147483647 w 128"/>
                <a:gd name="T27" fmla="*/ 2147483647 h 208"/>
                <a:gd name="T28" fmla="*/ 2147483647 w 128"/>
                <a:gd name="T29" fmla="*/ 2147483647 h 208"/>
                <a:gd name="T30" fmla="*/ 2147483647 w 128"/>
                <a:gd name="T31" fmla="*/ 2147483647 h 208"/>
                <a:gd name="T32" fmla="*/ 2147483647 w 128"/>
                <a:gd name="T33" fmla="*/ 2147483647 h 208"/>
                <a:gd name="T34" fmla="*/ 2147483647 w 128"/>
                <a:gd name="T35" fmla="*/ 2147483647 h 208"/>
                <a:gd name="T36" fmla="*/ 0 w 128"/>
                <a:gd name="T37" fmla="*/ 2147483647 h 208"/>
                <a:gd name="T38" fmla="*/ 2147483647 w 128"/>
                <a:gd name="T39" fmla="*/ 2147483647 h 208"/>
                <a:gd name="T40" fmla="*/ 0 w 128"/>
                <a:gd name="T41" fmla="*/ 2147483647 h 208"/>
                <a:gd name="T42" fmla="*/ 0 w 128"/>
                <a:gd name="T43" fmla="*/ 2147483647 h 208"/>
                <a:gd name="T44" fmla="*/ 2147483647 w 128"/>
                <a:gd name="T45" fmla="*/ 2147483647 h 208"/>
                <a:gd name="T46" fmla="*/ 2147483647 w 128"/>
                <a:gd name="T47" fmla="*/ 2147483647 h 208"/>
                <a:gd name="T48" fmla="*/ 2147483647 w 128"/>
                <a:gd name="T49" fmla="*/ 2147483647 h 20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8"/>
                <a:gd name="T76" fmla="*/ 0 h 208"/>
                <a:gd name="T77" fmla="*/ 128 w 128"/>
                <a:gd name="T78" fmla="*/ 208 h 208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8" h="208">
                  <a:moveTo>
                    <a:pt x="24" y="208"/>
                  </a:moveTo>
                  <a:lnTo>
                    <a:pt x="40" y="200"/>
                  </a:lnTo>
                  <a:lnTo>
                    <a:pt x="64" y="192"/>
                  </a:lnTo>
                  <a:lnTo>
                    <a:pt x="64" y="184"/>
                  </a:lnTo>
                  <a:lnTo>
                    <a:pt x="88" y="184"/>
                  </a:lnTo>
                  <a:lnTo>
                    <a:pt x="120" y="160"/>
                  </a:lnTo>
                  <a:lnTo>
                    <a:pt x="104" y="136"/>
                  </a:lnTo>
                  <a:lnTo>
                    <a:pt x="112" y="128"/>
                  </a:lnTo>
                  <a:lnTo>
                    <a:pt x="112" y="104"/>
                  </a:lnTo>
                  <a:lnTo>
                    <a:pt x="128" y="96"/>
                  </a:lnTo>
                  <a:lnTo>
                    <a:pt x="128" y="48"/>
                  </a:lnTo>
                  <a:lnTo>
                    <a:pt x="32" y="0"/>
                  </a:lnTo>
                  <a:lnTo>
                    <a:pt x="16" y="8"/>
                  </a:lnTo>
                  <a:lnTo>
                    <a:pt x="24" y="32"/>
                  </a:lnTo>
                  <a:lnTo>
                    <a:pt x="32" y="40"/>
                  </a:lnTo>
                  <a:lnTo>
                    <a:pt x="24" y="88"/>
                  </a:lnTo>
                  <a:lnTo>
                    <a:pt x="0" y="112"/>
                  </a:lnTo>
                  <a:lnTo>
                    <a:pt x="8" y="112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16" y="128"/>
                  </a:lnTo>
                  <a:lnTo>
                    <a:pt x="16" y="144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7" name="Freeform 738"/>
            <p:cNvSpPr/>
            <p:nvPr/>
          </p:nvSpPr>
          <p:spPr bwMode="auto">
            <a:xfrm>
              <a:off x="4698659" y="3174769"/>
              <a:ext cx="171072" cy="279637"/>
            </a:xfrm>
            <a:custGeom>
              <a:avLst/>
              <a:gdLst>
                <a:gd name="T0" fmla="*/ 2147483647 w 128"/>
                <a:gd name="T1" fmla="*/ 2147483647 h 208"/>
                <a:gd name="T2" fmla="*/ 2147483647 w 128"/>
                <a:gd name="T3" fmla="*/ 2147483647 h 208"/>
                <a:gd name="T4" fmla="*/ 2147483647 w 128"/>
                <a:gd name="T5" fmla="*/ 2147483647 h 208"/>
                <a:gd name="T6" fmla="*/ 2147483647 w 128"/>
                <a:gd name="T7" fmla="*/ 2147483647 h 208"/>
                <a:gd name="T8" fmla="*/ 2147483647 w 128"/>
                <a:gd name="T9" fmla="*/ 2147483647 h 208"/>
                <a:gd name="T10" fmla="*/ 2147483647 w 128"/>
                <a:gd name="T11" fmla="*/ 2147483647 h 208"/>
                <a:gd name="T12" fmla="*/ 2147483647 w 128"/>
                <a:gd name="T13" fmla="*/ 2147483647 h 208"/>
                <a:gd name="T14" fmla="*/ 2147483647 w 128"/>
                <a:gd name="T15" fmla="*/ 2147483647 h 208"/>
                <a:gd name="T16" fmla="*/ 2147483647 w 128"/>
                <a:gd name="T17" fmla="*/ 2147483647 h 208"/>
                <a:gd name="T18" fmla="*/ 2147483647 w 128"/>
                <a:gd name="T19" fmla="*/ 2147483647 h 208"/>
                <a:gd name="T20" fmla="*/ 2147483647 w 128"/>
                <a:gd name="T21" fmla="*/ 2147483647 h 208"/>
                <a:gd name="T22" fmla="*/ 2147483647 w 128"/>
                <a:gd name="T23" fmla="*/ 2147483647 h 208"/>
                <a:gd name="T24" fmla="*/ 2147483647 w 128"/>
                <a:gd name="T25" fmla="*/ 0 h 208"/>
                <a:gd name="T26" fmla="*/ 2147483647 w 128"/>
                <a:gd name="T27" fmla="*/ 2147483647 h 208"/>
                <a:gd name="T28" fmla="*/ 2147483647 w 128"/>
                <a:gd name="T29" fmla="*/ 2147483647 h 208"/>
                <a:gd name="T30" fmla="*/ 2147483647 w 128"/>
                <a:gd name="T31" fmla="*/ 2147483647 h 208"/>
                <a:gd name="T32" fmla="*/ 2147483647 w 128"/>
                <a:gd name="T33" fmla="*/ 2147483647 h 208"/>
                <a:gd name="T34" fmla="*/ 2147483647 w 128"/>
                <a:gd name="T35" fmla="*/ 2147483647 h 208"/>
                <a:gd name="T36" fmla="*/ 0 w 128"/>
                <a:gd name="T37" fmla="*/ 2147483647 h 208"/>
                <a:gd name="T38" fmla="*/ 2147483647 w 128"/>
                <a:gd name="T39" fmla="*/ 2147483647 h 208"/>
                <a:gd name="T40" fmla="*/ 0 w 128"/>
                <a:gd name="T41" fmla="*/ 2147483647 h 208"/>
                <a:gd name="T42" fmla="*/ 0 w 128"/>
                <a:gd name="T43" fmla="*/ 2147483647 h 208"/>
                <a:gd name="T44" fmla="*/ 2147483647 w 128"/>
                <a:gd name="T45" fmla="*/ 2147483647 h 208"/>
                <a:gd name="T46" fmla="*/ 2147483647 w 128"/>
                <a:gd name="T47" fmla="*/ 2147483647 h 208"/>
                <a:gd name="T48" fmla="*/ 2147483647 w 128"/>
                <a:gd name="T49" fmla="*/ 2147483647 h 20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8"/>
                <a:gd name="T76" fmla="*/ 0 h 208"/>
                <a:gd name="T77" fmla="*/ 128 w 128"/>
                <a:gd name="T78" fmla="*/ 208 h 208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8" h="208">
                  <a:moveTo>
                    <a:pt x="24" y="208"/>
                  </a:moveTo>
                  <a:lnTo>
                    <a:pt x="40" y="200"/>
                  </a:lnTo>
                  <a:lnTo>
                    <a:pt x="64" y="192"/>
                  </a:lnTo>
                  <a:lnTo>
                    <a:pt x="64" y="184"/>
                  </a:lnTo>
                  <a:lnTo>
                    <a:pt x="88" y="184"/>
                  </a:lnTo>
                  <a:lnTo>
                    <a:pt x="120" y="160"/>
                  </a:lnTo>
                  <a:lnTo>
                    <a:pt x="104" y="136"/>
                  </a:lnTo>
                  <a:lnTo>
                    <a:pt x="112" y="128"/>
                  </a:lnTo>
                  <a:lnTo>
                    <a:pt x="112" y="104"/>
                  </a:lnTo>
                  <a:lnTo>
                    <a:pt x="128" y="96"/>
                  </a:lnTo>
                  <a:lnTo>
                    <a:pt x="128" y="48"/>
                  </a:lnTo>
                  <a:lnTo>
                    <a:pt x="32" y="0"/>
                  </a:lnTo>
                  <a:lnTo>
                    <a:pt x="16" y="8"/>
                  </a:lnTo>
                  <a:lnTo>
                    <a:pt x="24" y="32"/>
                  </a:lnTo>
                  <a:lnTo>
                    <a:pt x="32" y="40"/>
                  </a:lnTo>
                  <a:lnTo>
                    <a:pt x="24" y="88"/>
                  </a:lnTo>
                  <a:lnTo>
                    <a:pt x="0" y="112"/>
                  </a:lnTo>
                  <a:lnTo>
                    <a:pt x="8" y="112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16" y="128"/>
                  </a:lnTo>
                  <a:lnTo>
                    <a:pt x="16" y="144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8" name="Freeform 739"/>
            <p:cNvSpPr/>
            <p:nvPr/>
          </p:nvSpPr>
          <p:spPr bwMode="auto">
            <a:xfrm>
              <a:off x="4752394" y="3958850"/>
              <a:ext cx="267574" cy="246738"/>
            </a:xfrm>
            <a:custGeom>
              <a:avLst/>
              <a:gdLst>
                <a:gd name="T0" fmla="*/ 2147483647 w 200"/>
                <a:gd name="T1" fmla="*/ 2147483647 h 184"/>
                <a:gd name="T2" fmla="*/ 2147483647 w 200"/>
                <a:gd name="T3" fmla="*/ 2147483647 h 184"/>
                <a:gd name="T4" fmla="*/ 2147483647 w 200"/>
                <a:gd name="T5" fmla="*/ 0 h 184"/>
                <a:gd name="T6" fmla="*/ 2147483647 w 200"/>
                <a:gd name="T7" fmla="*/ 2147483647 h 184"/>
                <a:gd name="T8" fmla="*/ 2147483647 w 200"/>
                <a:gd name="T9" fmla="*/ 2147483647 h 184"/>
                <a:gd name="T10" fmla="*/ 2147483647 w 200"/>
                <a:gd name="T11" fmla="*/ 2147483647 h 184"/>
                <a:gd name="T12" fmla="*/ 2147483647 w 200"/>
                <a:gd name="T13" fmla="*/ 2147483647 h 184"/>
                <a:gd name="T14" fmla="*/ 2147483647 w 200"/>
                <a:gd name="T15" fmla="*/ 2147483647 h 184"/>
                <a:gd name="T16" fmla="*/ 2147483647 w 200"/>
                <a:gd name="T17" fmla="*/ 2147483647 h 184"/>
                <a:gd name="T18" fmla="*/ 2147483647 w 200"/>
                <a:gd name="T19" fmla="*/ 2147483647 h 184"/>
                <a:gd name="T20" fmla="*/ 2147483647 w 200"/>
                <a:gd name="T21" fmla="*/ 2147483647 h 184"/>
                <a:gd name="T22" fmla="*/ 2147483647 w 200"/>
                <a:gd name="T23" fmla="*/ 2147483647 h 184"/>
                <a:gd name="T24" fmla="*/ 2147483647 w 200"/>
                <a:gd name="T25" fmla="*/ 2147483647 h 184"/>
                <a:gd name="T26" fmla="*/ 2147483647 w 200"/>
                <a:gd name="T27" fmla="*/ 2147483647 h 184"/>
                <a:gd name="T28" fmla="*/ 0 w 200"/>
                <a:gd name="T29" fmla="*/ 2147483647 h 184"/>
                <a:gd name="T30" fmla="*/ 0 w 200"/>
                <a:gd name="T31" fmla="*/ 2147483647 h 184"/>
                <a:gd name="T32" fmla="*/ 2147483647 w 200"/>
                <a:gd name="T33" fmla="*/ 2147483647 h 184"/>
                <a:gd name="T34" fmla="*/ 2147483647 w 200"/>
                <a:gd name="T35" fmla="*/ 2147483647 h 184"/>
                <a:gd name="T36" fmla="*/ 2147483647 w 200"/>
                <a:gd name="T37" fmla="*/ 2147483647 h 184"/>
                <a:gd name="T38" fmla="*/ 2147483647 w 200"/>
                <a:gd name="T39" fmla="*/ 2147483647 h 184"/>
                <a:gd name="T40" fmla="*/ 2147483647 w 200"/>
                <a:gd name="T41" fmla="*/ 2147483647 h 184"/>
                <a:gd name="T42" fmla="*/ 2147483647 w 200"/>
                <a:gd name="T43" fmla="*/ 2147483647 h 184"/>
                <a:gd name="T44" fmla="*/ 2147483647 w 200"/>
                <a:gd name="T45" fmla="*/ 2147483647 h 184"/>
                <a:gd name="T46" fmla="*/ 2147483647 w 200"/>
                <a:gd name="T47" fmla="*/ 2147483647 h 184"/>
                <a:gd name="T48" fmla="*/ 2147483647 w 200"/>
                <a:gd name="T49" fmla="*/ 2147483647 h 184"/>
                <a:gd name="T50" fmla="*/ 2147483647 w 200"/>
                <a:gd name="T51" fmla="*/ 2147483647 h 184"/>
                <a:gd name="T52" fmla="*/ 2147483647 w 200"/>
                <a:gd name="T53" fmla="*/ 2147483647 h 18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00"/>
                <a:gd name="T82" fmla="*/ 0 h 184"/>
                <a:gd name="T83" fmla="*/ 200 w 200"/>
                <a:gd name="T84" fmla="*/ 184 h 18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00" h="184">
                  <a:moveTo>
                    <a:pt x="192" y="8"/>
                  </a:moveTo>
                  <a:lnTo>
                    <a:pt x="184" y="8"/>
                  </a:lnTo>
                  <a:lnTo>
                    <a:pt x="160" y="0"/>
                  </a:lnTo>
                  <a:lnTo>
                    <a:pt x="136" y="24"/>
                  </a:lnTo>
                  <a:lnTo>
                    <a:pt x="104" y="48"/>
                  </a:lnTo>
                  <a:lnTo>
                    <a:pt x="88" y="48"/>
                  </a:lnTo>
                  <a:lnTo>
                    <a:pt x="64" y="64"/>
                  </a:lnTo>
                  <a:lnTo>
                    <a:pt x="56" y="64"/>
                  </a:lnTo>
                  <a:lnTo>
                    <a:pt x="48" y="56"/>
                  </a:lnTo>
                  <a:lnTo>
                    <a:pt x="40" y="40"/>
                  </a:lnTo>
                  <a:lnTo>
                    <a:pt x="40" y="48"/>
                  </a:lnTo>
                  <a:lnTo>
                    <a:pt x="40" y="40"/>
                  </a:lnTo>
                  <a:lnTo>
                    <a:pt x="32" y="96"/>
                  </a:lnTo>
                  <a:lnTo>
                    <a:pt x="24" y="96"/>
                  </a:lnTo>
                  <a:lnTo>
                    <a:pt x="0" y="88"/>
                  </a:lnTo>
                  <a:lnTo>
                    <a:pt x="0" y="96"/>
                  </a:lnTo>
                  <a:lnTo>
                    <a:pt x="8" y="112"/>
                  </a:lnTo>
                  <a:lnTo>
                    <a:pt x="16" y="144"/>
                  </a:lnTo>
                  <a:lnTo>
                    <a:pt x="16" y="160"/>
                  </a:lnTo>
                  <a:lnTo>
                    <a:pt x="32" y="184"/>
                  </a:lnTo>
                  <a:lnTo>
                    <a:pt x="64" y="176"/>
                  </a:lnTo>
                  <a:lnTo>
                    <a:pt x="96" y="168"/>
                  </a:lnTo>
                  <a:lnTo>
                    <a:pt x="128" y="168"/>
                  </a:lnTo>
                  <a:lnTo>
                    <a:pt x="184" y="104"/>
                  </a:lnTo>
                  <a:lnTo>
                    <a:pt x="200" y="64"/>
                  </a:lnTo>
                  <a:lnTo>
                    <a:pt x="192" y="64"/>
                  </a:lnTo>
                  <a:lnTo>
                    <a:pt x="192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9" name="Freeform 740"/>
            <p:cNvSpPr/>
            <p:nvPr/>
          </p:nvSpPr>
          <p:spPr bwMode="auto">
            <a:xfrm>
              <a:off x="4806128" y="3883183"/>
              <a:ext cx="160106" cy="161203"/>
            </a:xfrm>
            <a:custGeom>
              <a:avLst/>
              <a:gdLst>
                <a:gd name="T0" fmla="*/ 2147483647 w 120"/>
                <a:gd name="T1" fmla="*/ 2147483647 h 120"/>
                <a:gd name="T2" fmla="*/ 2147483647 w 120"/>
                <a:gd name="T3" fmla="*/ 2147483647 h 120"/>
                <a:gd name="T4" fmla="*/ 2147483647 w 120"/>
                <a:gd name="T5" fmla="*/ 2147483647 h 120"/>
                <a:gd name="T6" fmla="*/ 2147483647 w 120"/>
                <a:gd name="T7" fmla="*/ 0 h 120"/>
                <a:gd name="T8" fmla="*/ 2147483647 w 120"/>
                <a:gd name="T9" fmla="*/ 0 h 120"/>
                <a:gd name="T10" fmla="*/ 2147483647 w 120"/>
                <a:gd name="T11" fmla="*/ 2147483647 h 120"/>
                <a:gd name="T12" fmla="*/ 2147483647 w 120"/>
                <a:gd name="T13" fmla="*/ 0 h 120"/>
                <a:gd name="T14" fmla="*/ 2147483647 w 120"/>
                <a:gd name="T15" fmla="*/ 0 h 120"/>
                <a:gd name="T16" fmla="*/ 2147483647 w 120"/>
                <a:gd name="T17" fmla="*/ 0 h 120"/>
                <a:gd name="T18" fmla="*/ 2147483647 w 120"/>
                <a:gd name="T19" fmla="*/ 2147483647 h 120"/>
                <a:gd name="T20" fmla="*/ 2147483647 w 120"/>
                <a:gd name="T21" fmla="*/ 2147483647 h 120"/>
                <a:gd name="T22" fmla="*/ 0 w 120"/>
                <a:gd name="T23" fmla="*/ 2147483647 h 120"/>
                <a:gd name="T24" fmla="*/ 0 w 120"/>
                <a:gd name="T25" fmla="*/ 2147483647 h 120"/>
                <a:gd name="T26" fmla="*/ 2147483647 w 120"/>
                <a:gd name="T27" fmla="*/ 2147483647 h 120"/>
                <a:gd name="T28" fmla="*/ 2147483647 w 120"/>
                <a:gd name="T29" fmla="*/ 2147483647 h 120"/>
                <a:gd name="T30" fmla="*/ 2147483647 w 120"/>
                <a:gd name="T31" fmla="*/ 2147483647 h 120"/>
                <a:gd name="T32" fmla="*/ 2147483647 w 120"/>
                <a:gd name="T33" fmla="*/ 2147483647 h 120"/>
                <a:gd name="T34" fmla="*/ 2147483647 w 120"/>
                <a:gd name="T35" fmla="*/ 2147483647 h 120"/>
                <a:gd name="T36" fmla="*/ 2147483647 w 120"/>
                <a:gd name="T37" fmla="*/ 2147483647 h 120"/>
                <a:gd name="T38" fmla="*/ 2147483647 w 120"/>
                <a:gd name="T39" fmla="*/ 2147483647 h 120"/>
                <a:gd name="T40" fmla="*/ 2147483647 w 120"/>
                <a:gd name="T41" fmla="*/ 2147483647 h 120"/>
                <a:gd name="T42" fmla="*/ 2147483647 w 120"/>
                <a:gd name="T43" fmla="*/ 2147483647 h 1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0"/>
                <a:gd name="T67" fmla="*/ 0 h 120"/>
                <a:gd name="T68" fmla="*/ 120 w 120"/>
                <a:gd name="T69" fmla="*/ 120 h 12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0" h="120">
                  <a:moveTo>
                    <a:pt x="96" y="32"/>
                  </a:moveTo>
                  <a:lnTo>
                    <a:pt x="88" y="32"/>
                  </a:lnTo>
                  <a:lnTo>
                    <a:pt x="80" y="16"/>
                  </a:lnTo>
                  <a:lnTo>
                    <a:pt x="72" y="0"/>
                  </a:lnTo>
                  <a:lnTo>
                    <a:pt x="64" y="0"/>
                  </a:lnTo>
                  <a:lnTo>
                    <a:pt x="56" y="8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16" y="8"/>
                  </a:lnTo>
                  <a:lnTo>
                    <a:pt x="8" y="56"/>
                  </a:lnTo>
                  <a:lnTo>
                    <a:pt x="0" y="56"/>
                  </a:lnTo>
                  <a:lnTo>
                    <a:pt x="0" y="96"/>
                  </a:lnTo>
                  <a:lnTo>
                    <a:pt x="8" y="112"/>
                  </a:lnTo>
                  <a:lnTo>
                    <a:pt x="16" y="120"/>
                  </a:lnTo>
                  <a:lnTo>
                    <a:pt x="24" y="120"/>
                  </a:lnTo>
                  <a:lnTo>
                    <a:pt x="48" y="104"/>
                  </a:lnTo>
                  <a:lnTo>
                    <a:pt x="64" y="104"/>
                  </a:lnTo>
                  <a:lnTo>
                    <a:pt x="96" y="80"/>
                  </a:lnTo>
                  <a:lnTo>
                    <a:pt x="120" y="56"/>
                  </a:lnTo>
                  <a:lnTo>
                    <a:pt x="104" y="48"/>
                  </a:lnTo>
                  <a:lnTo>
                    <a:pt x="96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0" name="Freeform 741"/>
            <p:cNvSpPr/>
            <p:nvPr/>
          </p:nvSpPr>
          <p:spPr bwMode="auto">
            <a:xfrm>
              <a:off x="4977200" y="3754880"/>
              <a:ext cx="183135" cy="289507"/>
            </a:xfrm>
            <a:custGeom>
              <a:avLst/>
              <a:gdLst>
                <a:gd name="T0" fmla="*/ 2147483647 w 136"/>
                <a:gd name="T1" fmla="*/ 2147483647 h 216"/>
                <a:gd name="T2" fmla="*/ 2147483647 w 136"/>
                <a:gd name="T3" fmla="*/ 2147483647 h 216"/>
                <a:gd name="T4" fmla="*/ 2147483647 w 136"/>
                <a:gd name="T5" fmla="*/ 2147483647 h 216"/>
                <a:gd name="T6" fmla="*/ 2147483647 w 136"/>
                <a:gd name="T7" fmla="*/ 2147483647 h 216"/>
                <a:gd name="T8" fmla="*/ 2147483647 w 136"/>
                <a:gd name="T9" fmla="*/ 2147483647 h 216"/>
                <a:gd name="T10" fmla="*/ 2147483647 w 136"/>
                <a:gd name="T11" fmla="*/ 2147483647 h 216"/>
                <a:gd name="T12" fmla="*/ 2147483647 w 136"/>
                <a:gd name="T13" fmla="*/ 2147483647 h 216"/>
                <a:gd name="T14" fmla="*/ 2147483647 w 136"/>
                <a:gd name="T15" fmla="*/ 2147483647 h 216"/>
                <a:gd name="T16" fmla="*/ 2147483647 w 136"/>
                <a:gd name="T17" fmla="*/ 2147483647 h 216"/>
                <a:gd name="T18" fmla="*/ 0 w 136"/>
                <a:gd name="T19" fmla="*/ 2147483647 h 216"/>
                <a:gd name="T20" fmla="*/ 2147483647 w 136"/>
                <a:gd name="T21" fmla="*/ 2147483647 h 216"/>
                <a:gd name="T22" fmla="*/ 0 w 136"/>
                <a:gd name="T23" fmla="*/ 2147483647 h 216"/>
                <a:gd name="T24" fmla="*/ 2147483647 w 136"/>
                <a:gd name="T25" fmla="*/ 2147483647 h 216"/>
                <a:gd name="T26" fmla="*/ 2147483647 w 136"/>
                <a:gd name="T27" fmla="*/ 2147483647 h 216"/>
                <a:gd name="T28" fmla="*/ 2147483647 w 136"/>
                <a:gd name="T29" fmla="*/ 2147483647 h 216"/>
                <a:gd name="T30" fmla="*/ 2147483647 w 136"/>
                <a:gd name="T31" fmla="*/ 2147483647 h 216"/>
                <a:gd name="T32" fmla="*/ 2147483647 w 136"/>
                <a:gd name="T33" fmla="*/ 2147483647 h 216"/>
                <a:gd name="T34" fmla="*/ 2147483647 w 136"/>
                <a:gd name="T35" fmla="*/ 2147483647 h 216"/>
                <a:gd name="T36" fmla="*/ 2147483647 w 136"/>
                <a:gd name="T37" fmla="*/ 2147483647 h 216"/>
                <a:gd name="T38" fmla="*/ 2147483647 w 136"/>
                <a:gd name="T39" fmla="*/ 2147483647 h 216"/>
                <a:gd name="T40" fmla="*/ 2147483647 w 136"/>
                <a:gd name="T41" fmla="*/ 2147483647 h 216"/>
                <a:gd name="T42" fmla="*/ 2147483647 w 136"/>
                <a:gd name="T43" fmla="*/ 2147483647 h 216"/>
                <a:gd name="T44" fmla="*/ 2147483647 w 136"/>
                <a:gd name="T45" fmla="*/ 2147483647 h 216"/>
                <a:gd name="T46" fmla="*/ 2147483647 w 136"/>
                <a:gd name="T47" fmla="*/ 2147483647 h 216"/>
                <a:gd name="T48" fmla="*/ 2147483647 w 136"/>
                <a:gd name="T49" fmla="*/ 2147483647 h 216"/>
                <a:gd name="T50" fmla="*/ 2147483647 w 136"/>
                <a:gd name="T51" fmla="*/ 2147483647 h 216"/>
                <a:gd name="T52" fmla="*/ 2147483647 w 136"/>
                <a:gd name="T53" fmla="*/ 2147483647 h 216"/>
                <a:gd name="T54" fmla="*/ 2147483647 w 136"/>
                <a:gd name="T55" fmla="*/ 2147483647 h 216"/>
                <a:gd name="T56" fmla="*/ 2147483647 w 136"/>
                <a:gd name="T57" fmla="*/ 2147483647 h 216"/>
                <a:gd name="T58" fmla="*/ 2147483647 w 136"/>
                <a:gd name="T59" fmla="*/ 0 h 216"/>
                <a:gd name="T60" fmla="*/ 2147483647 w 136"/>
                <a:gd name="T61" fmla="*/ 2147483647 h 216"/>
                <a:gd name="T62" fmla="*/ 2147483647 w 136"/>
                <a:gd name="T63" fmla="*/ 2147483647 h 21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36"/>
                <a:gd name="T97" fmla="*/ 0 h 216"/>
                <a:gd name="T98" fmla="*/ 136 w 136"/>
                <a:gd name="T99" fmla="*/ 216 h 21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36" h="216">
                  <a:moveTo>
                    <a:pt x="88" y="8"/>
                  </a:moveTo>
                  <a:lnTo>
                    <a:pt x="64" y="16"/>
                  </a:lnTo>
                  <a:lnTo>
                    <a:pt x="64" y="32"/>
                  </a:lnTo>
                  <a:lnTo>
                    <a:pt x="72" y="56"/>
                  </a:lnTo>
                  <a:lnTo>
                    <a:pt x="72" y="64"/>
                  </a:lnTo>
                  <a:lnTo>
                    <a:pt x="64" y="72"/>
                  </a:lnTo>
                  <a:lnTo>
                    <a:pt x="56" y="64"/>
                  </a:lnTo>
                  <a:lnTo>
                    <a:pt x="48" y="56"/>
                  </a:lnTo>
                  <a:lnTo>
                    <a:pt x="32" y="48"/>
                  </a:lnTo>
                  <a:lnTo>
                    <a:pt x="0" y="64"/>
                  </a:lnTo>
                  <a:lnTo>
                    <a:pt x="8" y="64"/>
                  </a:lnTo>
                  <a:lnTo>
                    <a:pt x="0" y="64"/>
                  </a:lnTo>
                  <a:lnTo>
                    <a:pt x="32" y="80"/>
                  </a:lnTo>
                  <a:lnTo>
                    <a:pt x="32" y="96"/>
                  </a:lnTo>
                  <a:lnTo>
                    <a:pt x="32" y="112"/>
                  </a:lnTo>
                  <a:lnTo>
                    <a:pt x="24" y="144"/>
                  </a:lnTo>
                  <a:lnTo>
                    <a:pt x="16" y="160"/>
                  </a:lnTo>
                  <a:lnTo>
                    <a:pt x="24" y="160"/>
                  </a:lnTo>
                  <a:lnTo>
                    <a:pt x="24" y="216"/>
                  </a:lnTo>
                  <a:lnTo>
                    <a:pt x="32" y="216"/>
                  </a:lnTo>
                  <a:lnTo>
                    <a:pt x="32" y="208"/>
                  </a:lnTo>
                  <a:lnTo>
                    <a:pt x="64" y="184"/>
                  </a:lnTo>
                  <a:lnTo>
                    <a:pt x="72" y="160"/>
                  </a:lnTo>
                  <a:lnTo>
                    <a:pt x="64" y="128"/>
                  </a:lnTo>
                  <a:lnTo>
                    <a:pt x="80" y="104"/>
                  </a:lnTo>
                  <a:lnTo>
                    <a:pt x="120" y="80"/>
                  </a:lnTo>
                  <a:lnTo>
                    <a:pt x="128" y="64"/>
                  </a:lnTo>
                  <a:lnTo>
                    <a:pt x="136" y="48"/>
                  </a:lnTo>
                  <a:lnTo>
                    <a:pt x="128" y="16"/>
                  </a:lnTo>
                  <a:lnTo>
                    <a:pt x="128" y="0"/>
                  </a:lnTo>
                  <a:lnTo>
                    <a:pt x="120" y="8"/>
                  </a:lnTo>
                  <a:lnTo>
                    <a:pt x="8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1" name="Freeform 742"/>
            <p:cNvSpPr/>
            <p:nvPr/>
          </p:nvSpPr>
          <p:spPr bwMode="auto">
            <a:xfrm>
              <a:off x="4977200" y="3593677"/>
              <a:ext cx="172169" cy="182038"/>
            </a:xfrm>
            <a:custGeom>
              <a:avLst/>
              <a:gdLst>
                <a:gd name="T0" fmla="*/ 2147483647 w 128"/>
                <a:gd name="T1" fmla="*/ 2147483647 h 136"/>
                <a:gd name="T2" fmla="*/ 2147483647 w 128"/>
                <a:gd name="T3" fmla="*/ 0 h 136"/>
                <a:gd name="T4" fmla="*/ 2147483647 w 128"/>
                <a:gd name="T5" fmla="*/ 0 h 136"/>
                <a:gd name="T6" fmla="*/ 2147483647 w 128"/>
                <a:gd name="T7" fmla="*/ 2147483647 h 136"/>
                <a:gd name="T8" fmla="*/ 2147483647 w 128"/>
                <a:gd name="T9" fmla="*/ 2147483647 h 136"/>
                <a:gd name="T10" fmla="*/ 2147483647 w 128"/>
                <a:gd name="T11" fmla="*/ 2147483647 h 136"/>
                <a:gd name="T12" fmla="*/ 2147483647 w 128"/>
                <a:gd name="T13" fmla="*/ 0 h 136"/>
                <a:gd name="T14" fmla="*/ 0 w 128"/>
                <a:gd name="T15" fmla="*/ 0 h 136"/>
                <a:gd name="T16" fmla="*/ 2147483647 w 128"/>
                <a:gd name="T17" fmla="*/ 2147483647 h 136"/>
                <a:gd name="T18" fmla="*/ 0 w 128"/>
                <a:gd name="T19" fmla="*/ 2147483647 h 136"/>
                <a:gd name="T20" fmla="*/ 2147483647 w 128"/>
                <a:gd name="T21" fmla="*/ 2147483647 h 136"/>
                <a:gd name="T22" fmla="*/ 2147483647 w 128"/>
                <a:gd name="T23" fmla="*/ 2147483647 h 136"/>
                <a:gd name="T24" fmla="*/ 2147483647 w 128"/>
                <a:gd name="T25" fmla="*/ 2147483647 h 136"/>
                <a:gd name="T26" fmla="*/ 2147483647 w 128"/>
                <a:gd name="T27" fmla="*/ 2147483647 h 136"/>
                <a:gd name="T28" fmla="*/ 2147483647 w 128"/>
                <a:gd name="T29" fmla="*/ 2147483647 h 136"/>
                <a:gd name="T30" fmla="*/ 2147483647 w 128"/>
                <a:gd name="T31" fmla="*/ 2147483647 h 136"/>
                <a:gd name="T32" fmla="*/ 2147483647 w 128"/>
                <a:gd name="T33" fmla="*/ 2147483647 h 136"/>
                <a:gd name="T34" fmla="*/ 2147483647 w 128"/>
                <a:gd name="T35" fmla="*/ 2147483647 h 136"/>
                <a:gd name="T36" fmla="*/ 2147483647 w 128"/>
                <a:gd name="T37" fmla="*/ 2147483647 h 136"/>
                <a:gd name="T38" fmla="*/ 2147483647 w 128"/>
                <a:gd name="T39" fmla="*/ 2147483647 h 136"/>
                <a:gd name="T40" fmla="*/ 2147483647 w 128"/>
                <a:gd name="T41" fmla="*/ 2147483647 h 136"/>
                <a:gd name="T42" fmla="*/ 2147483647 w 128"/>
                <a:gd name="T43" fmla="*/ 2147483647 h 136"/>
                <a:gd name="T44" fmla="*/ 2147483647 w 128"/>
                <a:gd name="T45" fmla="*/ 2147483647 h 136"/>
                <a:gd name="T46" fmla="*/ 2147483647 w 128"/>
                <a:gd name="T47" fmla="*/ 2147483647 h 136"/>
                <a:gd name="T48" fmla="*/ 2147483647 w 128"/>
                <a:gd name="T49" fmla="*/ 2147483647 h 1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8"/>
                <a:gd name="T76" fmla="*/ 0 h 136"/>
                <a:gd name="T77" fmla="*/ 128 w 128"/>
                <a:gd name="T78" fmla="*/ 136 h 1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8" h="136">
                  <a:moveTo>
                    <a:pt x="96" y="24"/>
                  </a:moveTo>
                  <a:lnTo>
                    <a:pt x="56" y="0"/>
                  </a:lnTo>
                  <a:lnTo>
                    <a:pt x="48" y="0"/>
                  </a:lnTo>
                  <a:lnTo>
                    <a:pt x="48" y="8"/>
                  </a:lnTo>
                  <a:lnTo>
                    <a:pt x="48" y="16"/>
                  </a:lnTo>
                  <a:lnTo>
                    <a:pt x="32" y="16"/>
                  </a:lnTo>
                  <a:lnTo>
                    <a:pt x="24" y="0"/>
                  </a:lnTo>
                  <a:lnTo>
                    <a:pt x="0" y="0"/>
                  </a:lnTo>
                  <a:lnTo>
                    <a:pt x="8" y="32"/>
                  </a:lnTo>
                  <a:lnTo>
                    <a:pt x="0" y="40"/>
                  </a:lnTo>
                  <a:lnTo>
                    <a:pt x="8" y="72"/>
                  </a:lnTo>
                  <a:lnTo>
                    <a:pt x="16" y="96"/>
                  </a:lnTo>
                  <a:lnTo>
                    <a:pt x="32" y="104"/>
                  </a:lnTo>
                  <a:lnTo>
                    <a:pt x="56" y="104"/>
                  </a:lnTo>
                  <a:lnTo>
                    <a:pt x="56" y="112"/>
                  </a:lnTo>
                  <a:lnTo>
                    <a:pt x="64" y="136"/>
                  </a:lnTo>
                  <a:lnTo>
                    <a:pt x="88" y="128"/>
                  </a:lnTo>
                  <a:lnTo>
                    <a:pt x="120" y="128"/>
                  </a:lnTo>
                  <a:lnTo>
                    <a:pt x="128" y="120"/>
                  </a:lnTo>
                  <a:lnTo>
                    <a:pt x="120" y="112"/>
                  </a:lnTo>
                  <a:lnTo>
                    <a:pt x="120" y="72"/>
                  </a:lnTo>
                  <a:lnTo>
                    <a:pt x="112" y="56"/>
                  </a:lnTo>
                  <a:lnTo>
                    <a:pt x="120" y="48"/>
                  </a:lnTo>
                  <a:lnTo>
                    <a:pt x="96" y="32"/>
                  </a:lnTo>
                  <a:lnTo>
                    <a:pt x="96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2" name="Freeform 743"/>
            <p:cNvSpPr/>
            <p:nvPr/>
          </p:nvSpPr>
          <p:spPr bwMode="auto">
            <a:xfrm>
              <a:off x="4676727" y="3679213"/>
              <a:ext cx="203971" cy="203971"/>
            </a:xfrm>
            <a:custGeom>
              <a:avLst/>
              <a:gdLst>
                <a:gd name="T0" fmla="*/ 2147483647 w 152"/>
                <a:gd name="T1" fmla="*/ 2147483647 h 152"/>
                <a:gd name="T2" fmla="*/ 2147483647 w 152"/>
                <a:gd name="T3" fmla="*/ 2147483647 h 152"/>
                <a:gd name="T4" fmla="*/ 2147483647 w 152"/>
                <a:gd name="T5" fmla="*/ 2147483647 h 152"/>
                <a:gd name="T6" fmla="*/ 2147483647 w 152"/>
                <a:gd name="T7" fmla="*/ 2147483647 h 152"/>
                <a:gd name="T8" fmla="*/ 2147483647 w 152"/>
                <a:gd name="T9" fmla="*/ 2147483647 h 152"/>
                <a:gd name="T10" fmla="*/ 2147483647 w 152"/>
                <a:gd name="T11" fmla="*/ 2147483647 h 152"/>
                <a:gd name="T12" fmla="*/ 2147483647 w 152"/>
                <a:gd name="T13" fmla="*/ 2147483647 h 152"/>
                <a:gd name="T14" fmla="*/ 2147483647 w 152"/>
                <a:gd name="T15" fmla="*/ 2147483647 h 152"/>
                <a:gd name="T16" fmla="*/ 2147483647 w 152"/>
                <a:gd name="T17" fmla="*/ 2147483647 h 152"/>
                <a:gd name="T18" fmla="*/ 2147483647 w 152"/>
                <a:gd name="T19" fmla="*/ 2147483647 h 152"/>
                <a:gd name="T20" fmla="*/ 2147483647 w 152"/>
                <a:gd name="T21" fmla="*/ 2147483647 h 152"/>
                <a:gd name="T22" fmla="*/ 2147483647 w 152"/>
                <a:gd name="T23" fmla="*/ 2147483647 h 152"/>
                <a:gd name="T24" fmla="*/ 2147483647 w 152"/>
                <a:gd name="T25" fmla="*/ 2147483647 h 152"/>
                <a:gd name="T26" fmla="*/ 2147483647 w 152"/>
                <a:gd name="T27" fmla="*/ 2147483647 h 152"/>
                <a:gd name="T28" fmla="*/ 2147483647 w 152"/>
                <a:gd name="T29" fmla="*/ 2147483647 h 152"/>
                <a:gd name="T30" fmla="*/ 2147483647 w 152"/>
                <a:gd name="T31" fmla="*/ 2147483647 h 152"/>
                <a:gd name="T32" fmla="*/ 2147483647 w 152"/>
                <a:gd name="T33" fmla="*/ 0 h 152"/>
                <a:gd name="T34" fmla="*/ 2147483647 w 152"/>
                <a:gd name="T35" fmla="*/ 0 h 152"/>
                <a:gd name="T36" fmla="*/ 0 w 152"/>
                <a:gd name="T37" fmla="*/ 2147483647 h 152"/>
                <a:gd name="T38" fmla="*/ 2147483647 w 152"/>
                <a:gd name="T39" fmla="*/ 2147483647 h 152"/>
                <a:gd name="T40" fmla="*/ 2147483647 w 152"/>
                <a:gd name="T41" fmla="*/ 2147483647 h 152"/>
                <a:gd name="T42" fmla="*/ 0 w 152"/>
                <a:gd name="T43" fmla="*/ 2147483647 h 152"/>
                <a:gd name="T44" fmla="*/ 0 w 152"/>
                <a:gd name="T45" fmla="*/ 2147483647 h 152"/>
                <a:gd name="T46" fmla="*/ 2147483647 w 152"/>
                <a:gd name="T47" fmla="*/ 2147483647 h 152"/>
                <a:gd name="T48" fmla="*/ 2147483647 w 152"/>
                <a:gd name="T49" fmla="*/ 2147483647 h 15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52"/>
                <a:gd name="T76" fmla="*/ 0 h 152"/>
                <a:gd name="T77" fmla="*/ 152 w 152"/>
                <a:gd name="T78" fmla="*/ 152 h 15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52" h="152">
                  <a:moveTo>
                    <a:pt x="16" y="144"/>
                  </a:moveTo>
                  <a:lnTo>
                    <a:pt x="72" y="144"/>
                  </a:lnTo>
                  <a:lnTo>
                    <a:pt x="80" y="152"/>
                  </a:lnTo>
                  <a:lnTo>
                    <a:pt x="112" y="152"/>
                  </a:lnTo>
                  <a:lnTo>
                    <a:pt x="136" y="144"/>
                  </a:lnTo>
                  <a:lnTo>
                    <a:pt x="128" y="128"/>
                  </a:lnTo>
                  <a:lnTo>
                    <a:pt x="128" y="88"/>
                  </a:lnTo>
                  <a:lnTo>
                    <a:pt x="152" y="80"/>
                  </a:lnTo>
                  <a:lnTo>
                    <a:pt x="152" y="64"/>
                  </a:lnTo>
                  <a:lnTo>
                    <a:pt x="144" y="64"/>
                  </a:lnTo>
                  <a:lnTo>
                    <a:pt x="152" y="64"/>
                  </a:lnTo>
                  <a:lnTo>
                    <a:pt x="128" y="64"/>
                  </a:lnTo>
                  <a:lnTo>
                    <a:pt x="120" y="16"/>
                  </a:lnTo>
                  <a:lnTo>
                    <a:pt x="96" y="16"/>
                  </a:lnTo>
                  <a:lnTo>
                    <a:pt x="80" y="24"/>
                  </a:lnTo>
                  <a:lnTo>
                    <a:pt x="72" y="24"/>
                  </a:lnTo>
                  <a:lnTo>
                    <a:pt x="48" y="0"/>
                  </a:lnTo>
                  <a:lnTo>
                    <a:pt x="16" y="0"/>
                  </a:lnTo>
                  <a:lnTo>
                    <a:pt x="0" y="8"/>
                  </a:lnTo>
                  <a:lnTo>
                    <a:pt x="8" y="56"/>
                  </a:lnTo>
                  <a:lnTo>
                    <a:pt x="16" y="80"/>
                  </a:lnTo>
                  <a:lnTo>
                    <a:pt x="0" y="112"/>
                  </a:lnTo>
                  <a:lnTo>
                    <a:pt x="0" y="144"/>
                  </a:lnTo>
                  <a:lnTo>
                    <a:pt x="8" y="136"/>
                  </a:lnTo>
                  <a:lnTo>
                    <a:pt x="16" y="14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3" name="Freeform 744"/>
            <p:cNvSpPr/>
            <p:nvPr/>
          </p:nvSpPr>
          <p:spPr bwMode="auto">
            <a:xfrm>
              <a:off x="4676727" y="3486208"/>
              <a:ext cx="311439" cy="311439"/>
            </a:xfrm>
            <a:custGeom>
              <a:avLst/>
              <a:gdLst>
                <a:gd name="T0" fmla="*/ 2147483647 w 232"/>
                <a:gd name="T1" fmla="*/ 2147483647 h 232"/>
                <a:gd name="T2" fmla="*/ 2147483647 w 232"/>
                <a:gd name="T3" fmla="*/ 2147483647 h 232"/>
                <a:gd name="T4" fmla="*/ 2147483647 w 232"/>
                <a:gd name="T5" fmla="*/ 2147483647 h 232"/>
                <a:gd name="T6" fmla="*/ 2147483647 w 232"/>
                <a:gd name="T7" fmla="*/ 2147483647 h 232"/>
                <a:gd name="T8" fmla="*/ 2147483647 w 232"/>
                <a:gd name="T9" fmla="*/ 2147483647 h 232"/>
                <a:gd name="T10" fmla="*/ 2147483647 w 232"/>
                <a:gd name="T11" fmla="*/ 2147483647 h 232"/>
                <a:gd name="T12" fmla="*/ 0 w 232"/>
                <a:gd name="T13" fmla="*/ 2147483647 h 232"/>
                <a:gd name="T14" fmla="*/ 0 w 232"/>
                <a:gd name="T15" fmla="*/ 2147483647 h 232"/>
                <a:gd name="T16" fmla="*/ 2147483647 w 232"/>
                <a:gd name="T17" fmla="*/ 2147483647 h 232"/>
                <a:gd name="T18" fmla="*/ 2147483647 w 232"/>
                <a:gd name="T19" fmla="*/ 2147483647 h 232"/>
                <a:gd name="T20" fmla="*/ 2147483647 w 232"/>
                <a:gd name="T21" fmla="*/ 2147483647 h 232"/>
                <a:gd name="T22" fmla="*/ 2147483647 w 232"/>
                <a:gd name="T23" fmla="*/ 2147483647 h 232"/>
                <a:gd name="T24" fmla="*/ 2147483647 w 232"/>
                <a:gd name="T25" fmla="*/ 2147483647 h 232"/>
                <a:gd name="T26" fmla="*/ 2147483647 w 232"/>
                <a:gd name="T27" fmla="*/ 2147483647 h 232"/>
                <a:gd name="T28" fmla="*/ 2147483647 w 232"/>
                <a:gd name="T29" fmla="*/ 2147483647 h 232"/>
                <a:gd name="T30" fmla="*/ 2147483647 w 232"/>
                <a:gd name="T31" fmla="*/ 2147483647 h 232"/>
                <a:gd name="T32" fmla="*/ 2147483647 w 232"/>
                <a:gd name="T33" fmla="*/ 2147483647 h 232"/>
                <a:gd name="T34" fmla="*/ 2147483647 w 232"/>
                <a:gd name="T35" fmla="*/ 2147483647 h 232"/>
                <a:gd name="T36" fmla="*/ 2147483647 w 232"/>
                <a:gd name="T37" fmla="*/ 2147483647 h 232"/>
                <a:gd name="T38" fmla="*/ 2147483647 w 232"/>
                <a:gd name="T39" fmla="*/ 2147483647 h 232"/>
                <a:gd name="T40" fmla="*/ 2147483647 w 232"/>
                <a:gd name="T41" fmla="*/ 2147483647 h 232"/>
                <a:gd name="T42" fmla="*/ 2147483647 w 232"/>
                <a:gd name="T43" fmla="*/ 2147483647 h 232"/>
                <a:gd name="T44" fmla="*/ 2147483647 w 232"/>
                <a:gd name="T45" fmla="*/ 2147483647 h 232"/>
                <a:gd name="T46" fmla="*/ 2147483647 w 232"/>
                <a:gd name="T47" fmla="*/ 2147483647 h 232"/>
                <a:gd name="T48" fmla="*/ 2147483647 w 232"/>
                <a:gd name="T49" fmla="*/ 2147483647 h 232"/>
                <a:gd name="T50" fmla="*/ 2147483647 w 232"/>
                <a:gd name="T51" fmla="*/ 2147483647 h 232"/>
                <a:gd name="T52" fmla="*/ 2147483647 w 232"/>
                <a:gd name="T53" fmla="*/ 2147483647 h 232"/>
                <a:gd name="T54" fmla="*/ 2147483647 w 232"/>
                <a:gd name="T55" fmla="*/ 2147483647 h 232"/>
                <a:gd name="T56" fmla="*/ 2147483647 w 232"/>
                <a:gd name="T57" fmla="*/ 2147483647 h 232"/>
                <a:gd name="T58" fmla="*/ 2147483647 w 232"/>
                <a:gd name="T59" fmla="*/ 2147483647 h 232"/>
                <a:gd name="T60" fmla="*/ 2147483647 w 232"/>
                <a:gd name="T61" fmla="*/ 2147483647 h 232"/>
                <a:gd name="T62" fmla="*/ 2147483647 w 232"/>
                <a:gd name="T63" fmla="*/ 2147483647 h 232"/>
                <a:gd name="T64" fmla="*/ 2147483647 w 232"/>
                <a:gd name="T65" fmla="*/ 0 h 232"/>
                <a:gd name="T66" fmla="*/ 2147483647 w 232"/>
                <a:gd name="T67" fmla="*/ 0 h 232"/>
                <a:gd name="T68" fmla="*/ 2147483647 w 232"/>
                <a:gd name="T69" fmla="*/ 2147483647 h 232"/>
                <a:gd name="T70" fmla="*/ 2147483647 w 232"/>
                <a:gd name="T71" fmla="*/ 0 h 232"/>
                <a:gd name="T72" fmla="*/ 2147483647 w 232"/>
                <a:gd name="T73" fmla="*/ 2147483647 h 232"/>
                <a:gd name="T74" fmla="*/ 2147483647 w 232"/>
                <a:gd name="T75" fmla="*/ 2147483647 h 23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32"/>
                <a:gd name="T115" fmla="*/ 0 h 232"/>
                <a:gd name="T116" fmla="*/ 232 w 232"/>
                <a:gd name="T117" fmla="*/ 232 h 23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32" h="232">
                  <a:moveTo>
                    <a:pt x="80" y="24"/>
                  </a:moveTo>
                  <a:lnTo>
                    <a:pt x="72" y="72"/>
                  </a:lnTo>
                  <a:lnTo>
                    <a:pt x="56" y="80"/>
                  </a:lnTo>
                  <a:lnTo>
                    <a:pt x="40" y="112"/>
                  </a:lnTo>
                  <a:lnTo>
                    <a:pt x="24" y="128"/>
                  </a:lnTo>
                  <a:lnTo>
                    <a:pt x="8" y="128"/>
                  </a:lnTo>
                  <a:lnTo>
                    <a:pt x="0" y="136"/>
                  </a:lnTo>
                  <a:lnTo>
                    <a:pt x="0" y="152"/>
                  </a:lnTo>
                  <a:lnTo>
                    <a:pt x="16" y="144"/>
                  </a:lnTo>
                  <a:lnTo>
                    <a:pt x="48" y="144"/>
                  </a:lnTo>
                  <a:lnTo>
                    <a:pt x="72" y="168"/>
                  </a:lnTo>
                  <a:lnTo>
                    <a:pt x="80" y="168"/>
                  </a:lnTo>
                  <a:lnTo>
                    <a:pt x="96" y="160"/>
                  </a:lnTo>
                  <a:lnTo>
                    <a:pt x="120" y="160"/>
                  </a:lnTo>
                  <a:lnTo>
                    <a:pt x="128" y="208"/>
                  </a:lnTo>
                  <a:lnTo>
                    <a:pt x="152" y="208"/>
                  </a:lnTo>
                  <a:lnTo>
                    <a:pt x="168" y="208"/>
                  </a:lnTo>
                  <a:lnTo>
                    <a:pt x="192" y="224"/>
                  </a:lnTo>
                  <a:lnTo>
                    <a:pt x="216" y="232"/>
                  </a:lnTo>
                  <a:lnTo>
                    <a:pt x="216" y="224"/>
                  </a:lnTo>
                  <a:lnTo>
                    <a:pt x="208" y="208"/>
                  </a:lnTo>
                  <a:lnTo>
                    <a:pt x="208" y="200"/>
                  </a:lnTo>
                  <a:lnTo>
                    <a:pt x="216" y="176"/>
                  </a:lnTo>
                  <a:lnTo>
                    <a:pt x="224" y="168"/>
                  </a:lnTo>
                  <a:lnTo>
                    <a:pt x="216" y="144"/>
                  </a:lnTo>
                  <a:lnTo>
                    <a:pt x="216" y="120"/>
                  </a:lnTo>
                  <a:lnTo>
                    <a:pt x="208" y="96"/>
                  </a:lnTo>
                  <a:lnTo>
                    <a:pt x="216" y="72"/>
                  </a:lnTo>
                  <a:lnTo>
                    <a:pt x="232" y="40"/>
                  </a:lnTo>
                  <a:lnTo>
                    <a:pt x="232" y="16"/>
                  </a:lnTo>
                  <a:lnTo>
                    <a:pt x="224" y="8"/>
                  </a:lnTo>
                  <a:lnTo>
                    <a:pt x="200" y="8"/>
                  </a:lnTo>
                  <a:lnTo>
                    <a:pt x="192" y="0"/>
                  </a:lnTo>
                  <a:lnTo>
                    <a:pt x="160" y="0"/>
                  </a:lnTo>
                  <a:lnTo>
                    <a:pt x="128" y="8"/>
                  </a:lnTo>
                  <a:lnTo>
                    <a:pt x="104" y="0"/>
                  </a:lnTo>
                  <a:lnTo>
                    <a:pt x="80" y="8"/>
                  </a:lnTo>
                  <a:lnTo>
                    <a:pt x="80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4" name="Freeform 745"/>
            <p:cNvSpPr/>
            <p:nvPr/>
          </p:nvSpPr>
          <p:spPr bwMode="auto">
            <a:xfrm>
              <a:off x="5030934" y="3271271"/>
              <a:ext cx="246738" cy="236869"/>
            </a:xfrm>
            <a:custGeom>
              <a:avLst/>
              <a:gdLst>
                <a:gd name="T0" fmla="*/ 2147483647 w 184"/>
                <a:gd name="T1" fmla="*/ 2147483647 h 176"/>
                <a:gd name="T2" fmla="*/ 2147483647 w 184"/>
                <a:gd name="T3" fmla="*/ 2147483647 h 176"/>
                <a:gd name="T4" fmla="*/ 2147483647 w 184"/>
                <a:gd name="T5" fmla="*/ 2147483647 h 176"/>
                <a:gd name="T6" fmla="*/ 2147483647 w 184"/>
                <a:gd name="T7" fmla="*/ 2147483647 h 176"/>
                <a:gd name="T8" fmla="*/ 2147483647 w 184"/>
                <a:gd name="T9" fmla="*/ 2147483647 h 176"/>
                <a:gd name="T10" fmla="*/ 2147483647 w 184"/>
                <a:gd name="T11" fmla="*/ 2147483647 h 176"/>
                <a:gd name="T12" fmla="*/ 2147483647 w 184"/>
                <a:gd name="T13" fmla="*/ 2147483647 h 176"/>
                <a:gd name="T14" fmla="*/ 2147483647 w 184"/>
                <a:gd name="T15" fmla="*/ 2147483647 h 176"/>
                <a:gd name="T16" fmla="*/ 2147483647 w 184"/>
                <a:gd name="T17" fmla="*/ 2147483647 h 176"/>
                <a:gd name="T18" fmla="*/ 2147483647 w 184"/>
                <a:gd name="T19" fmla="*/ 2147483647 h 176"/>
                <a:gd name="T20" fmla="*/ 2147483647 w 184"/>
                <a:gd name="T21" fmla="*/ 2147483647 h 176"/>
                <a:gd name="T22" fmla="*/ 2147483647 w 184"/>
                <a:gd name="T23" fmla="*/ 2147483647 h 176"/>
                <a:gd name="T24" fmla="*/ 2147483647 w 184"/>
                <a:gd name="T25" fmla="*/ 2147483647 h 176"/>
                <a:gd name="T26" fmla="*/ 2147483647 w 184"/>
                <a:gd name="T27" fmla="*/ 2147483647 h 176"/>
                <a:gd name="T28" fmla="*/ 2147483647 w 184"/>
                <a:gd name="T29" fmla="*/ 0 h 176"/>
                <a:gd name="T30" fmla="*/ 2147483647 w 184"/>
                <a:gd name="T31" fmla="*/ 0 h 176"/>
                <a:gd name="T32" fmla="*/ 2147483647 w 184"/>
                <a:gd name="T33" fmla="*/ 2147483647 h 176"/>
                <a:gd name="T34" fmla="*/ 2147483647 w 184"/>
                <a:gd name="T35" fmla="*/ 2147483647 h 176"/>
                <a:gd name="T36" fmla="*/ 2147483647 w 184"/>
                <a:gd name="T37" fmla="*/ 2147483647 h 176"/>
                <a:gd name="T38" fmla="*/ 2147483647 w 184"/>
                <a:gd name="T39" fmla="*/ 2147483647 h 176"/>
                <a:gd name="T40" fmla="*/ 2147483647 w 184"/>
                <a:gd name="T41" fmla="*/ 2147483647 h 176"/>
                <a:gd name="T42" fmla="*/ 0 w 184"/>
                <a:gd name="T43" fmla="*/ 2147483647 h 176"/>
                <a:gd name="T44" fmla="*/ 0 w 184"/>
                <a:gd name="T45" fmla="*/ 2147483647 h 176"/>
                <a:gd name="T46" fmla="*/ 2147483647 w 184"/>
                <a:gd name="T47" fmla="*/ 2147483647 h 176"/>
                <a:gd name="T48" fmla="*/ 2147483647 w 184"/>
                <a:gd name="T49" fmla="*/ 2147483647 h 176"/>
                <a:gd name="T50" fmla="*/ 2147483647 w 184"/>
                <a:gd name="T51" fmla="*/ 2147483647 h 176"/>
                <a:gd name="T52" fmla="*/ 2147483647 w 184"/>
                <a:gd name="T53" fmla="*/ 2147483647 h 176"/>
                <a:gd name="T54" fmla="*/ 2147483647 w 184"/>
                <a:gd name="T55" fmla="*/ 2147483647 h 176"/>
                <a:gd name="T56" fmla="*/ 2147483647 w 184"/>
                <a:gd name="T57" fmla="*/ 2147483647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84"/>
                <a:gd name="T88" fmla="*/ 0 h 176"/>
                <a:gd name="T89" fmla="*/ 184 w 184"/>
                <a:gd name="T90" fmla="*/ 176 h 17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84" h="176">
                  <a:moveTo>
                    <a:pt x="88" y="176"/>
                  </a:moveTo>
                  <a:lnTo>
                    <a:pt x="96" y="176"/>
                  </a:lnTo>
                  <a:lnTo>
                    <a:pt x="104" y="176"/>
                  </a:lnTo>
                  <a:lnTo>
                    <a:pt x="112" y="176"/>
                  </a:lnTo>
                  <a:lnTo>
                    <a:pt x="128" y="168"/>
                  </a:lnTo>
                  <a:lnTo>
                    <a:pt x="152" y="160"/>
                  </a:lnTo>
                  <a:lnTo>
                    <a:pt x="184" y="128"/>
                  </a:lnTo>
                  <a:lnTo>
                    <a:pt x="160" y="120"/>
                  </a:lnTo>
                  <a:lnTo>
                    <a:pt x="128" y="104"/>
                  </a:lnTo>
                  <a:lnTo>
                    <a:pt x="120" y="96"/>
                  </a:lnTo>
                  <a:lnTo>
                    <a:pt x="136" y="88"/>
                  </a:lnTo>
                  <a:lnTo>
                    <a:pt x="128" y="80"/>
                  </a:lnTo>
                  <a:lnTo>
                    <a:pt x="96" y="32"/>
                  </a:lnTo>
                  <a:lnTo>
                    <a:pt x="80" y="24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48" y="8"/>
                  </a:lnTo>
                  <a:lnTo>
                    <a:pt x="40" y="56"/>
                  </a:lnTo>
                  <a:lnTo>
                    <a:pt x="32" y="80"/>
                  </a:lnTo>
                  <a:lnTo>
                    <a:pt x="16" y="96"/>
                  </a:lnTo>
                  <a:lnTo>
                    <a:pt x="8" y="120"/>
                  </a:lnTo>
                  <a:lnTo>
                    <a:pt x="0" y="120"/>
                  </a:lnTo>
                  <a:lnTo>
                    <a:pt x="0" y="128"/>
                  </a:lnTo>
                  <a:lnTo>
                    <a:pt x="16" y="144"/>
                  </a:lnTo>
                  <a:lnTo>
                    <a:pt x="24" y="152"/>
                  </a:lnTo>
                  <a:lnTo>
                    <a:pt x="32" y="160"/>
                  </a:lnTo>
                  <a:lnTo>
                    <a:pt x="32" y="168"/>
                  </a:lnTo>
                  <a:lnTo>
                    <a:pt x="48" y="168"/>
                  </a:lnTo>
                  <a:lnTo>
                    <a:pt x="88" y="17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5" name="Freeform 746"/>
            <p:cNvSpPr/>
            <p:nvPr/>
          </p:nvSpPr>
          <p:spPr bwMode="auto">
            <a:xfrm>
              <a:off x="5041900" y="3497174"/>
              <a:ext cx="139270" cy="161203"/>
            </a:xfrm>
            <a:custGeom>
              <a:avLst/>
              <a:gdLst>
                <a:gd name="T0" fmla="*/ 2147483647 w 104"/>
                <a:gd name="T1" fmla="*/ 2147483647 h 120"/>
                <a:gd name="T2" fmla="*/ 2147483647 w 104"/>
                <a:gd name="T3" fmla="*/ 2147483647 h 120"/>
                <a:gd name="T4" fmla="*/ 2147483647 w 104"/>
                <a:gd name="T5" fmla="*/ 2147483647 h 120"/>
                <a:gd name="T6" fmla="*/ 2147483647 w 104"/>
                <a:gd name="T7" fmla="*/ 2147483647 h 120"/>
                <a:gd name="T8" fmla="*/ 2147483647 w 104"/>
                <a:gd name="T9" fmla="*/ 2147483647 h 120"/>
                <a:gd name="T10" fmla="*/ 2147483647 w 104"/>
                <a:gd name="T11" fmla="*/ 2147483647 h 120"/>
                <a:gd name="T12" fmla="*/ 2147483647 w 104"/>
                <a:gd name="T13" fmla="*/ 0 h 120"/>
                <a:gd name="T14" fmla="*/ 2147483647 w 104"/>
                <a:gd name="T15" fmla="*/ 0 h 120"/>
                <a:gd name="T16" fmla="*/ 2147483647 w 104"/>
                <a:gd name="T17" fmla="*/ 0 h 120"/>
                <a:gd name="T18" fmla="*/ 0 w 104"/>
                <a:gd name="T19" fmla="*/ 2147483647 h 120"/>
                <a:gd name="T20" fmla="*/ 2147483647 w 104"/>
                <a:gd name="T21" fmla="*/ 2147483647 h 120"/>
                <a:gd name="T22" fmla="*/ 2147483647 w 104"/>
                <a:gd name="T23" fmla="*/ 2147483647 h 120"/>
                <a:gd name="T24" fmla="*/ 0 w 104"/>
                <a:gd name="T25" fmla="*/ 2147483647 h 120"/>
                <a:gd name="T26" fmla="*/ 2147483647 w 104"/>
                <a:gd name="T27" fmla="*/ 2147483647 h 120"/>
                <a:gd name="T28" fmla="*/ 2147483647 w 104"/>
                <a:gd name="T29" fmla="*/ 2147483647 h 120"/>
                <a:gd name="T30" fmla="*/ 2147483647 w 104"/>
                <a:gd name="T31" fmla="*/ 2147483647 h 120"/>
                <a:gd name="T32" fmla="*/ 2147483647 w 104"/>
                <a:gd name="T33" fmla="*/ 2147483647 h 120"/>
                <a:gd name="T34" fmla="*/ 2147483647 w 104"/>
                <a:gd name="T35" fmla="*/ 2147483647 h 120"/>
                <a:gd name="T36" fmla="*/ 2147483647 w 104"/>
                <a:gd name="T37" fmla="*/ 2147483647 h 120"/>
                <a:gd name="T38" fmla="*/ 2147483647 w 104"/>
                <a:gd name="T39" fmla="*/ 2147483647 h 120"/>
                <a:gd name="T40" fmla="*/ 2147483647 w 104"/>
                <a:gd name="T41" fmla="*/ 2147483647 h 120"/>
                <a:gd name="T42" fmla="*/ 2147483647 w 104"/>
                <a:gd name="T43" fmla="*/ 2147483647 h 1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04"/>
                <a:gd name="T67" fmla="*/ 0 h 120"/>
                <a:gd name="T68" fmla="*/ 104 w 104"/>
                <a:gd name="T69" fmla="*/ 120 h 12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04" h="120">
                  <a:moveTo>
                    <a:pt x="96" y="24"/>
                  </a:moveTo>
                  <a:lnTo>
                    <a:pt x="104" y="16"/>
                  </a:lnTo>
                  <a:lnTo>
                    <a:pt x="104" y="8"/>
                  </a:lnTo>
                  <a:lnTo>
                    <a:pt x="96" y="8"/>
                  </a:lnTo>
                  <a:lnTo>
                    <a:pt x="88" y="8"/>
                  </a:lnTo>
                  <a:lnTo>
                    <a:pt x="80" y="8"/>
                  </a:lnTo>
                  <a:lnTo>
                    <a:pt x="40" y="0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0" y="8"/>
                  </a:lnTo>
                  <a:lnTo>
                    <a:pt x="8" y="16"/>
                  </a:lnTo>
                  <a:lnTo>
                    <a:pt x="8" y="32"/>
                  </a:lnTo>
                  <a:lnTo>
                    <a:pt x="0" y="48"/>
                  </a:lnTo>
                  <a:lnTo>
                    <a:pt x="8" y="72"/>
                  </a:lnTo>
                  <a:lnTo>
                    <a:pt x="48" y="96"/>
                  </a:lnTo>
                  <a:lnTo>
                    <a:pt x="48" y="104"/>
                  </a:lnTo>
                  <a:lnTo>
                    <a:pt x="72" y="120"/>
                  </a:lnTo>
                  <a:lnTo>
                    <a:pt x="72" y="112"/>
                  </a:lnTo>
                  <a:lnTo>
                    <a:pt x="88" y="88"/>
                  </a:lnTo>
                  <a:lnTo>
                    <a:pt x="104" y="80"/>
                  </a:lnTo>
                  <a:lnTo>
                    <a:pt x="96" y="64"/>
                  </a:lnTo>
                  <a:lnTo>
                    <a:pt x="96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6" name="Freeform 747"/>
            <p:cNvSpPr/>
            <p:nvPr/>
          </p:nvSpPr>
          <p:spPr bwMode="auto">
            <a:xfrm>
              <a:off x="4891664" y="3840416"/>
              <a:ext cx="128304" cy="129401"/>
            </a:xfrm>
            <a:custGeom>
              <a:avLst/>
              <a:gdLst>
                <a:gd name="T0" fmla="*/ 2147483647 w 96"/>
                <a:gd name="T1" fmla="*/ 2147483647 h 96"/>
                <a:gd name="T2" fmla="*/ 2147483647 w 96"/>
                <a:gd name="T3" fmla="*/ 2147483647 h 96"/>
                <a:gd name="T4" fmla="*/ 2147483647 w 96"/>
                <a:gd name="T5" fmla="*/ 2147483647 h 96"/>
                <a:gd name="T6" fmla="*/ 0 w 96"/>
                <a:gd name="T7" fmla="*/ 2147483647 h 96"/>
                <a:gd name="T8" fmla="*/ 2147483647 w 96"/>
                <a:gd name="T9" fmla="*/ 2147483647 h 96"/>
                <a:gd name="T10" fmla="*/ 2147483647 w 96"/>
                <a:gd name="T11" fmla="*/ 2147483647 h 96"/>
                <a:gd name="T12" fmla="*/ 2147483647 w 96"/>
                <a:gd name="T13" fmla="*/ 2147483647 h 96"/>
                <a:gd name="T14" fmla="*/ 2147483647 w 96"/>
                <a:gd name="T15" fmla="*/ 2147483647 h 96"/>
                <a:gd name="T16" fmla="*/ 2147483647 w 96"/>
                <a:gd name="T17" fmla="*/ 2147483647 h 96"/>
                <a:gd name="T18" fmla="*/ 2147483647 w 96"/>
                <a:gd name="T19" fmla="*/ 2147483647 h 96"/>
                <a:gd name="T20" fmla="*/ 2147483647 w 96"/>
                <a:gd name="T21" fmla="*/ 2147483647 h 96"/>
                <a:gd name="T22" fmla="*/ 2147483647 w 96"/>
                <a:gd name="T23" fmla="*/ 2147483647 h 96"/>
                <a:gd name="T24" fmla="*/ 2147483647 w 96"/>
                <a:gd name="T25" fmla="*/ 2147483647 h 96"/>
                <a:gd name="T26" fmla="*/ 2147483647 w 96"/>
                <a:gd name="T27" fmla="*/ 2147483647 h 96"/>
                <a:gd name="T28" fmla="*/ 2147483647 w 96"/>
                <a:gd name="T29" fmla="*/ 2147483647 h 96"/>
                <a:gd name="T30" fmla="*/ 2147483647 w 96"/>
                <a:gd name="T31" fmla="*/ 0 h 96"/>
                <a:gd name="T32" fmla="*/ 2147483647 w 96"/>
                <a:gd name="T33" fmla="*/ 2147483647 h 96"/>
                <a:gd name="T34" fmla="*/ 2147483647 w 96"/>
                <a:gd name="T35" fmla="*/ 2147483647 h 9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96"/>
                <a:gd name="T55" fmla="*/ 0 h 96"/>
                <a:gd name="T56" fmla="*/ 96 w 96"/>
                <a:gd name="T57" fmla="*/ 96 h 9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96" h="96">
                  <a:moveTo>
                    <a:pt x="40" y="24"/>
                  </a:moveTo>
                  <a:lnTo>
                    <a:pt x="24" y="32"/>
                  </a:lnTo>
                  <a:lnTo>
                    <a:pt x="8" y="32"/>
                  </a:lnTo>
                  <a:lnTo>
                    <a:pt x="0" y="32"/>
                  </a:lnTo>
                  <a:lnTo>
                    <a:pt x="8" y="32"/>
                  </a:lnTo>
                  <a:lnTo>
                    <a:pt x="16" y="48"/>
                  </a:lnTo>
                  <a:lnTo>
                    <a:pt x="24" y="64"/>
                  </a:lnTo>
                  <a:lnTo>
                    <a:pt x="32" y="64"/>
                  </a:lnTo>
                  <a:lnTo>
                    <a:pt x="40" y="80"/>
                  </a:lnTo>
                  <a:lnTo>
                    <a:pt x="56" y="88"/>
                  </a:lnTo>
                  <a:lnTo>
                    <a:pt x="80" y="96"/>
                  </a:lnTo>
                  <a:lnTo>
                    <a:pt x="88" y="80"/>
                  </a:lnTo>
                  <a:lnTo>
                    <a:pt x="96" y="48"/>
                  </a:lnTo>
                  <a:lnTo>
                    <a:pt x="96" y="32"/>
                  </a:lnTo>
                  <a:lnTo>
                    <a:pt x="96" y="16"/>
                  </a:lnTo>
                  <a:lnTo>
                    <a:pt x="64" y="0"/>
                  </a:lnTo>
                  <a:lnTo>
                    <a:pt x="56" y="8"/>
                  </a:lnTo>
                  <a:lnTo>
                    <a:pt x="40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7" name="Freeform 748"/>
            <p:cNvSpPr/>
            <p:nvPr/>
          </p:nvSpPr>
          <p:spPr bwMode="auto">
            <a:xfrm>
              <a:off x="4848896" y="3508141"/>
              <a:ext cx="224806" cy="375043"/>
            </a:xfrm>
            <a:custGeom>
              <a:avLst/>
              <a:gdLst>
                <a:gd name="T0" fmla="*/ 2147483647 w 168"/>
                <a:gd name="T1" fmla="*/ 2147483647 h 280"/>
                <a:gd name="T2" fmla="*/ 2147483647 w 168"/>
                <a:gd name="T3" fmla="*/ 2147483647 h 280"/>
                <a:gd name="T4" fmla="*/ 2147483647 w 168"/>
                <a:gd name="T5" fmla="*/ 2147483647 h 280"/>
                <a:gd name="T6" fmla="*/ 2147483647 w 168"/>
                <a:gd name="T7" fmla="*/ 2147483647 h 280"/>
                <a:gd name="T8" fmla="*/ 2147483647 w 168"/>
                <a:gd name="T9" fmla="*/ 2147483647 h 280"/>
                <a:gd name="T10" fmla="*/ 2147483647 w 168"/>
                <a:gd name="T11" fmla="*/ 2147483647 h 280"/>
                <a:gd name="T12" fmla="*/ 2147483647 w 168"/>
                <a:gd name="T13" fmla="*/ 2147483647 h 280"/>
                <a:gd name="T14" fmla="*/ 2147483647 w 168"/>
                <a:gd name="T15" fmla="*/ 2147483647 h 280"/>
                <a:gd name="T16" fmla="*/ 2147483647 w 168"/>
                <a:gd name="T17" fmla="*/ 2147483647 h 280"/>
                <a:gd name="T18" fmla="*/ 2147483647 w 168"/>
                <a:gd name="T19" fmla="*/ 2147483647 h 280"/>
                <a:gd name="T20" fmla="*/ 2147483647 w 168"/>
                <a:gd name="T21" fmla="*/ 2147483647 h 280"/>
                <a:gd name="T22" fmla="*/ 2147483647 w 168"/>
                <a:gd name="T23" fmla="*/ 2147483647 h 280"/>
                <a:gd name="T24" fmla="*/ 2147483647 w 168"/>
                <a:gd name="T25" fmla="*/ 2147483647 h 280"/>
                <a:gd name="T26" fmla="*/ 2147483647 w 168"/>
                <a:gd name="T27" fmla="*/ 2147483647 h 280"/>
                <a:gd name="T28" fmla="*/ 2147483647 w 168"/>
                <a:gd name="T29" fmla="*/ 2147483647 h 280"/>
                <a:gd name="T30" fmla="*/ 0 w 168"/>
                <a:gd name="T31" fmla="*/ 2147483647 h 280"/>
                <a:gd name="T32" fmla="*/ 0 w 168"/>
                <a:gd name="T33" fmla="*/ 2147483647 h 280"/>
                <a:gd name="T34" fmla="*/ 2147483647 w 168"/>
                <a:gd name="T35" fmla="*/ 2147483647 h 280"/>
                <a:gd name="T36" fmla="*/ 2147483647 w 168"/>
                <a:gd name="T37" fmla="*/ 2147483647 h 280"/>
                <a:gd name="T38" fmla="*/ 2147483647 w 168"/>
                <a:gd name="T39" fmla="*/ 2147483647 h 280"/>
                <a:gd name="T40" fmla="*/ 2147483647 w 168"/>
                <a:gd name="T41" fmla="*/ 2147483647 h 280"/>
                <a:gd name="T42" fmla="*/ 2147483647 w 168"/>
                <a:gd name="T43" fmla="*/ 2147483647 h 280"/>
                <a:gd name="T44" fmla="*/ 2147483647 w 168"/>
                <a:gd name="T45" fmla="*/ 2147483647 h 280"/>
                <a:gd name="T46" fmla="*/ 2147483647 w 168"/>
                <a:gd name="T47" fmla="*/ 2147483647 h 280"/>
                <a:gd name="T48" fmla="*/ 2147483647 w 168"/>
                <a:gd name="T49" fmla="*/ 2147483647 h 280"/>
                <a:gd name="T50" fmla="*/ 2147483647 w 168"/>
                <a:gd name="T51" fmla="*/ 2147483647 h 280"/>
                <a:gd name="T52" fmla="*/ 2147483647 w 168"/>
                <a:gd name="T53" fmla="*/ 2147483647 h 280"/>
                <a:gd name="T54" fmla="*/ 2147483647 w 168"/>
                <a:gd name="T55" fmla="*/ 2147483647 h 280"/>
                <a:gd name="T56" fmla="*/ 2147483647 w 168"/>
                <a:gd name="T57" fmla="*/ 2147483647 h 280"/>
                <a:gd name="T58" fmla="*/ 2147483647 w 168"/>
                <a:gd name="T59" fmla="*/ 2147483647 h 280"/>
                <a:gd name="T60" fmla="*/ 2147483647 w 168"/>
                <a:gd name="T61" fmla="*/ 2147483647 h 280"/>
                <a:gd name="T62" fmla="*/ 2147483647 w 168"/>
                <a:gd name="T63" fmla="*/ 2147483647 h 280"/>
                <a:gd name="T64" fmla="*/ 2147483647 w 168"/>
                <a:gd name="T65" fmla="*/ 2147483647 h 280"/>
                <a:gd name="T66" fmla="*/ 2147483647 w 168"/>
                <a:gd name="T67" fmla="*/ 2147483647 h 280"/>
                <a:gd name="T68" fmla="*/ 2147483647 w 168"/>
                <a:gd name="T69" fmla="*/ 2147483647 h 280"/>
                <a:gd name="T70" fmla="*/ 2147483647 w 168"/>
                <a:gd name="T71" fmla="*/ 2147483647 h 280"/>
                <a:gd name="T72" fmla="*/ 2147483647 w 168"/>
                <a:gd name="T73" fmla="*/ 2147483647 h 280"/>
                <a:gd name="T74" fmla="*/ 2147483647 w 168"/>
                <a:gd name="T75" fmla="*/ 2147483647 h 280"/>
                <a:gd name="T76" fmla="*/ 2147483647 w 168"/>
                <a:gd name="T77" fmla="*/ 2147483647 h 280"/>
                <a:gd name="T78" fmla="*/ 2147483647 w 168"/>
                <a:gd name="T79" fmla="*/ 2147483647 h 280"/>
                <a:gd name="T80" fmla="*/ 2147483647 w 168"/>
                <a:gd name="T81" fmla="*/ 2147483647 h 280"/>
                <a:gd name="T82" fmla="*/ 2147483647 w 168"/>
                <a:gd name="T83" fmla="*/ 2147483647 h 280"/>
                <a:gd name="T84" fmla="*/ 2147483647 w 168"/>
                <a:gd name="T85" fmla="*/ 2147483647 h 280"/>
                <a:gd name="T86" fmla="*/ 2147483647 w 168"/>
                <a:gd name="T87" fmla="*/ 2147483647 h 280"/>
                <a:gd name="T88" fmla="*/ 2147483647 w 168"/>
                <a:gd name="T89" fmla="*/ 2147483647 h 280"/>
                <a:gd name="T90" fmla="*/ 2147483647 w 168"/>
                <a:gd name="T91" fmla="*/ 2147483647 h 280"/>
                <a:gd name="T92" fmla="*/ 2147483647 w 168"/>
                <a:gd name="T93" fmla="*/ 2147483647 h 280"/>
                <a:gd name="T94" fmla="*/ 2147483647 w 168"/>
                <a:gd name="T95" fmla="*/ 2147483647 h 280"/>
                <a:gd name="T96" fmla="*/ 2147483647 w 168"/>
                <a:gd name="T97" fmla="*/ 2147483647 h 280"/>
                <a:gd name="T98" fmla="*/ 2147483647 w 168"/>
                <a:gd name="T99" fmla="*/ 2147483647 h 280"/>
                <a:gd name="T100" fmla="*/ 2147483647 w 168"/>
                <a:gd name="T101" fmla="*/ 2147483647 h 280"/>
                <a:gd name="T102" fmla="*/ 2147483647 w 168"/>
                <a:gd name="T103" fmla="*/ 2147483647 h 280"/>
                <a:gd name="T104" fmla="*/ 2147483647 w 168"/>
                <a:gd name="T105" fmla="*/ 0 h 280"/>
                <a:gd name="T106" fmla="*/ 2147483647 w 168"/>
                <a:gd name="T107" fmla="*/ 0 h 280"/>
                <a:gd name="T108" fmla="*/ 2147483647 w 168"/>
                <a:gd name="T109" fmla="*/ 2147483647 h 280"/>
                <a:gd name="T110" fmla="*/ 2147483647 w 168"/>
                <a:gd name="T111" fmla="*/ 0 h 280"/>
                <a:gd name="T112" fmla="*/ 2147483647 w 168"/>
                <a:gd name="T113" fmla="*/ 2147483647 h 28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68"/>
                <a:gd name="T172" fmla="*/ 0 h 280"/>
                <a:gd name="T173" fmla="*/ 168 w 168"/>
                <a:gd name="T174" fmla="*/ 280 h 280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68" h="280">
                  <a:moveTo>
                    <a:pt x="104" y="24"/>
                  </a:moveTo>
                  <a:lnTo>
                    <a:pt x="88" y="56"/>
                  </a:lnTo>
                  <a:lnTo>
                    <a:pt x="80" y="80"/>
                  </a:lnTo>
                  <a:lnTo>
                    <a:pt x="88" y="104"/>
                  </a:lnTo>
                  <a:lnTo>
                    <a:pt x="88" y="128"/>
                  </a:lnTo>
                  <a:lnTo>
                    <a:pt x="96" y="152"/>
                  </a:lnTo>
                  <a:lnTo>
                    <a:pt x="88" y="160"/>
                  </a:lnTo>
                  <a:lnTo>
                    <a:pt x="80" y="184"/>
                  </a:lnTo>
                  <a:lnTo>
                    <a:pt x="80" y="192"/>
                  </a:lnTo>
                  <a:lnTo>
                    <a:pt x="88" y="208"/>
                  </a:lnTo>
                  <a:lnTo>
                    <a:pt x="88" y="216"/>
                  </a:lnTo>
                  <a:lnTo>
                    <a:pt x="64" y="208"/>
                  </a:lnTo>
                  <a:lnTo>
                    <a:pt x="40" y="192"/>
                  </a:lnTo>
                  <a:lnTo>
                    <a:pt x="24" y="192"/>
                  </a:lnTo>
                  <a:lnTo>
                    <a:pt x="24" y="208"/>
                  </a:lnTo>
                  <a:lnTo>
                    <a:pt x="0" y="216"/>
                  </a:lnTo>
                  <a:lnTo>
                    <a:pt x="0" y="256"/>
                  </a:lnTo>
                  <a:lnTo>
                    <a:pt x="8" y="272"/>
                  </a:lnTo>
                  <a:lnTo>
                    <a:pt x="24" y="272"/>
                  </a:lnTo>
                  <a:lnTo>
                    <a:pt x="32" y="280"/>
                  </a:lnTo>
                  <a:lnTo>
                    <a:pt x="24" y="280"/>
                  </a:lnTo>
                  <a:lnTo>
                    <a:pt x="32" y="280"/>
                  </a:lnTo>
                  <a:lnTo>
                    <a:pt x="40" y="280"/>
                  </a:lnTo>
                  <a:lnTo>
                    <a:pt x="56" y="280"/>
                  </a:lnTo>
                  <a:lnTo>
                    <a:pt x="72" y="272"/>
                  </a:lnTo>
                  <a:lnTo>
                    <a:pt x="88" y="256"/>
                  </a:lnTo>
                  <a:lnTo>
                    <a:pt x="96" y="248"/>
                  </a:lnTo>
                  <a:lnTo>
                    <a:pt x="128" y="232"/>
                  </a:lnTo>
                  <a:lnTo>
                    <a:pt x="144" y="240"/>
                  </a:lnTo>
                  <a:lnTo>
                    <a:pt x="152" y="248"/>
                  </a:lnTo>
                  <a:lnTo>
                    <a:pt x="160" y="256"/>
                  </a:lnTo>
                  <a:lnTo>
                    <a:pt x="168" y="248"/>
                  </a:lnTo>
                  <a:lnTo>
                    <a:pt x="168" y="240"/>
                  </a:lnTo>
                  <a:lnTo>
                    <a:pt x="160" y="216"/>
                  </a:lnTo>
                  <a:lnTo>
                    <a:pt x="160" y="200"/>
                  </a:lnTo>
                  <a:lnTo>
                    <a:pt x="152" y="176"/>
                  </a:lnTo>
                  <a:lnTo>
                    <a:pt x="152" y="168"/>
                  </a:lnTo>
                  <a:lnTo>
                    <a:pt x="128" y="168"/>
                  </a:lnTo>
                  <a:lnTo>
                    <a:pt x="112" y="160"/>
                  </a:lnTo>
                  <a:lnTo>
                    <a:pt x="104" y="136"/>
                  </a:lnTo>
                  <a:lnTo>
                    <a:pt x="96" y="104"/>
                  </a:lnTo>
                  <a:lnTo>
                    <a:pt x="104" y="96"/>
                  </a:lnTo>
                  <a:lnTo>
                    <a:pt x="96" y="64"/>
                  </a:lnTo>
                  <a:lnTo>
                    <a:pt x="120" y="64"/>
                  </a:lnTo>
                  <a:lnTo>
                    <a:pt x="128" y="80"/>
                  </a:lnTo>
                  <a:lnTo>
                    <a:pt x="144" y="80"/>
                  </a:lnTo>
                  <a:lnTo>
                    <a:pt x="144" y="72"/>
                  </a:lnTo>
                  <a:lnTo>
                    <a:pt x="144" y="64"/>
                  </a:lnTo>
                  <a:lnTo>
                    <a:pt x="152" y="64"/>
                  </a:lnTo>
                  <a:lnTo>
                    <a:pt x="144" y="40"/>
                  </a:lnTo>
                  <a:lnTo>
                    <a:pt x="152" y="24"/>
                  </a:lnTo>
                  <a:lnTo>
                    <a:pt x="152" y="8"/>
                  </a:lnTo>
                  <a:lnTo>
                    <a:pt x="144" y="0"/>
                  </a:lnTo>
                  <a:lnTo>
                    <a:pt x="136" y="0"/>
                  </a:lnTo>
                  <a:lnTo>
                    <a:pt x="112" y="8"/>
                  </a:lnTo>
                  <a:lnTo>
                    <a:pt x="104" y="0"/>
                  </a:lnTo>
                  <a:lnTo>
                    <a:pt x="104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8" name="Freeform 749"/>
            <p:cNvSpPr/>
            <p:nvPr/>
          </p:nvSpPr>
          <p:spPr bwMode="auto">
            <a:xfrm>
              <a:off x="4386124" y="3315136"/>
              <a:ext cx="128304" cy="96502"/>
            </a:xfrm>
            <a:custGeom>
              <a:avLst/>
              <a:gdLst>
                <a:gd name="T0" fmla="*/ 2147483647 w 96"/>
                <a:gd name="T1" fmla="*/ 2147483647 h 72"/>
                <a:gd name="T2" fmla="*/ 2147483647 w 96"/>
                <a:gd name="T3" fmla="*/ 2147483647 h 72"/>
                <a:gd name="T4" fmla="*/ 2147483647 w 96"/>
                <a:gd name="T5" fmla="*/ 2147483647 h 72"/>
                <a:gd name="T6" fmla="*/ 2147483647 w 96"/>
                <a:gd name="T7" fmla="*/ 2147483647 h 72"/>
                <a:gd name="T8" fmla="*/ 2147483647 w 96"/>
                <a:gd name="T9" fmla="*/ 2147483647 h 72"/>
                <a:gd name="T10" fmla="*/ 2147483647 w 96"/>
                <a:gd name="T11" fmla="*/ 2147483647 h 72"/>
                <a:gd name="T12" fmla="*/ 2147483647 w 96"/>
                <a:gd name="T13" fmla="*/ 0 h 72"/>
                <a:gd name="T14" fmla="*/ 2147483647 w 96"/>
                <a:gd name="T15" fmla="*/ 0 h 72"/>
                <a:gd name="T16" fmla="*/ 2147483647 w 96"/>
                <a:gd name="T17" fmla="*/ 2147483647 h 72"/>
                <a:gd name="T18" fmla="*/ 2147483647 w 96"/>
                <a:gd name="T19" fmla="*/ 2147483647 h 72"/>
                <a:gd name="T20" fmla="*/ 0 w 96"/>
                <a:gd name="T21" fmla="*/ 2147483647 h 72"/>
                <a:gd name="T22" fmla="*/ 0 w 96"/>
                <a:gd name="T23" fmla="*/ 2147483647 h 72"/>
                <a:gd name="T24" fmla="*/ 0 w 96"/>
                <a:gd name="T25" fmla="*/ 2147483647 h 72"/>
                <a:gd name="T26" fmla="*/ 0 w 96"/>
                <a:gd name="T27" fmla="*/ 2147483647 h 72"/>
                <a:gd name="T28" fmla="*/ 2147483647 w 96"/>
                <a:gd name="T29" fmla="*/ 2147483647 h 72"/>
                <a:gd name="T30" fmla="*/ 2147483647 w 96"/>
                <a:gd name="T31" fmla="*/ 2147483647 h 72"/>
                <a:gd name="T32" fmla="*/ 2147483647 w 96"/>
                <a:gd name="T33" fmla="*/ 2147483647 h 72"/>
                <a:gd name="T34" fmla="*/ 2147483647 w 96"/>
                <a:gd name="T35" fmla="*/ 2147483647 h 72"/>
                <a:gd name="T36" fmla="*/ 2147483647 w 96"/>
                <a:gd name="T37" fmla="*/ 2147483647 h 7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96"/>
                <a:gd name="T58" fmla="*/ 0 h 72"/>
                <a:gd name="T59" fmla="*/ 96 w 96"/>
                <a:gd name="T60" fmla="*/ 72 h 7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96" h="72">
                  <a:moveTo>
                    <a:pt x="72" y="56"/>
                  </a:moveTo>
                  <a:lnTo>
                    <a:pt x="80" y="56"/>
                  </a:lnTo>
                  <a:lnTo>
                    <a:pt x="88" y="40"/>
                  </a:lnTo>
                  <a:lnTo>
                    <a:pt x="96" y="32"/>
                  </a:lnTo>
                  <a:lnTo>
                    <a:pt x="88" y="32"/>
                  </a:lnTo>
                  <a:lnTo>
                    <a:pt x="72" y="16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16" y="32"/>
                  </a:lnTo>
                  <a:lnTo>
                    <a:pt x="0" y="48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24" y="72"/>
                  </a:lnTo>
                  <a:lnTo>
                    <a:pt x="24" y="56"/>
                  </a:lnTo>
                  <a:lnTo>
                    <a:pt x="48" y="56"/>
                  </a:lnTo>
                  <a:lnTo>
                    <a:pt x="64" y="56"/>
                  </a:lnTo>
                  <a:lnTo>
                    <a:pt x="72" y="5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9" name="Freeform 750"/>
            <p:cNvSpPr/>
            <p:nvPr/>
          </p:nvSpPr>
          <p:spPr bwMode="auto">
            <a:xfrm>
              <a:off x="4797355" y="3883183"/>
              <a:ext cx="160106" cy="161203"/>
            </a:xfrm>
            <a:custGeom>
              <a:avLst/>
              <a:gdLst>
                <a:gd name="T0" fmla="*/ 2147483647 w 120"/>
                <a:gd name="T1" fmla="*/ 2147483647 h 120"/>
                <a:gd name="T2" fmla="*/ 2147483647 w 120"/>
                <a:gd name="T3" fmla="*/ 2147483647 h 120"/>
                <a:gd name="T4" fmla="*/ 2147483647 w 120"/>
                <a:gd name="T5" fmla="*/ 2147483647 h 120"/>
                <a:gd name="T6" fmla="*/ 2147483647 w 120"/>
                <a:gd name="T7" fmla="*/ 0 h 120"/>
                <a:gd name="T8" fmla="*/ 2147483647 w 120"/>
                <a:gd name="T9" fmla="*/ 0 h 120"/>
                <a:gd name="T10" fmla="*/ 2147483647 w 120"/>
                <a:gd name="T11" fmla="*/ 2147483647 h 120"/>
                <a:gd name="T12" fmla="*/ 2147483647 w 120"/>
                <a:gd name="T13" fmla="*/ 0 h 120"/>
                <a:gd name="T14" fmla="*/ 2147483647 w 120"/>
                <a:gd name="T15" fmla="*/ 0 h 120"/>
                <a:gd name="T16" fmla="*/ 2147483647 w 120"/>
                <a:gd name="T17" fmla="*/ 0 h 120"/>
                <a:gd name="T18" fmla="*/ 2147483647 w 120"/>
                <a:gd name="T19" fmla="*/ 2147483647 h 120"/>
                <a:gd name="T20" fmla="*/ 2147483647 w 120"/>
                <a:gd name="T21" fmla="*/ 2147483647 h 120"/>
                <a:gd name="T22" fmla="*/ 0 w 120"/>
                <a:gd name="T23" fmla="*/ 2147483647 h 120"/>
                <a:gd name="T24" fmla="*/ 0 w 120"/>
                <a:gd name="T25" fmla="*/ 2147483647 h 120"/>
                <a:gd name="T26" fmla="*/ 2147483647 w 120"/>
                <a:gd name="T27" fmla="*/ 2147483647 h 120"/>
                <a:gd name="T28" fmla="*/ 2147483647 w 120"/>
                <a:gd name="T29" fmla="*/ 2147483647 h 120"/>
                <a:gd name="T30" fmla="*/ 2147483647 w 120"/>
                <a:gd name="T31" fmla="*/ 2147483647 h 120"/>
                <a:gd name="T32" fmla="*/ 2147483647 w 120"/>
                <a:gd name="T33" fmla="*/ 2147483647 h 120"/>
                <a:gd name="T34" fmla="*/ 2147483647 w 120"/>
                <a:gd name="T35" fmla="*/ 2147483647 h 120"/>
                <a:gd name="T36" fmla="*/ 2147483647 w 120"/>
                <a:gd name="T37" fmla="*/ 2147483647 h 120"/>
                <a:gd name="T38" fmla="*/ 2147483647 w 120"/>
                <a:gd name="T39" fmla="*/ 2147483647 h 120"/>
                <a:gd name="T40" fmla="*/ 2147483647 w 120"/>
                <a:gd name="T41" fmla="*/ 2147483647 h 120"/>
                <a:gd name="T42" fmla="*/ 2147483647 w 120"/>
                <a:gd name="T43" fmla="*/ 2147483647 h 1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0"/>
                <a:gd name="T67" fmla="*/ 0 h 120"/>
                <a:gd name="T68" fmla="*/ 120 w 120"/>
                <a:gd name="T69" fmla="*/ 120 h 12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0" h="120">
                  <a:moveTo>
                    <a:pt x="96" y="32"/>
                  </a:moveTo>
                  <a:lnTo>
                    <a:pt x="88" y="32"/>
                  </a:lnTo>
                  <a:lnTo>
                    <a:pt x="80" y="16"/>
                  </a:lnTo>
                  <a:lnTo>
                    <a:pt x="72" y="0"/>
                  </a:lnTo>
                  <a:lnTo>
                    <a:pt x="64" y="0"/>
                  </a:lnTo>
                  <a:lnTo>
                    <a:pt x="56" y="8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16" y="8"/>
                  </a:lnTo>
                  <a:lnTo>
                    <a:pt x="8" y="56"/>
                  </a:lnTo>
                  <a:lnTo>
                    <a:pt x="0" y="56"/>
                  </a:lnTo>
                  <a:lnTo>
                    <a:pt x="0" y="96"/>
                  </a:lnTo>
                  <a:lnTo>
                    <a:pt x="8" y="112"/>
                  </a:lnTo>
                  <a:lnTo>
                    <a:pt x="16" y="120"/>
                  </a:lnTo>
                  <a:lnTo>
                    <a:pt x="24" y="120"/>
                  </a:lnTo>
                  <a:lnTo>
                    <a:pt x="48" y="104"/>
                  </a:lnTo>
                  <a:lnTo>
                    <a:pt x="64" y="104"/>
                  </a:lnTo>
                  <a:lnTo>
                    <a:pt x="96" y="80"/>
                  </a:lnTo>
                  <a:lnTo>
                    <a:pt x="120" y="56"/>
                  </a:lnTo>
                  <a:lnTo>
                    <a:pt x="104" y="48"/>
                  </a:lnTo>
                  <a:lnTo>
                    <a:pt x="96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0" name="Freeform 751"/>
            <p:cNvSpPr/>
            <p:nvPr/>
          </p:nvSpPr>
          <p:spPr bwMode="auto">
            <a:xfrm>
              <a:off x="4386124" y="3315136"/>
              <a:ext cx="128304" cy="96502"/>
            </a:xfrm>
            <a:custGeom>
              <a:avLst/>
              <a:gdLst>
                <a:gd name="T0" fmla="*/ 2147483647 w 96"/>
                <a:gd name="T1" fmla="*/ 2147483647 h 72"/>
                <a:gd name="T2" fmla="*/ 2147483647 w 96"/>
                <a:gd name="T3" fmla="*/ 2147483647 h 72"/>
                <a:gd name="T4" fmla="*/ 2147483647 w 96"/>
                <a:gd name="T5" fmla="*/ 2147483647 h 72"/>
                <a:gd name="T6" fmla="*/ 2147483647 w 96"/>
                <a:gd name="T7" fmla="*/ 2147483647 h 72"/>
                <a:gd name="T8" fmla="*/ 2147483647 w 96"/>
                <a:gd name="T9" fmla="*/ 2147483647 h 72"/>
                <a:gd name="T10" fmla="*/ 2147483647 w 96"/>
                <a:gd name="T11" fmla="*/ 2147483647 h 72"/>
                <a:gd name="T12" fmla="*/ 2147483647 w 96"/>
                <a:gd name="T13" fmla="*/ 0 h 72"/>
                <a:gd name="T14" fmla="*/ 2147483647 w 96"/>
                <a:gd name="T15" fmla="*/ 0 h 72"/>
                <a:gd name="T16" fmla="*/ 2147483647 w 96"/>
                <a:gd name="T17" fmla="*/ 2147483647 h 72"/>
                <a:gd name="T18" fmla="*/ 2147483647 w 96"/>
                <a:gd name="T19" fmla="*/ 2147483647 h 72"/>
                <a:gd name="T20" fmla="*/ 0 w 96"/>
                <a:gd name="T21" fmla="*/ 2147483647 h 72"/>
                <a:gd name="T22" fmla="*/ 0 w 96"/>
                <a:gd name="T23" fmla="*/ 2147483647 h 72"/>
                <a:gd name="T24" fmla="*/ 0 w 96"/>
                <a:gd name="T25" fmla="*/ 2147483647 h 72"/>
                <a:gd name="T26" fmla="*/ 0 w 96"/>
                <a:gd name="T27" fmla="*/ 2147483647 h 72"/>
                <a:gd name="T28" fmla="*/ 2147483647 w 96"/>
                <a:gd name="T29" fmla="*/ 2147483647 h 72"/>
                <a:gd name="T30" fmla="*/ 2147483647 w 96"/>
                <a:gd name="T31" fmla="*/ 2147483647 h 72"/>
                <a:gd name="T32" fmla="*/ 2147483647 w 96"/>
                <a:gd name="T33" fmla="*/ 2147483647 h 72"/>
                <a:gd name="T34" fmla="*/ 2147483647 w 96"/>
                <a:gd name="T35" fmla="*/ 2147483647 h 72"/>
                <a:gd name="T36" fmla="*/ 2147483647 w 96"/>
                <a:gd name="T37" fmla="*/ 2147483647 h 7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96"/>
                <a:gd name="T58" fmla="*/ 0 h 72"/>
                <a:gd name="T59" fmla="*/ 96 w 96"/>
                <a:gd name="T60" fmla="*/ 72 h 7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96" h="72">
                  <a:moveTo>
                    <a:pt x="72" y="56"/>
                  </a:moveTo>
                  <a:lnTo>
                    <a:pt x="80" y="56"/>
                  </a:lnTo>
                  <a:lnTo>
                    <a:pt x="88" y="40"/>
                  </a:lnTo>
                  <a:lnTo>
                    <a:pt x="96" y="32"/>
                  </a:lnTo>
                  <a:lnTo>
                    <a:pt x="88" y="32"/>
                  </a:lnTo>
                  <a:lnTo>
                    <a:pt x="72" y="16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16" y="32"/>
                  </a:lnTo>
                  <a:lnTo>
                    <a:pt x="0" y="48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24" y="72"/>
                  </a:lnTo>
                  <a:lnTo>
                    <a:pt x="24" y="56"/>
                  </a:lnTo>
                  <a:lnTo>
                    <a:pt x="48" y="56"/>
                  </a:lnTo>
                  <a:lnTo>
                    <a:pt x="64" y="56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1" name="Freeform 752"/>
            <p:cNvSpPr/>
            <p:nvPr/>
          </p:nvSpPr>
          <p:spPr bwMode="auto">
            <a:xfrm>
              <a:off x="4386124" y="3315136"/>
              <a:ext cx="128304" cy="96502"/>
            </a:xfrm>
            <a:custGeom>
              <a:avLst/>
              <a:gdLst>
                <a:gd name="T0" fmla="*/ 2147483647 w 96"/>
                <a:gd name="T1" fmla="*/ 2147483647 h 72"/>
                <a:gd name="T2" fmla="*/ 2147483647 w 96"/>
                <a:gd name="T3" fmla="*/ 2147483647 h 72"/>
                <a:gd name="T4" fmla="*/ 2147483647 w 96"/>
                <a:gd name="T5" fmla="*/ 2147483647 h 72"/>
                <a:gd name="T6" fmla="*/ 2147483647 w 96"/>
                <a:gd name="T7" fmla="*/ 2147483647 h 72"/>
                <a:gd name="T8" fmla="*/ 2147483647 w 96"/>
                <a:gd name="T9" fmla="*/ 2147483647 h 72"/>
                <a:gd name="T10" fmla="*/ 2147483647 w 96"/>
                <a:gd name="T11" fmla="*/ 2147483647 h 72"/>
                <a:gd name="T12" fmla="*/ 2147483647 w 96"/>
                <a:gd name="T13" fmla="*/ 0 h 72"/>
                <a:gd name="T14" fmla="*/ 2147483647 w 96"/>
                <a:gd name="T15" fmla="*/ 0 h 72"/>
                <a:gd name="T16" fmla="*/ 2147483647 w 96"/>
                <a:gd name="T17" fmla="*/ 2147483647 h 72"/>
                <a:gd name="T18" fmla="*/ 2147483647 w 96"/>
                <a:gd name="T19" fmla="*/ 2147483647 h 72"/>
                <a:gd name="T20" fmla="*/ 0 w 96"/>
                <a:gd name="T21" fmla="*/ 2147483647 h 72"/>
                <a:gd name="T22" fmla="*/ 0 w 96"/>
                <a:gd name="T23" fmla="*/ 2147483647 h 72"/>
                <a:gd name="T24" fmla="*/ 0 w 96"/>
                <a:gd name="T25" fmla="*/ 2147483647 h 72"/>
                <a:gd name="T26" fmla="*/ 0 w 96"/>
                <a:gd name="T27" fmla="*/ 2147483647 h 72"/>
                <a:gd name="T28" fmla="*/ 2147483647 w 96"/>
                <a:gd name="T29" fmla="*/ 2147483647 h 72"/>
                <a:gd name="T30" fmla="*/ 2147483647 w 96"/>
                <a:gd name="T31" fmla="*/ 2147483647 h 72"/>
                <a:gd name="T32" fmla="*/ 2147483647 w 96"/>
                <a:gd name="T33" fmla="*/ 2147483647 h 72"/>
                <a:gd name="T34" fmla="*/ 2147483647 w 96"/>
                <a:gd name="T35" fmla="*/ 2147483647 h 72"/>
                <a:gd name="T36" fmla="*/ 2147483647 w 96"/>
                <a:gd name="T37" fmla="*/ 2147483647 h 7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96"/>
                <a:gd name="T58" fmla="*/ 0 h 72"/>
                <a:gd name="T59" fmla="*/ 96 w 96"/>
                <a:gd name="T60" fmla="*/ 72 h 7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96" h="72">
                  <a:moveTo>
                    <a:pt x="72" y="56"/>
                  </a:moveTo>
                  <a:lnTo>
                    <a:pt x="80" y="56"/>
                  </a:lnTo>
                  <a:lnTo>
                    <a:pt x="88" y="40"/>
                  </a:lnTo>
                  <a:lnTo>
                    <a:pt x="96" y="32"/>
                  </a:lnTo>
                  <a:lnTo>
                    <a:pt x="88" y="32"/>
                  </a:lnTo>
                  <a:lnTo>
                    <a:pt x="72" y="16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16" y="32"/>
                  </a:lnTo>
                  <a:lnTo>
                    <a:pt x="0" y="48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24" y="72"/>
                  </a:lnTo>
                  <a:lnTo>
                    <a:pt x="24" y="56"/>
                  </a:lnTo>
                  <a:lnTo>
                    <a:pt x="48" y="56"/>
                  </a:lnTo>
                  <a:lnTo>
                    <a:pt x="64" y="56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2" name="Freeform 753"/>
            <p:cNvSpPr/>
            <p:nvPr/>
          </p:nvSpPr>
          <p:spPr bwMode="auto">
            <a:xfrm>
              <a:off x="4471660" y="3389706"/>
              <a:ext cx="10966" cy="1097"/>
            </a:xfrm>
            <a:custGeom>
              <a:avLst/>
              <a:gdLst>
                <a:gd name="T0" fmla="*/ 0 w 8"/>
                <a:gd name="T1" fmla="*/ 0 h 1943"/>
                <a:gd name="T2" fmla="*/ 2147483647 w 8"/>
                <a:gd name="T3" fmla="*/ 0 h 1943"/>
                <a:gd name="T4" fmla="*/ 0 w 8"/>
                <a:gd name="T5" fmla="*/ 0 h 1943"/>
                <a:gd name="T6" fmla="*/ 0 60000 65536"/>
                <a:gd name="T7" fmla="*/ 0 60000 65536"/>
                <a:gd name="T8" fmla="*/ 0 60000 65536"/>
                <a:gd name="T9" fmla="*/ 0 w 8"/>
                <a:gd name="T10" fmla="*/ 0 h 1943"/>
                <a:gd name="T11" fmla="*/ 8 w 8"/>
                <a:gd name="T12" fmla="*/ 1943 h 19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1943">
                  <a:moveTo>
                    <a:pt x="0" y="0"/>
                  </a:move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3" name="Freeform 754"/>
            <p:cNvSpPr/>
            <p:nvPr/>
          </p:nvSpPr>
          <p:spPr bwMode="auto">
            <a:xfrm>
              <a:off x="4471660" y="3389706"/>
              <a:ext cx="10966" cy="1097"/>
            </a:xfrm>
            <a:custGeom>
              <a:avLst/>
              <a:gdLst>
                <a:gd name="T0" fmla="*/ 0 w 8"/>
                <a:gd name="T1" fmla="*/ 0 h 1943"/>
                <a:gd name="T2" fmla="*/ 0 w 8"/>
                <a:gd name="T3" fmla="*/ 0 h 1943"/>
                <a:gd name="T4" fmla="*/ 2147483647 w 8"/>
                <a:gd name="T5" fmla="*/ 0 h 1943"/>
                <a:gd name="T6" fmla="*/ 0 60000 65536"/>
                <a:gd name="T7" fmla="*/ 0 60000 65536"/>
                <a:gd name="T8" fmla="*/ 0 60000 65536"/>
                <a:gd name="T9" fmla="*/ 0 w 8"/>
                <a:gd name="T10" fmla="*/ 0 h 1943"/>
                <a:gd name="T11" fmla="*/ 8 w 8"/>
                <a:gd name="T12" fmla="*/ 1943 h 19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1943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4" name="Freeform 755"/>
            <p:cNvSpPr/>
            <p:nvPr/>
          </p:nvSpPr>
          <p:spPr bwMode="auto">
            <a:xfrm>
              <a:off x="4471660" y="3389706"/>
              <a:ext cx="10966" cy="1097"/>
            </a:xfrm>
            <a:custGeom>
              <a:avLst/>
              <a:gdLst>
                <a:gd name="T0" fmla="*/ 0 w 8"/>
                <a:gd name="T1" fmla="*/ 0 h 1943"/>
                <a:gd name="T2" fmla="*/ 0 w 8"/>
                <a:gd name="T3" fmla="*/ 0 h 1943"/>
                <a:gd name="T4" fmla="*/ 2147483647 w 8"/>
                <a:gd name="T5" fmla="*/ 0 h 1943"/>
                <a:gd name="T6" fmla="*/ 0 60000 65536"/>
                <a:gd name="T7" fmla="*/ 0 60000 65536"/>
                <a:gd name="T8" fmla="*/ 0 60000 65536"/>
                <a:gd name="T9" fmla="*/ 0 w 8"/>
                <a:gd name="T10" fmla="*/ 0 h 1943"/>
                <a:gd name="T11" fmla="*/ 8 w 8"/>
                <a:gd name="T12" fmla="*/ 1943 h 19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1943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5" name="Freeform 756"/>
            <p:cNvSpPr/>
            <p:nvPr/>
          </p:nvSpPr>
          <p:spPr bwMode="auto">
            <a:xfrm>
              <a:off x="4417925" y="3389706"/>
              <a:ext cx="64701" cy="96502"/>
            </a:xfrm>
            <a:custGeom>
              <a:avLst/>
              <a:gdLst>
                <a:gd name="T0" fmla="*/ 2147483647 w 48"/>
                <a:gd name="T1" fmla="*/ 2147483647 h 72"/>
                <a:gd name="T2" fmla="*/ 2147483647 w 48"/>
                <a:gd name="T3" fmla="*/ 0 h 72"/>
                <a:gd name="T4" fmla="*/ 2147483647 w 48"/>
                <a:gd name="T5" fmla="*/ 0 h 72"/>
                <a:gd name="T6" fmla="*/ 0 w 48"/>
                <a:gd name="T7" fmla="*/ 0 h 72"/>
                <a:gd name="T8" fmla="*/ 0 w 48"/>
                <a:gd name="T9" fmla="*/ 2147483647 h 72"/>
                <a:gd name="T10" fmla="*/ 2147483647 w 48"/>
                <a:gd name="T11" fmla="*/ 2147483647 h 72"/>
                <a:gd name="T12" fmla="*/ 0 w 48"/>
                <a:gd name="T13" fmla="*/ 2147483647 h 72"/>
                <a:gd name="T14" fmla="*/ 0 w 48"/>
                <a:gd name="T15" fmla="*/ 2147483647 h 72"/>
                <a:gd name="T16" fmla="*/ 0 w 48"/>
                <a:gd name="T17" fmla="*/ 2147483647 h 72"/>
                <a:gd name="T18" fmla="*/ 2147483647 w 48"/>
                <a:gd name="T19" fmla="*/ 2147483647 h 72"/>
                <a:gd name="T20" fmla="*/ 2147483647 w 48"/>
                <a:gd name="T21" fmla="*/ 2147483647 h 72"/>
                <a:gd name="T22" fmla="*/ 2147483647 w 48"/>
                <a:gd name="T23" fmla="*/ 2147483647 h 72"/>
                <a:gd name="T24" fmla="*/ 2147483647 w 48"/>
                <a:gd name="T25" fmla="*/ 2147483647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48"/>
                <a:gd name="T40" fmla="*/ 0 h 72"/>
                <a:gd name="T41" fmla="*/ 48 w 48"/>
                <a:gd name="T42" fmla="*/ 72 h 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48" h="72">
                  <a:moveTo>
                    <a:pt x="40" y="8"/>
                  </a:moveTo>
                  <a:lnTo>
                    <a:pt x="40" y="0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0" y="48"/>
                  </a:lnTo>
                  <a:lnTo>
                    <a:pt x="0" y="56"/>
                  </a:lnTo>
                  <a:lnTo>
                    <a:pt x="0" y="72"/>
                  </a:lnTo>
                  <a:lnTo>
                    <a:pt x="24" y="72"/>
                  </a:lnTo>
                  <a:lnTo>
                    <a:pt x="48" y="64"/>
                  </a:lnTo>
                  <a:lnTo>
                    <a:pt x="40" y="24"/>
                  </a:lnTo>
                  <a:lnTo>
                    <a:pt x="4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6" name="Freeform 757"/>
            <p:cNvSpPr/>
            <p:nvPr/>
          </p:nvSpPr>
          <p:spPr bwMode="auto">
            <a:xfrm>
              <a:off x="4514428" y="3325006"/>
              <a:ext cx="205068" cy="183135"/>
            </a:xfrm>
            <a:custGeom>
              <a:avLst/>
              <a:gdLst>
                <a:gd name="T0" fmla="*/ 2147483647 w 153"/>
                <a:gd name="T1" fmla="*/ 2147483647 h 136"/>
                <a:gd name="T2" fmla="*/ 2147483647 w 153"/>
                <a:gd name="T3" fmla="*/ 2147483647 h 136"/>
                <a:gd name="T4" fmla="*/ 2147483647 w 153"/>
                <a:gd name="T5" fmla="*/ 2147483647 h 136"/>
                <a:gd name="T6" fmla="*/ 2147483647 w 153"/>
                <a:gd name="T7" fmla="*/ 2147483647 h 136"/>
                <a:gd name="T8" fmla="*/ 2147483647 w 153"/>
                <a:gd name="T9" fmla="*/ 2147483647 h 136"/>
                <a:gd name="T10" fmla="*/ 2147483647 w 153"/>
                <a:gd name="T11" fmla="*/ 2147483647 h 136"/>
                <a:gd name="T12" fmla="*/ 2147483647 w 153"/>
                <a:gd name="T13" fmla="*/ 2147483647 h 136"/>
                <a:gd name="T14" fmla="*/ 2147483647 w 153"/>
                <a:gd name="T15" fmla="*/ 2147483647 h 136"/>
                <a:gd name="T16" fmla="*/ 2147483647 w 153"/>
                <a:gd name="T17" fmla="*/ 0 h 136"/>
                <a:gd name="T18" fmla="*/ 2147483647 w 153"/>
                <a:gd name="T19" fmla="*/ 2147483647 h 136"/>
                <a:gd name="T20" fmla="*/ 2147483647 w 153"/>
                <a:gd name="T21" fmla="*/ 2147483647 h 136"/>
                <a:gd name="T22" fmla="*/ 2147483647 w 153"/>
                <a:gd name="T23" fmla="*/ 2147483647 h 136"/>
                <a:gd name="T24" fmla="*/ 2147483647 w 153"/>
                <a:gd name="T25" fmla="*/ 2147483647 h 136"/>
                <a:gd name="T26" fmla="*/ 2147483647 w 153"/>
                <a:gd name="T27" fmla="*/ 2147483647 h 136"/>
                <a:gd name="T28" fmla="*/ 2147483647 w 153"/>
                <a:gd name="T29" fmla="*/ 2147483647 h 136"/>
                <a:gd name="T30" fmla="*/ 2147483647 w 153"/>
                <a:gd name="T31" fmla="*/ 2147483647 h 136"/>
                <a:gd name="T32" fmla="*/ 2147483647 w 153"/>
                <a:gd name="T33" fmla="*/ 2147483647 h 136"/>
                <a:gd name="T34" fmla="*/ 2147483647 w 153"/>
                <a:gd name="T35" fmla="*/ 2147483647 h 136"/>
                <a:gd name="T36" fmla="*/ 0 w 153"/>
                <a:gd name="T37" fmla="*/ 2147483647 h 136"/>
                <a:gd name="T38" fmla="*/ 0 w 153"/>
                <a:gd name="T39" fmla="*/ 2147483647 h 136"/>
                <a:gd name="T40" fmla="*/ 2147483647 w 153"/>
                <a:gd name="T41" fmla="*/ 2147483647 h 136"/>
                <a:gd name="T42" fmla="*/ 2147483647 w 153"/>
                <a:gd name="T43" fmla="*/ 2147483647 h 136"/>
                <a:gd name="T44" fmla="*/ 2147483647 w 153"/>
                <a:gd name="T45" fmla="*/ 2147483647 h 136"/>
                <a:gd name="T46" fmla="*/ 2147483647 w 153"/>
                <a:gd name="T47" fmla="*/ 2147483647 h 136"/>
                <a:gd name="T48" fmla="*/ 2147483647 w 153"/>
                <a:gd name="T49" fmla="*/ 2147483647 h 136"/>
                <a:gd name="T50" fmla="*/ 2147483647 w 153"/>
                <a:gd name="T51" fmla="*/ 2147483647 h 1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53"/>
                <a:gd name="T79" fmla="*/ 0 h 136"/>
                <a:gd name="T80" fmla="*/ 153 w 153"/>
                <a:gd name="T81" fmla="*/ 136 h 1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53" h="136">
                  <a:moveTo>
                    <a:pt x="81" y="96"/>
                  </a:moveTo>
                  <a:lnTo>
                    <a:pt x="105" y="104"/>
                  </a:lnTo>
                  <a:lnTo>
                    <a:pt x="121" y="80"/>
                  </a:lnTo>
                  <a:lnTo>
                    <a:pt x="137" y="48"/>
                  </a:lnTo>
                  <a:lnTo>
                    <a:pt x="137" y="32"/>
                  </a:lnTo>
                  <a:lnTo>
                    <a:pt x="153" y="32"/>
                  </a:lnTo>
                  <a:lnTo>
                    <a:pt x="153" y="16"/>
                  </a:lnTo>
                  <a:lnTo>
                    <a:pt x="145" y="16"/>
                  </a:lnTo>
                  <a:lnTo>
                    <a:pt x="137" y="0"/>
                  </a:lnTo>
                  <a:lnTo>
                    <a:pt x="121" y="16"/>
                  </a:lnTo>
                  <a:lnTo>
                    <a:pt x="97" y="16"/>
                  </a:lnTo>
                  <a:lnTo>
                    <a:pt x="73" y="16"/>
                  </a:lnTo>
                  <a:lnTo>
                    <a:pt x="57" y="24"/>
                  </a:lnTo>
                  <a:lnTo>
                    <a:pt x="32" y="16"/>
                  </a:lnTo>
                  <a:lnTo>
                    <a:pt x="16" y="16"/>
                  </a:lnTo>
                  <a:lnTo>
                    <a:pt x="8" y="32"/>
                  </a:lnTo>
                  <a:lnTo>
                    <a:pt x="8" y="40"/>
                  </a:lnTo>
                  <a:lnTo>
                    <a:pt x="8" y="56"/>
                  </a:lnTo>
                  <a:lnTo>
                    <a:pt x="0" y="88"/>
                  </a:lnTo>
                  <a:lnTo>
                    <a:pt x="0" y="104"/>
                  </a:lnTo>
                  <a:lnTo>
                    <a:pt x="16" y="104"/>
                  </a:lnTo>
                  <a:lnTo>
                    <a:pt x="32" y="128"/>
                  </a:lnTo>
                  <a:lnTo>
                    <a:pt x="49" y="128"/>
                  </a:lnTo>
                  <a:lnTo>
                    <a:pt x="65" y="136"/>
                  </a:lnTo>
                  <a:lnTo>
                    <a:pt x="73" y="112"/>
                  </a:lnTo>
                  <a:lnTo>
                    <a:pt x="81" y="9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7" name="Freeform 758"/>
            <p:cNvSpPr/>
            <p:nvPr/>
          </p:nvSpPr>
          <p:spPr bwMode="auto">
            <a:xfrm>
              <a:off x="4719495" y="3389706"/>
              <a:ext cx="214937" cy="129401"/>
            </a:xfrm>
            <a:custGeom>
              <a:avLst/>
              <a:gdLst>
                <a:gd name="T0" fmla="*/ 2147483647 w 160"/>
                <a:gd name="T1" fmla="*/ 2147483647 h 96"/>
                <a:gd name="T2" fmla="*/ 2147483647 w 160"/>
                <a:gd name="T3" fmla="*/ 2147483647 h 96"/>
                <a:gd name="T4" fmla="*/ 2147483647 w 160"/>
                <a:gd name="T5" fmla="*/ 2147483647 h 96"/>
                <a:gd name="T6" fmla="*/ 2147483647 w 160"/>
                <a:gd name="T7" fmla="*/ 2147483647 h 96"/>
                <a:gd name="T8" fmla="*/ 0 w 160"/>
                <a:gd name="T9" fmla="*/ 2147483647 h 96"/>
                <a:gd name="T10" fmla="*/ 2147483647 w 160"/>
                <a:gd name="T11" fmla="*/ 2147483647 h 96"/>
                <a:gd name="T12" fmla="*/ 2147483647 w 160"/>
                <a:gd name="T13" fmla="*/ 2147483647 h 96"/>
                <a:gd name="T14" fmla="*/ 2147483647 w 160"/>
                <a:gd name="T15" fmla="*/ 2147483647 h 96"/>
                <a:gd name="T16" fmla="*/ 2147483647 w 160"/>
                <a:gd name="T17" fmla="*/ 2147483647 h 96"/>
                <a:gd name="T18" fmla="*/ 2147483647 w 160"/>
                <a:gd name="T19" fmla="*/ 2147483647 h 96"/>
                <a:gd name="T20" fmla="*/ 2147483647 w 160"/>
                <a:gd name="T21" fmla="*/ 2147483647 h 96"/>
                <a:gd name="T22" fmla="*/ 2147483647 w 160"/>
                <a:gd name="T23" fmla="*/ 2147483647 h 96"/>
                <a:gd name="T24" fmla="*/ 2147483647 w 160"/>
                <a:gd name="T25" fmla="*/ 2147483647 h 96"/>
                <a:gd name="T26" fmla="*/ 2147483647 w 160"/>
                <a:gd name="T27" fmla="*/ 2147483647 h 96"/>
                <a:gd name="T28" fmla="*/ 2147483647 w 160"/>
                <a:gd name="T29" fmla="*/ 2147483647 h 96"/>
                <a:gd name="T30" fmla="*/ 2147483647 w 160"/>
                <a:gd name="T31" fmla="*/ 2147483647 h 96"/>
                <a:gd name="T32" fmla="*/ 2147483647 w 160"/>
                <a:gd name="T33" fmla="*/ 2147483647 h 96"/>
                <a:gd name="T34" fmla="*/ 2147483647 w 160"/>
                <a:gd name="T35" fmla="*/ 2147483647 h 96"/>
                <a:gd name="T36" fmla="*/ 2147483647 w 160"/>
                <a:gd name="T37" fmla="*/ 0 h 96"/>
                <a:gd name="T38" fmla="*/ 2147483647 w 160"/>
                <a:gd name="T39" fmla="*/ 2147483647 h 96"/>
                <a:gd name="T40" fmla="*/ 2147483647 w 160"/>
                <a:gd name="T41" fmla="*/ 2147483647 h 9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60"/>
                <a:gd name="T64" fmla="*/ 0 h 96"/>
                <a:gd name="T65" fmla="*/ 160 w 160"/>
                <a:gd name="T66" fmla="*/ 96 h 9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60" h="96">
                  <a:moveTo>
                    <a:pt x="48" y="24"/>
                  </a:moveTo>
                  <a:lnTo>
                    <a:pt x="48" y="32"/>
                  </a:lnTo>
                  <a:lnTo>
                    <a:pt x="24" y="40"/>
                  </a:lnTo>
                  <a:lnTo>
                    <a:pt x="8" y="48"/>
                  </a:lnTo>
                  <a:lnTo>
                    <a:pt x="0" y="72"/>
                  </a:lnTo>
                  <a:lnTo>
                    <a:pt x="8" y="88"/>
                  </a:lnTo>
                  <a:lnTo>
                    <a:pt x="8" y="96"/>
                  </a:lnTo>
                  <a:lnTo>
                    <a:pt x="24" y="88"/>
                  </a:lnTo>
                  <a:lnTo>
                    <a:pt x="40" y="88"/>
                  </a:lnTo>
                  <a:lnTo>
                    <a:pt x="48" y="96"/>
                  </a:lnTo>
                  <a:lnTo>
                    <a:pt x="48" y="80"/>
                  </a:lnTo>
                  <a:lnTo>
                    <a:pt x="72" y="72"/>
                  </a:lnTo>
                  <a:lnTo>
                    <a:pt x="96" y="80"/>
                  </a:lnTo>
                  <a:lnTo>
                    <a:pt x="128" y="72"/>
                  </a:lnTo>
                  <a:lnTo>
                    <a:pt x="160" y="72"/>
                  </a:lnTo>
                  <a:lnTo>
                    <a:pt x="136" y="48"/>
                  </a:lnTo>
                  <a:lnTo>
                    <a:pt x="120" y="40"/>
                  </a:lnTo>
                  <a:lnTo>
                    <a:pt x="112" y="16"/>
                  </a:lnTo>
                  <a:lnTo>
                    <a:pt x="104" y="0"/>
                  </a:lnTo>
                  <a:lnTo>
                    <a:pt x="72" y="24"/>
                  </a:lnTo>
                  <a:lnTo>
                    <a:pt x="48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8" name="Freeform 759"/>
            <p:cNvSpPr/>
            <p:nvPr/>
          </p:nvSpPr>
          <p:spPr bwMode="auto">
            <a:xfrm>
              <a:off x="4514428" y="3325006"/>
              <a:ext cx="205068" cy="183135"/>
            </a:xfrm>
            <a:custGeom>
              <a:avLst/>
              <a:gdLst>
                <a:gd name="T0" fmla="*/ 2147483647 w 153"/>
                <a:gd name="T1" fmla="*/ 2147483647 h 136"/>
                <a:gd name="T2" fmla="*/ 2147483647 w 153"/>
                <a:gd name="T3" fmla="*/ 2147483647 h 136"/>
                <a:gd name="T4" fmla="*/ 2147483647 w 153"/>
                <a:gd name="T5" fmla="*/ 2147483647 h 136"/>
                <a:gd name="T6" fmla="*/ 2147483647 w 153"/>
                <a:gd name="T7" fmla="*/ 2147483647 h 136"/>
                <a:gd name="T8" fmla="*/ 2147483647 w 153"/>
                <a:gd name="T9" fmla="*/ 2147483647 h 136"/>
                <a:gd name="T10" fmla="*/ 2147483647 w 153"/>
                <a:gd name="T11" fmla="*/ 2147483647 h 136"/>
                <a:gd name="T12" fmla="*/ 2147483647 w 153"/>
                <a:gd name="T13" fmla="*/ 2147483647 h 136"/>
                <a:gd name="T14" fmla="*/ 2147483647 w 153"/>
                <a:gd name="T15" fmla="*/ 2147483647 h 136"/>
                <a:gd name="T16" fmla="*/ 2147483647 w 153"/>
                <a:gd name="T17" fmla="*/ 0 h 136"/>
                <a:gd name="T18" fmla="*/ 2147483647 w 153"/>
                <a:gd name="T19" fmla="*/ 0 h 136"/>
                <a:gd name="T20" fmla="*/ 2147483647 w 153"/>
                <a:gd name="T21" fmla="*/ 2147483647 h 136"/>
                <a:gd name="T22" fmla="*/ 2147483647 w 153"/>
                <a:gd name="T23" fmla="*/ 2147483647 h 136"/>
                <a:gd name="T24" fmla="*/ 2147483647 w 153"/>
                <a:gd name="T25" fmla="*/ 2147483647 h 136"/>
                <a:gd name="T26" fmla="*/ 2147483647 w 153"/>
                <a:gd name="T27" fmla="*/ 2147483647 h 136"/>
                <a:gd name="T28" fmla="*/ 2147483647 w 153"/>
                <a:gd name="T29" fmla="*/ 2147483647 h 136"/>
                <a:gd name="T30" fmla="*/ 2147483647 w 153"/>
                <a:gd name="T31" fmla="*/ 2147483647 h 136"/>
                <a:gd name="T32" fmla="*/ 2147483647 w 153"/>
                <a:gd name="T33" fmla="*/ 2147483647 h 136"/>
                <a:gd name="T34" fmla="*/ 2147483647 w 153"/>
                <a:gd name="T35" fmla="*/ 2147483647 h 136"/>
                <a:gd name="T36" fmla="*/ 2147483647 w 153"/>
                <a:gd name="T37" fmla="*/ 2147483647 h 136"/>
                <a:gd name="T38" fmla="*/ 0 w 153"/>
                <a:gd name="T39" fmla="*/ 2147483647 h 136"/>
                <a:gd name="T40" fmla="*/ 0 w 153"/>
                <a:gd name="T41" fmla="*/ 2147483647 h 136"/>
                <a:gd name="T42" fmla="*/ 2147483647 w 153"/>
                <a:gd name="T43" fmla="*/ 2147483647 h 136"/>
                <a:gd name="T44" fmla="*/ 2147483647 w 153"/>
                <a:gd name="T45" fmla="*/ 2147483647 h 136"/>
                <a:gd name="T46" fmla="*/ 2147483647 w 153"/>
                <a:gd name="T47" fmla="*/ 2147483647 h 136"/>
                <a:gd name="T48" fmla="*/ 2147483647 w 153"/>
                <a:gd name="T49" fmla="*/ 2147483647 h 136"/>
                <a:gd name="T50" fmla="*/ 2147483647 w 153"/>
                <a:gd name="T51" fmla="*/ 2147483647 h 136"/>
                <a:gd name="T52" fmla="*/ 2147483647 w 153"/>
                <a:gd name="T53" fmla="*/ 2147483647 h 1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53"/>
                <a:gd name="T82" fmla="*/ 0 h 136"/>
                <a:gd name="T83" fmla="*/ 153 w 153"/>
                <a:gd name="T84" fmla="*/ 136 h 1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53" h="136">
                  <a:moveTo>
                    <a:pt x="81" y="96"/>
                  </a:moveTo>
                  <a:lnTo>
                    <a:pt x="105" y="104"/>
                  </a:lnTo>
                  <a:lnTo>
                    <a:pt x="121" y="80"/>
                  </a:lnTo>
                  <a:lnTo>
                    <a:pt x="137" y="48"/>
                  </a:lnTo>
                  <a:lnTo>
                    <a:pt x="137" y="32"/>
                  </a:lnTo>
                  <a:lnTo>
                    <a:pt x="153" y="32"/>
                  </a:lnTo>
                  <a:lnTo>
                    <a:pt x="153" y="16"/>
                  </a:lnTo>
                  <a:lnTo>
                    <a:pt x="145" y="16"/>
                  </a:lnTo>
                  <a:lnTo>
                    <a:pt x="137" y="0"/>
                  </a:lnTo>
                  <a:lnTo>
                    <a:pt x="121" y="16"/>
                  </a:lnTo>
                  <a:lnTo>
                    <a:pt x="97" y="16"/>
                  </a:lnTo>
                  <a:lnTo>
                    <a:pt x="73" y="16"/>
                  </a:lnTo>
                  <a:lnTo>
                    <a:pt x="57" y="24"/>
                  </a:lnTo>
                  <a:lnTo>
                    <a:pt x="32" y="16"/>
                  </a:lnTo>
                  <a:lnTo>
                    <a:pt x="16" y="16"/>
                  </a:lnTo>
                  <a:lnTo>
                    <a:pt x="8" y="32"/>
                  </a:lnTo>
                  <a:lnTo>
                    <a:pt x="8" y="40"/>
                  </a:lnTo>
                  <a:lnTo>
                    <a:pt x="8" y="56"/>
                  </a:lnTo>
                  <a:lnTo>
                    <a:pt x="0" y="88"/>
                  </a:lnTo>
                  <a:lnTo>
                    <a:pt x="0" y="104"/>
                  </a:lnTo>
                  <a:lnTo>
                    <a:pt x="16" y="104"/>
                  </a:lnTo>
                  <a:lnTo>
                    <a:pt x="32" y="128"/>
                  </a:lnTo>
                  <a:lnTo>
                    <a:pt x="49" y="128"/>
                  </a:lnTo>
                  <a:lnTo>
                    <a:pt x="65" y="136"/>
                  </a:lnTo>
                  <a:lnTo>
                    <a:pt x="73" y="112"/>
                  </a:lnTo>
                  <a:lnTo>
                    <a:pt x="81" y="9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9" name="Freeform 760"/>
            <p:cNvSpPr/>
            <p:nvPr/>
          </p:nvSpPr>
          <p:spPr bwMode="auto">
            <a:xfrm>
              <a:off x="4719495" y="3389706"/>
              <a:ext cx="214937" cy="129401"/>
            </a:xfrm>
            <a:custGeom>
              <a:avLst/>
              <a:gdLst>
                <a:gd name="T0" fmla="*/ 2147483647 w 160"/>
                <a:gd name="T1" fmla="*/ 2147483647 h 96"/>
                <a:gd name="T2" fmla="*/ 2147483647 w 160"/>
                <a:gd name="T3" fmla="*/ 2147483647 h 96"/>
                <a:gd name="T4" fmla="*/ 2147483647 w 160"/>
                <a:gd name="T5" fmla="*/ 2147483647 h 96"/>
                <a:gd name="T6" fmla="*/ 2147483647 w 160"/>
                <a:gd name="T7" fmla="*/ 2147483647 h 96"/>
                <a:gd name="T8" fmla="*/ 0 w 160"/>
                <a:gd name="T9" fmla="*/ 2147483647 h 96"/>
                <a:gd name="T10" fmla="*/ 2147483647 w 160"/>
                <a:gd name="T11" fmla="*/ 2147483647 h 96"/>
                <a:gd name="T12" fmla="*/ 2147483647 w 160"/>
                <a:gd name="T13" fmla="*/ 2147483647 h 96"/>
                <a:gd name="T14" fmla="*/ 2147483647 w 160"/>
                <a:gd name="T15" fmla="*/ 2147483647 h 96"/>
                <a:gd name="T16" fmla="*/ 2147483647 w 160"/>
                <a:gd name="T17" fmla="*/ 2147483647 h 96"/>
                <a:gd name="T18" fmla="*/ 2147483647 w 160"/>
                <a:gd name="T19" fmla="*/ 2147483647 h 96"/>
                <a:gd name="T20" fmla="*/ 2147483647 w 160"/>
                <a:gd name="T21" fmla="*/ 2147483647 h 96"/>
                <a:gd name="T22" fmla="*/ 2147483647 w 160"/>
                <a:gd name="T23" fmla="*/ 2147483647 h 96"/>
                <a:gd name="T24" fmla="*/ 2147483647 w 160"/>
                <a:gd name="T25" fmla="*/ 2147483647 h 96"/>
                <a:gd name="T26" fmla="*/ 2147483647 w 160"/>
                <a:gd name="T27" fmla="*/ 2147483647 h 96"/>
                <a:gd name="T28" fmla="*/ 2147483647 w 160"/>
                <a:gd name="T29" fmla="*/ 2147483647 h 96"/>
                <a:gd name="T30" fmla="*/ 2147483647 w 160"/>
                <a:gd name="T31" fmla="*/ 2147483647 h 96"/>
                <a:gd name="T32" fmla="*/ 2147483647 w 160"/>
                <a:gd name="T33" fmla="*/ 2147483647 h 96"/>
                <a:gd name="T34" fmla="*/ 2147483647 w 160"/>
                <a:gd name="T35" fmla="*/ 2147483647 h 96"/>
                <a:gd name="T36" fmla="*/ 2147483647 w 160"/>
                <a:gd name="T37" fmla="*/ 2147483647 h 96"/>
                <a:gd name="T38" fmla="*/ 2147483647 w 160"/>
                <a:gd name="T39" fmla="*/ 0 h 96"/>
                <a:gd name="T40" fmla="*/ 2147483647 w 160"/>
                <a:gd name="T41" fmla="*/ 2147483647 h 96"/>
                <a:gd name="T42" fmla="*/ 2147483647 w 160"/>
                <a:gd name="T43" fmla="*/ 2147483647 h 9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60"/>
                <a:gd name="T67" fmla="*/ 0 h 96"/>
                <a:gd name="T68" fmla="*/ 160 w 160"/>
                <a:gd name="T69" fmla="*/ 96 h 9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60" h="96">
                  <a:moveTo>
                    <a:pt x="48" y="24"/>
                  </a:moveTo>
                  <a:lnTo>
                    <a:pt x="48" y="32"/>
                  </a:lnTo>
                  <a:lnTo>
                    <a:pt x="24" y="40"/>
                  </a:lnTo>
                  <a:lnTo>
                    <a:pt x="8" y="48"/>
                  </a:lnTo>
                  <a:lnTo>
                    <a:pt x="0" y="72"/>
                  </a:lnTo>
                  <a:lnTo>
                    <a:pt x="8" y="88"/>
                  </a:lnTo>
                  <a:lnTo>
                    <a:pt x="8" y="96"/>
                  </a:lnTo>
                  <a:lnTo>
                    <a:pt x="24" y="88"/>
                  </a:lnTo>
                  <a:lnTo>
                    <a:pt x="40" y="88"/>
                  </a:lnTo>
                  <a:lnTo>
                    <a:pt x="48" y="96"/>
                  </a:lnTo>
                  <a:lnTo>
                    <a:pt x="48" y="80"/>
                  </a:lnTo>
                  <a:lnTo>
                    <a:pt x="72" y="72"/>
                  </a:lnTo>
                  <a:lnTo>
                    <a:pt x="96" y="80"/>
                  </a:lnTo>
                  <a:lnTo>
                    <a:pt x="128" y="72"/>
                  </a:lnTo>
                  <a:lnTo>
                    <a:pt x="160" y="72"/>
                  </a:lnTo>
                  <a:lnTo>
                    <a:pt x="136" y="48"/>
                  </a:lnTo>
                  <a:lnTo>
                    <a:pt x="120" y="40"/>
                  </a:lnTo>
                  <a:lnTo>
                    <a:pt x="112" y="16"/>
                  </a:lnTo>
                  <a:lnTo>
                    <a:pt x="104" y="0"/>
                  </a:lnTo>
                  <a:lnTo>
                    <a:pt x="72" y="24"/>
                  </a:lnTo>
                  <a:lnTo>
                    <a:pt x="48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0" name="Freeform 761"/>
            <p:cNvSpPr/>
            <p:nvPr/>
          </p:nvSpPr>
          <p:spPr bwMode="auto">
            <a:xfrm>
              <a:off x="4654795" y="3508141"/>
              <a:ext cx="129401" cy="161203"/>
            </a:xfrm>
            <a:custGeom>
              <a:avLst/>
              <a:gdLst>
                <a:gd name="T0" fmla="*/ 2147483647 w 96"/>
                <a:gd name="T1" fmla="*/ 2147483647 h 120"/>
                <a:gd name="T2" fmla="*/ 2147483647 w 96"/>
                <a:gd name="T3" fmla="*/ 2147483647 h 120"/>
                <a:gd name="T4" fmla="*/ 2147483647 w 96"/>
                <a:gd name="T5" fmla="*/ 2147483647 h 120"/>
                <a:gd name="T6" fmla="*/ 2147483647 w 96"/>
                <a:gd name="T7" fmla="*/ 2147483647 h 120"/>
                <a:gd name="T8" fmla="*/ 2147483647 w 96"/>
                <a:gd name="T9" fmla="*/ 2147483647 h 120"/>
                <a:gd name="T10" fmla="*/ 2147483647 w 96"/>
                <a:gd name="T11" fmla="*/ 0 h 120"/>
                <a:gd name="T12" fmla="*/ 2147483647 w 96"/>
                <a:gd name="T13" fmla="*/ 0 h 120"/>
                <a:gd name="T14" fmla="*/ 2147483647 w 96"/>
                <a:gd name="T15" fmla="*/ 2147483647 h 120"/>
                <a:gd name="T16" fmla="*/ 2147483647 w 96"/>
                <a:gd name="T17" fmla="*/ 2147483647 h 120"/>
                <a:gd name="T18" fmla="*/ 2147483647 w 96"/>
                <a:gd name="T19" fmla="*/ 2147483647 h 120"/>
                <a:gd name="T20" fmla="*/ 2147483647 w 96"/>
                <a:gd name="T21" fmla="*/ 2147483647 h 120"/>
                <a:gd name="T22" fmla="*/ 2147483647 w 96"/>
                <a:gd name="T23" fmla="*/ 2147483647 h 120"/>
                <a:gd name="T24" fmla="*/ 2147483647 w 96"/>
                <a:gd name="T25" fmla="*/ 2147483647 h 120"/>
                <a:gd name="T26" fmla="*/ 2147483647 w 96"/>
                <a:gd name="T27" fmla="*/ 2147483647 h 120"/>
                <a:gd name="T28" fmla="*/ 2147483647 w 96"/>
                <a:gd name="T29" fmla="*/ 2147483647 h 120"/>
                <a:gd name="T30" fmla="*/ 2147483647 w 96"/>
                <a:gd name="T31" fmla="*/ 2147483647 h 120"/>
                <a:gd name="T32" fmla="*/ 2147483647 w 96"/>
                <a:gd name="T33" fmla="*/ 2147483647 h 120"/>
                <a:gd name="T34" fmla="*/ 0 w 96"/>
                <a:gd name="T35" fmla="*/ 2147483647 h 120"/>
                <a:gd name="T36" fmla="*/ 2147483647 w 96"/>
                <a:gd name="T37" fmla="*/ 2147483647 h 120"/>
                <a:gd name="T38" fmla="*/ 2147483647 w 96"/>
                <a:gd name="T39" fmla="*/ 2147483647 h 120"/>
                <a:gd name="T40" fmla="*/ 2147483647 w 96"/>
                <a:gd name="T41" fmla="*/ 2147483647 h 120"/>
                <a:gd name="T42" fmla="*/ 2147483647 w 96"/>
                <a:gd name="T43" fmla="*/ 2147483647 h 1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96"/>
                <a:gd name="T67" fmla="*/ 0 h 120"/>
                <a:gd name="T68" fmla="*/ 96 w 96"/>
                <a:gd name="T69" fmla="*/ 120 h 12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96" h="120">
                  <a:moveTo>
                    <a:pt x="40" y="112"/>
                  </a:moveTo>
                  <a:lnTo>
                    <a:pt x="56" y="96"/>
                  </a:lnTo>
                  <a:lnTo>
                    <a:pt x="72" y="64"/>
                  </a:lnTo>
                  <a:lnTo>
                    <a:pt x="88" y="56"/>
                  </a:lnTo>
                  <a:lnTo>
                    <a:pt x="96" y="8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56" y="8"/>
                  </a:lnTo>
                  <a:lnTo>
                    <a:pt x="48" y="16"/>
                  </a:lnTo>
                  <a:lnTo>
                    <a:pt x="40" y="24"/>
                  </a:lnTo>
                  <a:lnTo>
                    <a:pt x="32" y="24"/>
                  </a:lnTo>
                  <a:lnTo>
                    <a:pt x="32" y="32"/>
                  </a:lnTo>
                  <a:lnTo>
                    <a:pt x="40" y="40"/>
                  </a:lnTo>
                  <a:lnTo>
                    <a:pt x="32" y="56"/>
                  </a:lnTo>
                  <a:lnTo>
                    <a:pt x="32" y="80"/>
                  </a:lnTo>
                  <a:lnTo>
                    <a:pt x="16" y="80"/>
                  </a:lnTo>
                  <a:lnTo>
                    <a:pt x="8" y="88"/>
                  </a:lnTo>
                  <a:lnTo>
                    <a:pt x="0" y="96"/>
                  </a:lnTo>
                  <a:lnTo>
                    <a:pt x="8" y="104"/>
                  </a:lnTo>
                  <a:lnTo>
                    <a:pt x="16" y="120"/>
                  </a:lnTo>
                  <a:lnTo>
                    <a:pt x="24" y="112"/>
                  </a:lnTo>
                  <a:lnTo>
                    <a:pt x="40" y="11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1" name="Freeform 762"/>
            <p:cNvSpPr/>
            <p:nvPr/>
          </p:nvSpPr>
          <p:spPr bwMode="auto">
            <a:xfrm>
              <a:off x="4622993" y="3539943"/>
              <a:ext cx="85536" cy="96502"/>
            </a:xfrm>
            <a:custGeom>
              <a:avLst/>
              <a:gdLst>
                <a:gd name="T0" fmla="*/ 2147483647 w 64"/>
                <a:gd name="T1" fmla="*/ 2147483647 h 72"/>
                <a:gd name="T2" fmla="*/ 2147483647 w 64"/>
                <a:gd name="T3" fmla="*/ 2147483647 h 72"/>
                <a:gd name="T4" fmla="*/ 2147483647 w 64"/>
                <a:gd name="T5" fmla="*/ 2147483647 h 72"/>
                <a:gd name="T6" fmla="*/ 2147483647 w 64"/>
                <a:gd name="T7" fmla="*/ 2147483647 h 72"/>
                <a:gd name="T8" fmla="*/ 2147483647 w 64"/>
                <a:gd name="T9" fmla="*/ 2147483647 h 72"/>
                <a:gd name="T10" fmla="*/ 2147483647 w 64"/>
                <a:gd name="T11" fmla="*/ 0 h 72"/>
                <a:gd name="T12" fmla="*/ 2147483647 w 64"/>
                <a:gd name="T13" fmla="*/ 0 h 72"/>
                <a:gd name="T14" fmla="*/ 0 w 64"/>
                <a:gd name="T15" fmla="*/ 0 h 72"/>
                <a:gd name="T16" fmla="*/ 0 w 64"/>
                <a:gd name="T17" fmla="*/ 2147483647 h 72"/>
                <a:gd name="T18" fmla="*/ 0 w 64"/>
                <a:gd name="T19" fmla="*/ 2147483647 h 72"/>
                <a:gd name="T20" fmla="*/ 2147483647 w 64"/>
                <a:gd name="T21" fmla="*/ 2147483647 h 72"/>
                <a:gd name="T22" fmla="*/ 2147483647 w 64"/>
                <a:gd name="T23" fmla="*/ 2147483647 h 72"/>
                <a:gd name="T24" fmla="*/ 2147483647 w 64"/>
                <a:gd name="T25" fmla="*/ 2147483647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72"/>
                <a:gd name="T41" fmla="*/ 64 w 64"/>
                <a:gd name="T42" fmla="*/ 72 h 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72">
                  <a:moveTo>
                    <a:pt x="40" y="56"/>
                  </a:moveTo>
                  <a:lnTo>
                    <a:pt x="56" y="56"/>
                  </a:lnTo>
                  <a:lnTo>
                    <a:pt x="56" y="32"/>
                  </a:lnTo>
                  <a:lnTo>
                    <a:pt x="64" y="16"/>
                  </a:lnTo>
                  <a:lnTo>
                    <a:pt x="56" y="8"/>
                  </a:lnTo>
                  <a:lnTo>
                    <a:pt x="56" y="0"/>
                  </a:lnTo>
                  <a:lnTo>
                    <a:pt x="32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0" y="40"/>
                  </a:lnTo>
                  <a:lnTo>
                    <a:pt x="24" y="72"/>
                  </a:lnTo>
                  <a:lnTo>
                    <a:pt x="32" y="64"/>
                  </a:lnTo>
                  <a:lnTo>
                    <a:pt x="40" y="5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2" name="Freeform 763"/>
            <p:cNvSpPr/>
            <p:nvPr/>
          </p:nvSpPr>
          <p:spPr bwMode="auto">
            <a:xfrm>
              <a:off x="4602157" y="3367774"/>
              <a:ext cx="128304" cy="172169"/>
            </a:xfrm>
            <a:custGeom>
              <a:avLst/>
              <a:gdLst>
                <a:gd name="T0" fmla="*/ 2147483647 w 96"/>
                <a:gd name="T1" fmla="*/ 2147483647 h 128"/>
                <a:gd name="T2" fmla="*/ 2147483647 w 96"/>
                <a:gd name="T3" fmla="*/ 2147483647 h 128"/>
                <a:gd name="T4" fmla="*/ 2147483647 w 96"/>
                <a:gd name="T5" fmla="*/ 2147483647 h 128"/>
                <a:gd name="T6" fmla="*/ 2147483647 w 96"/>
                <a:gd name="T7" fmla="*/ 2147483647 h 128"/>
                <a:gd name="T8" fmla="*/ 2147483647 w 96"/>
                <a:gd name="T9" fmla="*/ 2147483647 h 128"/>
                <a:gd name="T10" fmla="*/ 2147483647 w 96"/>
                <a:gd name="T11" fmla="*/ 2147483647 h 128"/>
                <a:gd name="T12" fmla="*/ 2147483647 w 96"/>
                <a:gd name="T13" fmla="*/ 2147483647 h 128"/>
                <a:gd name="T14" fmla="*/ 2147483647 w 96"/>
                <a:gd name="T15" fmla="*/ 2147483647 h 128"/>
                <a:gd name="T16" fmla="*/ 2147483647 w 96"/>
                <a:gd name="T17" fmla="*/ 0 h 128"/>
                <a:gd name="T18" fmla="*/ 2147483647 w 96"/>
                <a:gd name="T19" fmla="*/ 0 h 128"/>
                <a:gd name="T20" fmla="*/ 2147483647 w 96"/>
                <a:gd name="T21" fmla="*/ 2147483647 h 128"/>
                <a:gd name="T22" fmla="*/ 2147483647 w 96"/>
                <a:gd name="T23" fmla="*/ 2147483647 h 128"/>
                <a:gd name="T24" fmla="*/ 2147483647 w 96"/>
                <a:gd name="T25" fmla="*/ 2147483647 h 128"/>
                <a:gd name="T26" fmla="*/ 2147483647 w 96"/>
                <a:gd name="T27" fmla="*/ 2147483647 h 128"/>
                <a:gd name="T28" fmla="*/ 2147483647 w 96"/>
                <a:gd name="T29" fmla="*/ 2147483647 h 128"/>
                <a:gd name="T30" fmla="*/ 0 w 96"/>
                <a:gd name="T31" fmla="*/ 2147483647 h 128"/>
                <a:gd name="T32" fmla="*/ 2147483647 w 96"/>
                <a:gd name="T33" fmla="*/ 2147483647 h 128"/>
                <a:gd name="T34" fmla="*/ 2147483647 w 96"/>
                <a:gd name="T35" fmla="*/ 2147483647 h 128"/>
                <a:gd name="T36" fmla="*/ 2147483647 w 96"/>
                <a:gd name="T37" fmla="*/ 2147483647 h 128"/>
                <a:gd name="T38" fmla="*/ 2147483647 w 96"/>
                <a:gd name="T39" fmla="*/ 2147483647 h 128"/>
                <a:gd name="T40" fmla="*/ 2147483647 w 96"/>
                <a:gd name="T41" fmla="*/ 2147483647 h 12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6"/>
                <a:gd name="T64" fmla="*/ 0 h 128"/>
                <a:gd name="T65" fmla="*/ 96 w 96"/>
                <a:gd name="T66" fmla="*/ 128 h 12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6" h="128">
                  <a:moveTo>
                    <a:pt x="96" y="112"/>
                  </a:moveTo>
                  <a:lnTo>
                    <a:pt x="96" y="104"/>
                  </a:lnTo>
                  <a:lnTo>
                    <a:pt x="88" y="88"/>
                  </a:lnTo>
                  <a:lnTo>
                    <a:pt x="96" y="64"/>
                  </a:lnTo>
                  <a:lnTo>
                    <a:pt x="88" y="64"/>
                  </a:lnTo>
                  <a:lnTo>
                    <a:pt x="80" y="40"/>
                  </a:lnTo>
                  <a:lnTo>
                    <a:pt x="80" y="32"/>
                  </a:lnTo>
                  <a:lnTo>
                    <a:pt x="96" y="24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72" y="16"/>
                  </a:lnTo>
                  <a:lnTo>
                    <a:pt x="56" y="48"/>
                  </a:lnTo>
                  <a:lnTo>
                    <a:pt x="40" y="72"/>
                  </a:lnTo>
                  <a:lnTo>
                    <a:pt x="16" y="64"/>
                  </a:lnTo>
                  <a:lnTo>
                    <a:pt x="8" y="80"/>
                  </a:lnTo>
                  <a:lnTo>
                    <a:pt x="0" y="104"/>
                  </a:lnTo>
                  <a:lnTo>
                    <a:pt x="16" y="104"/>
                  </a:lnTo>
                  <a:lnTo>
                    <a:pt x="16" y="128"/>
                  </a:lnTo>
                  <a:lnTo>
                    <a:pt x="48" y="128"/>
                  </a:lnTo>
                  <a:lnTo>
                    <a:pt x="72" y="128"/>
                  </a:lnTo>
                  <a:lnTo>
                    <a:pt x="96" y="11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3" name="Freeform 764"/>
            <p:cNvSpPr/>
            <p:nvPr/>
          </p:nvSpPr>
          <p:spPr bwMode="auto">
            <a:xfrm>
              <a:off x="4622993" y="3539943"/>
              <a:ext cx="85536" cy="96502"/>
            </a:xfrm>
            <a:custGeom>
              <a:avLst/>
              <a:gdLst>
                <a:gd name="T0" fmla="*/ 2147483647 w 64"/>
                <a:gd name="T1" fmla="*/ 2147483647 h 72"/>
                <a:gd name="T2" fmla="*/ 2147483647 w 64"/>
                <a:gd name="T3" fmla="*/ 2147483647 h 72"/>
                <a:gd name="T4" fmla="*/ 2147483647 w 64"/>
                <a:gd name="T5" fmla="*/ 2147483647 h 72"/>
                <a:gd name="T6" fmla="*/ 2147483647 w 64"/>
                <a:gd name="T7" fmla="*/ 2147483647 h 72"/>
                <a:gd name="T8" fmla="*/ 2147483647 w 64"/>
                <a:gd name="T9" fmla="*/ 2147483647 h 72"/>
                <a:gd name="T10" fmla="*/ 2147483647 w 64"/>
                <a:gd name="T11" fmla="*/ 0 h 72"/>
                <a:gd name="T12" fmla="*/ 2147483647 w 64"/>
                <a:gd name="T13" fmla="*/ 0 h 72"/>
                <a:gd name="T14" fmla="*/ 0 w 64"/>
                <a:gd name="T15" fmla="*/ 0 h 72"/>
                <a:gd name="T16" fmla="*/ 0 w 64"/>
                <a:gd name="T17" fmla="*/ 2147483647 h 72"/>
                <a:gd name="T18" fmla="*/ 0 w 64"/>
                <a:gd name="T19" fmla="*/ 2147483647 h 72"/>
                <a:gd name="T20" fmla="*/ 2147483647 w 64"/>
                <a:gd name="T21" fmla="*/ 2147483647 h 72"/>
                <a:gd name="T22" fmla="*/ 2147483647 w 64"/>
                <a:gd name="T23" fmla="*/ 2147483647 h 72"/>
                <a:gd name="T24" fmla="*/ 2147483647 w 64"/>
                <a:gd name="T25" fmla="*/ 2147483647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72"/>
                <a:gd name="T41" fmla="*/ 64 w 64"/>
                <a:gd name="T42" fmla="*/ 72 h 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72">
                  <a:moveTo>
                    <a:pt x="40" y="56"/>
                  </a:moveTo>
                  <a:lnTo>
                    <a:pt x="56" y="56"/>
                  </a:lnTo>
                  <a:lnTo>
                    <a:pt x="56" y="32"/>
                  </a:lnTo>
                  <a:lnTo>
                    <a:pt x="64" y="16"/>
                  </a:lnTo>
                  <a:lnTo>
                    <a:pt x="56" y="8"/>
                  </a:lnTo>
                  <a:lnTo>
                    <a:pt x="56" y="0"/>
                  </a:lnTo>
                  <a:lnTo>
                    <a:pt x="32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0" y="40"/>
                  </a:lnTo>
                  <a:lnTo>
                    <a:pt x="24" y="72"/>
                  </a:lnTo>
                  <a:lnTo>
                    <a:pt x="32" y="64"/>
                  </a:lnTo>
                  <a:lnTo>
                    <a:pt x="40" y="5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4" name="Freeform 765"/>
            <p:cNvSpPr/>
            <p:nvPr/>
          </p:nvSpPr>
          <p:spPr bwMode="auto">
            <a:xfrm>
              <a:off x="4602157" y="3367774"/>
              <a:ext cx="128304" cy="172169"/>
            </a:xfrm>
            <a:custGeom>
              <a:avLst/>
              <a:gdLst>
                <a:gd name="T0" fmla="*/ 2147483647 w 96"/>
                <a:gd name="T1" fmla="*/ 2147483647 h 128"/>
                <a:gd name="T2" fmla="*/ 2147483647 w 96"/>
                <a:gd name="T3" fmla="*/ 2147483647 h 128"/>
                <a:gd name="T4" fmla="*/ 2147483647 w 96"/>
                <a:gd name="T5" fmla="*/ 2147483647 h 128"/>
                <a:gd name="T6" fmla="*/ 2147483647 w 96"/>
                <a:gd name="T7" fmla="*/ 2147483647 h 128"/>
                <a:gd name="T8" fmla="*/ 2147483647 w 96"/>
                <a:gd name="T9" fmla="*/ 2147483647 h 128"/>
                <a:gd name="T10" fmla="*/ 2147483647 w 96"/>
                <a:gd name="T11" fmla="*/ 2147483647 h 128"/>
                <a:gd name="T12" fmla="*/ 2147483647 w 96"/>
                <a:gd name="T13" fmla="*/ 2147483647 h 128"/>
                <a:gd name="T14" fmla="*/ 2147483647 w 96"/>
                <a:gd name="T15" fmla="*/ 2147483647 h 128"/>
                <a:gd name="T16" fmla="*/ 2147483647 w 96"/>
                <a:gd name="T17" fmla="*/ 0 h 128"/>
                <a:gd name="T18" fmla="*/ 2147483647 w 96"/>
                <a:gd name="T19" fmla="*/ 0 h 128"/>
                <a:gd name="T20" fmla="*/ 2147483647 w 96"/>
                <a:gd name="T21" fmla="*/ 0 h 128"/>
                <a:gd name="T22" fmla="*/ 2147483647 w 96"/>
                <a:gd name="T23" fmla="*/ 2147483647 h 128"/>
                <a:gd name="T24" fmla="*/ 2147483647 w 96"/>
                <a:gd name="T25" fmla="*/ 2147483647 h 128"/>
                <a:gd name="T26" fmla="*/ 2147483647 w 96"/>
                <a:gd name="T27" fmla="*/ 2147483647 h 128"/>
                <a:gd name="T28" fmla="*/ 2147483647 w 96"/>
                <a:gd name="T29" fmla="*/ 2147483647 h 128"/>
                <a:gd name="T30" fmla="*/ 2147483647 w 96"/>
                <a:gd name="T31" fmla="*/ 2147483647 h 128"/>
                <a:gd name="T32" fmla="*/ 0 w 96"/>
                <a:gd name="T33" fmla="*/ 2147483647 h 128"/>
                <a:gd name="T34" fmla="*/ 2147483647 w 96"/>
                <a:gd name="T35" fmla="*/ 2147483647 h 128"/>
                <a:gd name="T36" fmla="*/ 2147483647 w 96"/>
                <a:gd name="T37" fmla="*/ 2147483647 h 128"/>
                <a:gd name="T38" fmla="*/ 2147483647 w 96"/>
                <a:gd name="T39" fmla="*/ 2147483647 h 128"/>
                <a:gd name="T40" fmla="*/ 2147483647 w 96"/>
                <a:gd name="T41" fmla="*/ 2147483647 h 12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6"/>
                <a:gd name="T64" fmla="*/ 0 h 128"/>
                <a:gd name="T65" fmla="*/ 96 w 96"/>
                <a:gd name="T66" fmla="*/ 128 h 12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6" h="128">
                  <a:moveTo>
                    <a:pt x="96" y="112"/>
                  </a:moveTo>
                  <a:lnTo>
                    <a:pt x="96" y="104"/>
                  </a:lnTo>
                  <a:lnTo>
                    <a:pt x="88" y="88"/>
                  </a:lnTo>
                  <a:lnTo>
                    <a:pt x="96" y="64"/>
                  </a:lnTo>
                  <a:lnTo>
                    <a:pt x="88" y="64"/>
                  </a:lnTo>
                  <a:lnTo>
                    <a:pt x="80" y="40"/>
                  </a:lnTo>
                  <a:lnTo>
                    <a:pt x="80" y="32"/>
                  </a:lnTo>
                  <a:lnTo>
                    <a:pt x="96" y="24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72" y="16"/>
                  </a:lnTo>
                  <a:lnTo>
                    <a:pt x="56" y="48"/>
                  </a:lnTo>
                  <a:lnTo>
                    <a:pt x="40" y="72"/>
                  </a:lnTo>
                  <a:lnTo>
                    <a:pt x="16" y="64"/>
                  </a:lnTo>
                  <a:lnTo>
                    <a:pt x="8" y="80"/>
                  </a:lnTo>
                  <a:lnTo>
                    <a:pt x="0" y="104"/>
                  </a:lnTo>
                  <a:lnTo>
                    <a:pt x="16" y="104"/>
                  </a:lnTo>
                  <a:lnTo>
                    <a:pt x="16" y="128"/>
                  </a:lnTo>
                  <a:lnTo>
                    <a:pt x="48" y="128"/>
                  </a:lnTo>
                  <a:lnTo>
                    <a:pt x="72" y="128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5" name="Freeform 766"/>
            <p:cNvSpPr/>
            <p:nvPr/>
          </p:nvSpPr>
          <p:spPr bwMode="auto">
            <a:xfrm>
              <a:off x="4602157" y="3367774"/>
              <a:ext cx="128304" cy="172169"/>
            </a:xfrm>
            <a:custGeom>
              <a:avLst/>
              <a:gdLst>
                <a:gd name="T0" fmla="*/ 2147483647 w 96"/>
                <a:gd name="T1" fmla="*/ 2147483647 h 128"/>
                <a:gd name="T2" fmla="*/ 2147483647 w 96"/>
                <a:gd name="T3" fmla="*/ 2147483647 h 128"/>
                <a:gd name="T4" fmla="*/ 2147483647 w 96"/>
                <a:gd name="T5" fmla="*/ 2147483647 h 128"/>
                <a:gd name="T6" fmla="*/ 2147483647 w 96"/>
                <a:gd name="T7" fmla="*/ 2147483647 h 128"/>
                <a:gd name="T8" fmla="*/ 2147483647 w 96"/>
                <a:gd name="T9" fmla="*/ 2147483647 h 128"/>
                <a:gd name="T10" fmla="*/ 2147483647 w 96"/>
                <a:gd name="T11" fmla="*/ 2147483647 h 128"/>
                <a:gd name="T12" fmla="*/ 2147483647 w 96"/>
                <a:gd name="T13" fmla="*/ 2147483647 h 128"/>
                <a:gd name="T14" fmla="*/ 2147483647 w 96"/>
                <a:gd name="T15" fmla="*/ 2147483647 h 128"/>
                <a:gd name="T16" fmla="*/ 2147483647 w 96"/>
                <a:gd name="T17" fmla="*/ 0 h 128"/>
                <a:gd name="T18" fmla="*/ 2147483647 w 96"/>
                <a:gd name="T19" fmla="*/ 0 h 128"/>
                <a:gd name="T20" fmla="*/ 2147483647 w 96"/>
                <a:gd name="T21" fmla="*/ 0 h 128"/>
                <a:gd name="T22" fmla="*/ 2147483647 w 96"/>
                <a:gd name="T23" fmla="*/ 2147483647 h 128"/>
                <a:gd name="T24" fmla="*/ 2147483647 w 96"/>
                <a:gd name="T25" fmla="*/ 2147483647 h 128"/>
                <a:gd name="T26" fmla="*/ 2147483647 w 96"/>
                <a:gd name="T27" fmla="*/ 2147483647 h 128"/>
                <a:gd name="T28" fmla="*/ 2147483647 w 96"/>
                <a:gd name="T29" fmla="*/ 2147483647 h 128"/>
                <a:gd name="T30" fmla="*/ 2147483647 w 96"/>
                <a:gd name="T31" fmla="*/ 2147483647 h 128"/>
                <a:gd name="T32" fmla="*/ 0 w 96"/>
                <a:gd name="T33" fmla="*/ 2147483647 h 128"/>
                <a:gd name="T34" fmla="*/ 2147483647 w 96"/>
                <a:gd name="T35" fmla="*/ 2147483647 h 128"/>
                <a:gd name="T36" fmla="*/ 2147483647 w 96"/>
                <a:gd name="T37" fmla="*/ 2147483647 h 128"/>
                <a:gd name="T38" fmla="*/ 2147483647 w 96"/>
                <a:gd name="T39" fmla="*/ 2147483647 h 128"/>
                <a:gd name="T40" fmla="*/ 2147483647 w 96"/>
                <a:gd name="T41" fmla="*/ 2147483647 h 12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6"/>
                <a:gd name="T64" fmla="*/ 0 h 128"/>
                <a:gd name="T65" fmla="*/ 96 w 96"/>
                <a:gd name="T66" fmla="*/ 128 h 12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6" h="128">
                  <a:moveTo>
                    <a:pt x="96" y="112"/>
                  </a:moveTo>
                  <a:lnTo>
                    <a:pt x="96" y="104"/>
                  </a:lnTo>
                  <a:lnTo>
                    <a:pt x="88" y="88"/>
                  </a:lnTo>
                  <a:lnTo>
                    <a:pt x="96" y="64"/>
                  </a:lnTo>
                  <a:lnTo>
                    <a:pt x="88" y="64"/>
                  </a:lnTo>
                  <a:lnTo>
                    <a:pt x="80" y="40"/>
                  </a:lnTo>
                  <a:lnTo>
                    <a:pt x="80" y="32"/>
                  </a:lnTo>
                  <a:lnTo>
                    <a:pt x="96" y="24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72" y="16"/>
                  </a:lnTo>
                  <a:lnTo>
                    <a:pt x="56" y="48"/>
                  </a:lnTo>
                  <a:lnTo>
                    <a:pt x="40" y="72"/>
                  </a:lnTo>
                  <a:lnTo>
                    <a:pt x="16" y="64"/>
                  </a:lnTo>
                  <a:lnTo>
                    <a:pt x="8" y="80"/>
                  </a:lnTo>
                  <a:lnTo>
                    <a:pt x="0" y="104"/>
                  </a:lnTo>
                  <a:lnTo>
                    <a:pt x="16" y="104"/>
                  </a:lnTo>
                  <a:lnTo>
                    <a:pt x="16" y="128"/>
                  </a:lnTo>
                  <a:lnTo>
                    <a:pt x="48" y="128"/>
                  </a:lnTo>
                  <a:lnTo>
                    <a:pt x="72" y="128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6" name="Freeform 767"/>
            <p:cNvSpPr/>
            <p:nvPr/>
          </p:nvSpPr>
          <p:spPr bwMode="auto">
            <a:xfrm>
              <a:off x="4482626" y="3357905"/>
              <a:ext cx="42768" cy="107468"/>
            </a:xfrm>
            <a:custGeom>
              <a:avLst/>
              <a:gdLst>
                <a:gd name="T0" fmla="*/ 2147483647 w 32"/>
                <a:gd name="T1" fmla="*/ 2147483647 h 80"/>
                <a:gd name="T2" fmla="*/ 2147483647 w 32"/>
                <a:gd name="T3" fmla="*/ 2147483647 h 80"/>
                <a:gd name="T4" fmla="*/ 2147483647 w 32"/>
                <a:gd name="T5" fmla="*/ 2147483647 h 80"/>
                <a:gd name="T6" fmla="*/ 2147483647 w 32"/>
                <a:gd name="T7" fmla="*/ 0 h 80"/>
                <a:gd name="T8" fmla="*/ 2147483647 w 32"/>
                <a:gd name="T9" fmla="*/ 2147483647 h 80"/>
                <a:gd name="T10" fmla="*/ 2147483647 w 32"/>
                <a:gd name="T11" fmla="*/ 2147483647 h 80"/>
                <a:gd name="T12" fmla="*/ 0 w 32"/>
                <a:gd name="T13" fmla="*/ 2147483647 h 80"/>
                <a:gd name="T14" fmla="*/ 0 w 32"/>
                <a:gd name="T15" fmla="*/ 2147483647 h 80"/>
                <a:gd name="T16" fmla="*/ 2147483647 w 32"/>
                <a:gd name="T17" fmla="*/ 2147483647 h 80"/>
                <a:gd name="T18" fmla="*/ 2147483647 w 32"/>
                <a:gd name="T19" fmla="*/ 2147483647 h 80"/>
                <a:gd name="T20" fmla="*/ 2147483647 w 32"/>
                <a:gd name="T21" fmla="*/ 2147483647 h 80"/>
                <a:gd name="T22" fmla="*/ 2147483647 w 32"/>
                <a:gd name="T23" fmla="*/ 2147483647 h 80"/>
                <a:gd name="T24" fmla="*/ 2147483647 w 32"/>
                <a:gd name="T25" fmla="*/ 2147483647 h 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2"/>
                <a:gd name="T40" fmla="*/ 0 h 80"/>
                <a:gd name="T41" fmla="*/ 32 w 32"/>
                <a:gd name="T42" fmla="*/ 80 h 8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2" h="80">
                  <a:moveTo>
                    <a:pt x="32" y="32"/>
                  </a:moveTo>
                  <a:lnTo>
                    <a:pt x="32" y="16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8" y="64"/>
                  </a:lnTo>
                  <a:lnTo>
                    <a:pt x="16" y="80"/>
                  </a:lnTo>
                  <a:lnTo>
                    <a:pt x="24" y="80"/>
                  </a:lnTo>
                  <a:lnTo>
                    <a:pt x="24" y="64"/>
                  </a:lnTo>
                  <a:lnTo>
                    <a:pt x="32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7" name="Freeform 768"/>
            <p:cNvSpPr/>
            <p:nvPr/>
          </p:nvSpPr>
          <p:spPr bwMode="auto">
            <a:xfrm>
              <a:off x="4471660" y="3389706"/>
              <a:ext cx="31802" cy="85536"/>
            </a:xfrm>
            <a:custGeom>
              <a:avLst/>
              <a:gdLst>
                <a:gd name="T0" fmla="*/ 2147483647 w 24"/>
                <a:gd name="T1" fmla="*/ 2147483647 h 64"/>
                <a:gd name="T2" fmla="*/ 2147483647 w 24"/>
                <a:gd name="T3" fmla="*/ 0 h 64"/>
                <a:gd name="T4" fmla="*/ 0 w 24"/>
                <a:gd name="T5" fmla="*/ 0 h 64"/>
                <a:gd name="T6" fmla="*/ 0 w 24"/>
                <a:gd name="T7" fmla="*/ 2147483647 h 64"/>
                <a:gd name="T8" fmla="*/ 0 w 24"/>
                <a:gd name="T9" fmla="*/ 2147483647 h 64"/>
                <a:gd name="T10" fmla="*/ 2147483647 w 24"/>
                <a:gd name="T11" fmla="*/ 2147483647 h 64"/>
                <a:gd name="T12" fmla="*/ 2147483647 w 24"/>
                <a:gd name="T13" fmla="*/ 2147483647 h 64"/>
                <a:gd name="T14" fmla="*/ 2147483647 w 24"/>
                <a:gd name="T15" fmla="*/ 2147483647 h 64"/>
                <a:gd name="T16" fmla="*/ 2147483647 w 24"/>
                <a:gd name="T17" fmla="*/ 2147483647 h 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4"/>
                <a:gd name="T28" fmla="*/ 0 h 64"/>
                <a:gd name="T29" fmla="*/ 24 w 24"/>
                <a:gd name="T30" fmla="*/ 64 h 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4" h="64">
                  <a:moveTo>
                    <a:pt x="8" y="8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0" y="24"/>
                  </a:lnTo>
                  <a:lnTo>
                    <a:pt x="8" y="64"/>
                  </a:lnTo>
                  <a:lnTo>
                    <a:pt x="24" y="56"/>
                  </a:lnTo>
                  <a:lnTo>
                    <a:pt x="16" y="40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8" name="Freeform 769"/>
            <p:cNvSpPr/>
            <p:nvPr/>
          </p:nvSpPr>
          <p:spPr bwMode="auto">
            <a:xfrm>
              <a:off x="4482626" y="3357905"/>
              <a:ext cx="42768" cy="107468"/>
            </a:xfrm>
            <a:custGeom>
              <a:avLst/>
              <a:gdLst>
                <a:gd name="T0" fmla="*/ 2147483647 w 32"/>
                <a:gd name="T1" fmla="*/ 2147483647 h 80"/>
                <a:gd name="T2" fmla="*/ 2147483647 w 32"/>
                <a:gd name="T3" fmla="*/ 2147483647 h 80"/>
                <a:gd name="T4" fmla="*/ 2147483647 w 32"/>
                <a:gd name="T5" fmla="*/ 2147483647 h 80"/>
                <a:gd name="T6" fmla="*/ 2147483647 w 32"/>
                <a:gd name="T7" fmla="*/ 2147483647 h 80"/>
                <a:gd name="T8" fmla="*/ 2147483647 w 32"/>
                <a:gd name="T9" fmla="*/ 0 h 80"/>
                <a:gd name="T10" fmla="*/ 2147483647 w 32"/>
                <a:gd name="T11" fmla="*/ 2147483647 h 80"/>
                <a:gd name="T12" fmla="*/ 2147483647 w 32"/>
                <a:gd name="T13" fmla="*/ 2147483647 h 80"/>
                <a:gd name="T14" fmla="*/ 0 w 32"/>
                <a:gd name="T15" fmla="*/ 2147483647 h 80"/>
                <a:gd name="T16" fmla="*/ 0 w 32"/>
                <a:gd name="T17" fmla="*/ 2147483647 h 80"/>
                <a:gd name="T18" fmla="*/ 2147483647 w 32"/>
                <a:gd name="T19" fmla="*/ 2147483647 h 80"/>
                <a:gd name="T20" fmla="*/ 2147483647 w 32"/>
                <a:gd name="T21" fmla="*/ 2147483647 h 80"/>
                <a:gd name="T22" fmla="*/ 2147483647 w 32"/>
                <a:gd name="T23" fmla="*/ 2147483647 h 80"/>
                <a:gd name="T24" fmla="*/ 2147483647 w 32"/>
                <a:gd name="T25" fmla="*/ 2147483647 h 80"/>
                <a:gd name="T26" fmla="*/ 2147483647 w 32"/>
                <a:gd name="T27" fmla="*/ 2147483647 h 80"/>
                <a:gd name="T28" fmla="*/ 2147483647 w 32"/>
                <a:gd name="T29" fmla="*/ 2147483647 h 8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2"/>
                <a:gd name="T46" fmla="*/ 0 h 80"/>
                <a:gd name="T47" fmla="*/ 32 w 32"/>
                <a:gd name="T48" fmla="*/ 80 h 8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2" h="80">
                  <a:moveTo>
                    <a:pt x="32" y="32"/>
                  </a:moveTo>
                  <a:lnTo>
                    <a:pt x="32" y="16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8" y="64"/>
                  </a:lnTo>
                  <a:lnTo>
                    <a:pt x="16" y="80"/>
                  </a:lnTo>
                  <a:lnTo>
                    <a:pt x="24" y="80"/>
                  </a:lnTo>
                  <a:lnTo>
                    <a:pt x="24" y="64"/>
                  </a:lnTo>
                  <a:lnTo>
                    <a:pt x="32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9" name="Freeform 770"/>
            <p:cNvSpPr/>
            <p:nvPr/>
          </p:nvSpPr>
          <p:spPr bwMode="auto">
            <a:xfrm>
              <a:off x="4471660" y="3389706"/>
              <a:ext cx="31802" cy="85536"/>
            </a:xfrm>
            <a:custGeom>
              <a:avLst/>
              <a:gdLst>
                <a:gd name="T0" fmla="*/ 2147483647 w 24"/>
                <a:gd name="T1" fmla="*/ 2147483647 h 64"/>
                <a:gd name="T2" fmla="*/ 2147483647 w 24"/>
                <a:gd name="T3" fmla="*/ 0 h 64"/>
                <a:gd name="T4" fmla="*/ 0 w 24"/>
                <a:gd name="T5" fmla="*/ 0 h 64"/>
                <a:gd name="T6" fmla="*/ 0 w 24"/>
                <a:gd name="T7" fmla="*/ 0 h 64"/>
                <a:gd name="T8" fmla="*/ 0 w 24"/>
                <a:gd name="T9" fmla="*/ 2147483647 h 64"/>
                <a:gd name="T10" fmla="*/ 0 w 24"/>
                <a:gd name="T11" fmla="*/ 2147483647 h 64"/>
                <a:gd name="T12" fmla="*/ 2147483647 w 24"/>
                <a:gd name="T13" fmla="*/ 2147483647 h 64"/>
                <a:gd name="T14" fmla="*/ 2147483647 w 24"/>
                <a:gd name="T15" fmla="*/ 2147483647 h 64"/>
                <a:gd name="T16" fmla="*/ 2147483647 w 24"/>
                <a:gd name="T17" fmla="*/ 2147483647 h 64"/>
                <a:gd name="T18" fmla="*/ 2147483647 w 24"/>
                <a:gd name="T19" fmla="*/ 2147483647 h 6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4"/>
                <a:gd name="T31" fmla="*/ 0 h 64"/>
                <a:gd name="T32" fmla="*/ 24 w 24"/>
                <a:gd name="T33" fmla="*/ 64 h 6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4" h="64">
                  <a:moveTo>
                    <a:pt x="8" y="8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0" y="24"/>
                  </a:lnTo>
                  <a:lnTo>
                    <a:pt x="8" y="64"/>
                  </a:lnTo>
                  <a:lnTo>
                    <a:pt x="24" y="56"/>
                  </a:lnTo>
                  <a:lnTo>
                    <a:pt x="16" y="40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0" name="Freeform 771"/>
            <p:cNvSpPr/>
            <p:nvPr/>
          </p:nvSpPr>
          <p:spPr bwMode="auto">
            <a:xfrm>
              <a:off x="4665761" y="3862348"/>
              <a:ext cx="225903" cy="224806"/>
            </a:xfrm>
            <a:custGeom>
              <a:avLst/>
              <a:gdLst>
                <a:gd name="T0" fmla="*/ 2147483647 w 168"/>
                <a:gd name="T1" fmla="*/ 2147483647 h 168"/>
                <a:gd name="T2" fmla="*/ 2147483647 w 168"/>
                <a:gd name="T3" fmla="*/ 2147483647 h 168"/>
                <a:gd name="T4" fmla="*/ 2147483647 w 168"/>
                <a:gd name="T5" fmla="*/ 2147483647 h 168"/>
                <a:gd name="T6" fmla="*/ 2147483647 w 168"/>
                <a:gd name="T7" fmla="*/ 2147483647 h 168"/>
                <a:gd name="T8" fmla="*/ 2147483647 w 168"/>
                <a:gd name="T9" fmla="*/ 2147483647 h 168"/>
                <a:gd name="T10" fmla="*/ 2147483647 w 168"/>
                <a:gd name="T11" fmla="*/ 2147483647 h 168"/>
                <a:gd name="T12" fmla="*/ 2147483647 w 168"/>
                <a:gd name="T13" fmla="*/ 2147483647 h 168"/>
                <a:gd name="T14" fmla="*/ 2147483647 w 168"/>
                <a:gd name="T15" fmla="*/ 2147483647 h 168"/>
                <a:gd name="T16" fmla="*/ 2147483647 w 168"/>
                <a:gd name="T17" fmla="*/ 2147483647 h 168"/>
                <a:gd name="T18" fmla="*/ 2147483647 w 168"/>
                <a:gd name="T19" fmla="*/ 2147483647 h 168"/>
                <a:gd name="T20" fmla="*/ 2147483647 w 168"/>
                <a:gd name="T21" fmla="*/ 2147483647 h 168"/>
                <a:gd name="T22" fmla="*/ 2147483647 w 168"/>
                <a:gd name="T23" fmla="*/ 2147483647 h 168"/>
                <a:gd name="T24" fmla="*/ 2147483647 w 168"/>
                <a:gd name="T25" fmla="*/ 2147483647 h 168"/>
                <a:gd name="T26" fmla="*/ 2147483647 w 168"/>
                <a:gd name="T27" fmla="*/ 2147483647 h 168"/>
                <a:gd name="T28" fmla="*/ 2147483647 w 168"/>
                <a:gd name="T29" fmla="*/ 2147483647 h 168"/>
                <a:gd name="T30" fmla="*/ 2147483647 w 168"/>
                <a:gd name="T31" fmla="*/ 2147483647 h 168"/>
                <a:gd name="T32" fmla="*/ 2147483647 w 168"/>
                <a:gd name="T33" fmla="*/ 2147483647 h 168"/>
                <a:gd name="T34" fmla="*/ 2147483647 w 168"/>
                <a:gd name="T35" fmla="*/ 0 h 168"/>
                <a:gd name="T36" fmla="*/ 2147483647 w 168"/>
                <a:gd name="T37" fmla="*/ 2147483647 h 168"/>
                <a:gd name="T38" fmla="*/ 0 w 168"/>
                <a:gd name="T39" fmla="*/ 2147483647 h 168"/>
                <a:gd name="T40" fmla="*/ 2147483647 w 168"/>
                <a:gd name="T41" fmla="*/ 2147483647 h 168"/>
                <a:gd name="T42" fmla="*/ 2147483647 w 168"/>
                <a:gd name="T43" fmla="*/ 2147483647 h 168"/>
                <a:gd name="T44" fmla="*/ 2147483647 w 168"/>
                <a:gd name="T45" fmla="*/ 2147483647 h 168"/>
                <a:gd name="T46" fmla="*/ 2147483647 w 168"/>
                <a:gd name="T47" fmla="*/ 2147483647 h 168"/>
                <a:gd name="T48" fmla="*/ 2147483647 w 168"/>
                <a:gd name="T49" fmla="*/ 2147483647 h 168"/>
                <a:gd name="T50" fmla="*/ 2147483647 w 168"/>
                <a:gd name="T51" fmla="*/ 2147483647 h 16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68"/>
                <a:gd name="T79" fmla="*/ 0 h 168"/>
                <a:gd name="T80" fmla="*/ 168 w 168"/>
                <a:gd name="T81" fmla="*/ 168 h 16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68" h="168">
                  <a:moveTo>
                    <a:pt x="88" y="168"/>
                  </a:moveTo>
                  <a:lnTo>
                    <a:pt x="96" y="168"/>
                  </a:lnTo>
                  <a:lnTo>
                    <a:pt x="104" y="112"/>
                  </a:lnTo>
                  <a:lnTo>
                    <a:pt x="104" y="72"/>
                  </a:lnTo>
                  <a:lnTo>
                    <a:pt x="112" y="72"/>
                  </a:lnTo>
                  <a:lnTo>
                    <a:pt x="120" y="24"/>
                  </a:lnTo>
                  <a:lnTo>
                    <a:pt x="152" y="16"/>
                  </a:lnTo>
                  <a:lnTo>
                    <a:pt x="160" y="16"/>
                  </a:lnTo>
                  <a:lnTo>
                    <a:pt x="168" y="16"/>
                  </a:lnTo>
                  <a:lnTo>
                    <a:pt x="160" y="8"/>
                  </a:lnTo>
                  <a:lnTo>
                    <a:pt x="144" y="8"/>
                  </a:lnTo>
                  <a:lnTo>
                    <a:pt x="144" y="16"/>
                  </a:lnTo>
                  <a:lnTo>
                    <a:pt x="144" y="8"/>
                  </a:lnTo>
                  <a:lnTo>
                    <a:pt x="120" y="16"/>
                  </a:lnTo>
                  <a:lnTo>
                    <a:pt x="88" y="16"/>
                  </a:lnTo>
                  <a:lnTo>
                    <a:pt x="80" y="8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32"/>
                  </a:lnTo>
                  <a:lnTo>
                    <a:pt x="32" y="88"/>
                  </a:lnTo>
                  <a:lnTo>
                    <a:pt x="32" y="96"/>
                  </a:lnTo>
                  <a:lnTo>
                    <a:pt x="40" y="152"/>
                  </a:lnTo>
                  <a:lnTo>
                    <a:pt x="64" y="168"/>
                  </a:lnTo>
                  <a:lnTo>
                    <a:pt x="64" y="160"/>
                  </a:lnTo>
                  <a:lnTo>
                    <a:pt x="88" y="16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1" name="Freeform 772"/>
            <p:cNvSpPr/>
            <p:nvPr/>
          </p:nvSpPr>
          <p:spPr bwMode="auto">
            <a:xfrm>
              <a:off x="4482626" y="3250436"/>
              <a:ext cx="53734" cy="64700"/>
            </a:xfrm>
            <a:custGeom>
              <a:avLst/>
              <a:gdLst>
                <a:gd name="T0" fmla="*/ 0 w 40"/>
                <a:gd name="T1" fmla="*/ 2147483647 h 48"/>
                <a:gd name="T2" fmla="*/ 2147483647 w 40"/>
                <a:gd name="T3" fmla="*/ 2147483647 h 48"/>
                <a:gd name="T4" fmla="*/ 2147483647 w 40"/>
                <a:gd name="T5" fmla="*/ 2147483647 h 48"/>
                <a:gd name="T6" fmla="*/ 2147483647 w 40"/>
                <a:gd name="T7" fmla="*/ 2147483647 h 48"/>
                <a:gd name="T8" fmla="*/ 2147483647 w 40"/>
                <a:gd name="T9" fmla="*/ 0 h 48"/>
                <a:gd name="T10" fmla="*/ 0 w 40"/>
                <a:gd name="T11" fmla="*/ 2147483647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0"/>
                <a:gd name="T19" fmla="*/ 0 h 48"/>
                <a:gd name="T20" fmla="*/ 40 w 40"/>
                <a:gd name="T21" fmla="*/ 48 h 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0" h="48">
                  <a:moveTo>
                    <a:pt x="0" y="48"/>
                  </a:moveTo>
                  <a:lnTo>
                    <a:pt x="16" y="48"/>
                  </a:lnTo>
                  <a:lnTo>
                    <a:pt x="40" y="40"/>
                  </a:lnTo>
                  <a:lnTo>
                    <a:pt x="40" y="32"/>
                  </a:lnTo>
                  <a:lnTo>
                    <a:pt x="40" y="0"/>
                  </a:lnTo>
                  <a:lnTo>
                    <a:pt x="0" y="4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2" name="Freeform 774"/>
            <p:cNvSpPr/>
            <p:nvPr/>
          </p:nvSpPr>
          <p:spPr bwMode="auto">
            <a:xfrm>
              <a:off x="4665761" y="3862348"/>
              <a:ext cx="225903" cy="224806"/>
            </a:xfrm>
            <a:custGeom>
              <a:avLst/>
              <a:gdLst>
                <a:gd name="T0" fmla="*/ 2147483647 w 168"/>
                <a:gd name="T1" fmla="*/ 2147483647 h 168"/>
                <a:gd name="T2" fmla="*/ 2147483647 w 168"/>
                <a:gd name="T3" fmla="*/ 2147483647 h 168"/>
                <a:gd name="T4" fmla="*/ 2147483647 w 168"/>
                <a:gd name="T5" fmla="*/ 2147483647 h 168"/>
                <a:gd name="T6" fmla="*/ 2147483647 w 168"/>
                <a:gd name="T7" fmla="*/ 2147483647 h 168"/>
                <a:gd name="T8" fmla="*/ 2147483647 w 168"/>
                <a:gd name="T9" fmla="*/ 2147483647 h 168"/>
                <a:gd name="T10" fmla="*/ 2147483647 w 168"/>
                <a:gd name="T11" fmla="*/ 2147483647 h 168"/>
                <a:gd name="T12" fmla="*/ 2147483647 w 168"/>
                <a:gd name="T13" fmla="*/ 2147483647 h 168"/>
                <a:gd name="T14" fmla="*/ 2147483647 w 168"/>
                <a:gd name="T15" fmla="*/ 2147483647 h 168"/>
                <a:gd name="T16" fmla="*/ 2147483647 w 168"/>
                <a:gd name="T17" fmla="*/ 2147483647 h 168"/>
                <a:gd name="T18" fmla="*/ 2147483647 w 168"/>
                <a:gd name="T19" fmla="*/ 2147483647 h 168"/>
                <a:gd name="T20" fmla="*/ 2147483647 w 168"/>
                <a:gd name="T21" fmla="*/ 2147483647 h 168"/>
                <a:gd name="T22" fmla="*/ 2147483647 w 168"/>
                <a:gd name="T23" fmla="*/ 2147483647 h 168"/>
                <a:gd name="T24" fmla="*/ 2147483647 w 168"/>
                <a:gd name="T25" fmla="*/ 2147483647 h 168"/>
                <a:gd name="T26" fmla="*/ 2147483647 w 168"/>
                <a:gd name="T27" fmla="*/ 2147483647 h 168"/>
                <a:gd name="T28" fmla="*/ 2147483647 w 168"/>
                <a:gd name="T29" fmla="*/ 2147483647 h 168"/>
                <a:gd name="T30" fmla="*/ 2147483647 w 168"/>
                <a:gd name="T31" fmla="*/ 2147483647 h 168"/>
                <a:gd name="T32" fmla="*/ 2147483647 w 168"/>
                <a:gd name="T33" fmla="*/ 2147483647 h 168"/>
                <a:gd name="T34" fmla="*/ 2147483647 w 168"/>
                <a:gd name="T35" fmla="*/ 2147483647 h 168"/>
                <a:gd name="T36" fmla="*/ 2147483647 w 168"/>
                <a:gd name="T37" fmla="*/ 2147483647 h 168"/>
                <a:gd name="T38" fmla="*/ 2147483647 w 168"/>
                <a:gd name="T39" fmla="*/ 0 h 168"/>
                <a:gd name="T40" fmla="*/ 2147483647 w 168"/>
                <a:gd name="T41" fmla="*/ 2147483647 h 168"/>
                <a:gd name="T42" fmla="*/ 0 w 168"/>
                <a:gd name="T43" fmla="*/ 2147483647 h 168"/>
                <a:gd name="T44" fmla="*/ 2147483647 w 168"/>
                <a:gd name="T45" fmla="*/ 2147483647 h 168"/>
                <a:gd name="T46" fmla="*/ 2147483647 w 168"/>
                <a:gd name="T47" fmla="*/ 2147483647 h 168"/>
                <a:gd name="T48" fmla="*/ 2147483647 w 168"/>
                <a:gd name="T49" fmla="*/ 2147483647 h 168"/>
                <a:gd name="T50" fmla="*/ 2147483647 w 168"/>
                <a:gd name="T51" fmla="*/ 2147483647 h 168"/>
                <a:gd name="T52" fmla="*/ 2147483647 w 168"/>
                <a:gd name="T53" fmla="*/ 2147483647 h 168"/>
                <a:gd name="T54" fmla="*/ 2147483647 w 168"/>
                <a:gd name="T55" fmla="*/ 2147483647 h 16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68"/>
                <a:gd name="T85" fmla="*/ 0 h 168"/>
                <a:gd name="T86" fmla="*/ 168 w 168"/>
                <a:gd name="T87" fmla="*/ 168 h 168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68" h="168">
                  <a:moveTo>
                    <a:pt x="88" y="168"/>
                  </a:moveTo>
                  <a:lnTo>
                    <a:pt x="96" y="168"/>
                  </a:lnTo>
                  <a:lnTo>
                    <a:pt x="104" y="112"/>
                  </a:lnTo>
                  <a:lnTo>
                    <a:pt x="104" y="72"/>
                  </a:lnTo>
                  <a:lnTo>
                    <a:pt x="112" y="72"/>
                  </a:lnTo>
                  <a:lnTo>
                    <a:pt x="120" y="24"/>
                  </a:lnTo>
                  <a:lnTo>
                    <a:pt x="152" y="16"/>
                  </a:lnTo>
                  <a:lnTo>
                    <a:pt x="160" y="16"/>
                  </a:lnTo>
                  <a:lnTo>
                    <a:pt x="168" y="16"/>
                  </a:lnTo>
                  <a:lnTo>
                    <a:pt x="160" y="8"/>
                  </a:lnTo>
                  <a:lnTo>
                    <a:pt x="144" y="8"/>
                  </a:lnTo>
                  <a:lnTo>
                    <a:pt x="144" y="16"/>
                  </a:lnTo>
                  <a:lnTo>
                    <a:pt x="144" y="8"/>
                  </a:lnTo>
                  <a:lnTo>
                    <a:pt x="120" y="16"/>
                  </a:lnTo>
                  <a:lnTo>
                    <a:pt x="88" y="16"/>
                  </a:lnTo>
                  <a:lnTo>
                    <a:pt x="80" y="8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32"/>
                  </a:lnTo>
                  <a:lnTo>
                    <a:pt x="32" y="88"/>
                  </a:lnTo>
                  <a:lnTo>
                    <a:pt x="32" y="96"/>
                  </a:lnTo>
                  <a:lnTo>
                    <a:pt x="40" y="152"/>
                  </a:lnTo>
                  <a:lnTo>
                    <a:pt x="64" y="168"/>
                  </a:lnTo>
                  <a:lnTo>
                    <a:pt x="64" y="160"/>
                  </a:lnTo>
                  <a:lnTo>
                    <a:pt x="88" y="16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3" name="Freeform 775"/>
            <p:cNvSpPr/>
            <p:nvPr/>
          </p:nvSpPr>
          <p:spPr bwMode="auto">
            <a:xfrm>
              <a:off x="1611683" y="1831415"/>
              <a:ext cx="461675" cy="632747"/>
            </a:xfrm>
            <a:custGeom>
              <a:avLst/>
              <a:gdLst>
                <a:gd name="T0" fmla="*/ 2147483647 w 344"/>
                <a:gd name="T1" fmla="*/ 2147483647 h 472"/>
                <a:gd name="T2" fmla="*/ 2147483647 w 344"/>
                <a:gd name="T3" fmla="*/ 2147483647 h 472"/>
                <a:gd name="T4" fmla="*/ 2147483647 w 344"/>
                <a:gd name="T5" fmla="*/ 2147483647 h 472"/>
                <a:gd name="T6" fmla="*/ 2147483647 w 344"/>
                <a:gd name="T7" fmla="*/ 2147483647 h 472"/>
                <a:gd name="T8" fmla="*/ 2147483647 w 344"/>
                <a:gd name="T9" fmla="*/ 2147483647 h 472"/>
                <a:gd name="T10" fmla="*/ 2147483647 w 344"/>
                <a:gd name="T11" fmla="*/ 2147483647 h 472"/>
                <a:gd name="T12" fmla="*/ 2147483647 w 344"/>
                <a:gd name="T13" fmla="*/ 2147483647 h 472"/>
                <a:gd name="T14" fmla="*/ 2147483647 w 344"/>
                <a:gd name="T15" fmla="*/ 0 h 472"/>
                <a:gd name="T16" fmla="*/ 2147483647 w 344"/>
                <a:gd name="T17" fmla="*/ 2147483647 h 472"/>
                <a:gd name="T18" fmla="*/ 2147483647 w 344"/>
                <a:gd name="T19" fmla="*/ 2147483647 h 472"/>
                <a:gd name="T20" fmla="*/ 2147483647 w 344"/>
                <a:gd name="T21" fmla="*/ 2147483647 h 472"/>
                <a:gd name="T22" fmla="*/ 2147483647 w 344"/>
                <a:gd name="T23" fmla="*/ 2147483647 h 472"/>
                <a:gd name="T24" fmla="*/ 2147483647 w 344"/>
                <a:gd name="T25" fmla="*/ 2147483647 h 472"/>
                <a:gd name="T26" fmla="*/ 2147483647 w 344"/>
                <a:gd name="T27" fmla="*/ 2147483647 h 472"/>
                <a:gd name="T28" fmla="*/ 2147483647 w 344"/>
                <a:gd name="T29" fmla="*/ 2147483647 h 472"/>
                <a:gd name="T30" fmla="*/ 2147483647 w 344"/>
                <a:gd name="T31" fmla="*/ 2147483647 h 472"/>
                <a:gd name="T32" fmla="*/ 2147483647 w 344"/>
                <a:gd name="T33" fmla="*/ 2147483647 h 472"/>
                <a:gd name="T34" fmla="*/ 2147483647 w 344"/>
                <a:gd name="T35" fmla="*/ 2147483647 h 472"/>
                <a:gd name="T36" fmla="*/ 2147483647 w 344"/>
                <a:gd name="T37" fmla="*/ 2147483647 h 472"/>
                <a:gd name="T38" fmla="*/ 0 w 344"/>
                <a:gd name="T39" fmla="*/ 2147483647 h 472"/>
                <a:gd name="T40" fmla="*/ 2147483647 w 344"/>
                <a:gd name="T41" fmla="*/ 2147483647 h 472"/>
                <a:gd name="T42" fmla="*/ 2147483647 w 344"/>
                <a:gd name="T43" fmla="*/ 2147483647 h 472"/>
                <a:gd name="T44" fmla="*/ 2147483647 w 344"/>
                <a:gd name="T45" fmla="*/ 2147483647 h 472"/>
                <a:gd name="T46" fmla="*/ 2147483647 w 344"/>
                <a:gd name="T47" fmla="*/ 2147483647 h 472"/>
                <a:gd name="T48" fmla="*/ 2147483647 w 344"/>
                <a:gd name="T49" fmla="*/ 2147483647 h 472"/>
                <a:gd name="T50" fmla="*/ 2147483647 w 344"/>
                <a:gd name="T51" fmla="*/ 2147483647 h 472"/>
                <a:gd name="T52" fmla="*/ 2147483647 w 344"/>
                <a:gd name="T53" fmla="*/ 2147483647 h 472"/>
                <a:gd name="T54" fmla="*/ 2147483647 w 344"/>
                <a:gd name="T55" fmla="*/ 2147483647 h 472"/>
                <a:gd name="T56" fmla="*/ 2147483647 w 344"/>
                <a:gd name="T57" fmla="*/ 2147483647 h 472"/>
                <a:gd name="T58" fmla="*/ 2147483647 w 344"/>
                <a:gd name="T59" fmla="*/ 2147483647 h 472"/>
                <a:gd name="T60" fmla="*/ 2147483647 w 344"/>
                <a:gd name="T61" fmla="*/ 2147483647 h 472"/>
                <a:gd name="T62" fmla="*/ 2147483647 w 344"/>
                <a:gd name="T63" fmla="*/ 2147483647 h 472"/>
                <a:gd name="T64" fmla="*/ 2147483647 w 344"/>
                <a:gd name="T65" fmla="*/ 2147483647 h 472"/>
                <a:gd name="T66" fmla="*/ 2147483647 w 344"/>
                <a:gd name="T67" fmla="*/ 2147483647 h 472"/>
                <a:gd name="T68" fmla="*/ 2147483647 w 344"/>
                <a:gd name="T69" fmla="*/ 2147483647 h 472"/>
                <a:gd name="T70" fmla="*/ 2147483647 w 344"/>
                <a:gd name="T71" fmla="*/ 2147483647 h 472"/>
                <a:gd name="T72" fmla="*/ 2147483647 w 344"/>
                <a:gd name="T73" fmla="*/ 2147483647 h 472"/>
                <a:gd name="T74" fmla="*/ 2147483647 w 344"/>
                <a:gd name="T75" fmla="*/ 2147483647 h 472"/>
                <a:gd name="T76" fmla="*/ 2147483647 w 344"/>
                <a:gd name="T77" fmla="*/ 2147483647 h 472"/>
                <a:gd name="T78" fmla="*/ 2147483647 w 344"/>
                <a:gd name="T79" fmla="*/ 2147483647 h 472"/>
                <a:gd name="T80" fmla="*/ 2147483647 w 344"/>
                <a:gd name="T81" fmla="*/ 2147483647 h 472"/>
                <a:gd name="T82" fmla="*/ 2147483647 w 344"/>
                <a:gd name="T83" fmla="*/ 2147483647 h 472"/>
                <a:gd name="T84" fmla="*/ 2147483647 w 344"/>
                <a:gd name="T85" fmla="*/ 2147483647 h 472"/>
                <a:gd name="T86" fmla="*/ 2147483647 w 344"/>
                <a:gd name="T87" fmla="*/ 2147483647 h 472"/>
                <a:gd name="T88" fmla="*/ 2147483647 w 344"/>
                <a:gd name="T89" fmla="*/ 2147483647 h 472"/>
                <a:gd name="T90" fmla="*/ 2147483647 w 344"/>
                <a:gd name="T91" fmla="*/ 2147483647 h 472"/>
                <a:gd name="T92" fmla="*/ 2147483647 w 344"/>
                <a:gd name="T93" fmla="*/ 2147483647 h 472"/>
                <a:gd name="T94" fmla="*/ 2147483647 w 344"/>
                <a:gd name="T95" fmla="*/ 2147483647 h 47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344"/>
                <a:gd name="T145" fmla="*/ 0 h 472"/>
                <a:gd name="T146" fmla="*/ 344 w 344"/>
                <a:gd name="T147" fmla="*/ 472 h 47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344" h="472">
                  <a:moveTo>
                    <a:pt x="336" y="64"/>
                  </a:moveTo>
                  <a:lnTo>
                    <a:pt x="328" y="48"/>
                  </a:lnTo>
                  <a:lnTo>
                    <a:pt x="288" y="56"/>
                  </a:lnTo>
                  <a:lnTo>
                    <a:pt x="240" y="32"/>
                  </a:lnTo>
                  <a:lnTo>
                    <a:pt x="216" y="32"/>
                  </a:lnTo>
                  <a:lnTo>
                    <a:pt x="192" y="24"/>
                  </a:lnTo>
                  <a:lnTo>
                    <a:pt x="192" y="8"/>
                  </a:lnTo>
                  <a:lnTo>
                    <a:pt x="152" y="0"/>
                  </a:lnTo>
                  <a:lnTo>
                    <a:pt x="136" y="16"/>
                  </a:lnTo>
                  <a:lnTo>
                    <a:pt x="104" y="24"/>
                  </a:lnTo>
                  <a:lnTo>
                    <a:pt x="80" y="40"/>
                  </a:lnTo>
                  <a:lnTo>
                    <a:pt x="64" y="80"/>
                  </a:lnTo>
                  <a:lnTo>
                    <a:pt x="32" y="88"/>
                  </a:lnTo>
                  <a:lnTo>
                    <a:pt x="32" y="112"/>
                  </a:lnTo>
                  <a:lnTo>
                    <a:pt x="56" y="144"/>
                  </a:lnTo>
                  <a:lnTo>
                    <a:pt x="80" y="160"/>
                  </a:lnTo>
                  <a:lnTo>
                    <a:pt x="80" y="176"/>
                  </a:lnTo>
                  <a:lnTo>
                    <a:pt x="64" y="184"/>
                  </a:lnTo>
                  <a:lnTo>
                    <a:pt x="40" y="176"/>
                  </a:lnTo>
                  <a:lnTo>
                    <a:pt x="0" y="200"/>
                  </a:lnTo>
                  <a:lnTo>
                    <a:pt x="16" y="216"/>
                  </a:lnTo>
                  <a:lnTo>
                    <a:pt x="32" y="232"/>
                  </a:lnTo>
                  <a:lnTo>
                    <a:pt x="64" y="232"/>
                  </a:lnTo>
                  <a:lnTo>
                    <a:pt x="96" y="232"/>
                  </a:lnTo>
                  <a:lnTo>
                    <a:pt x="80" y="264"/>
                  </a:lnTo>
                  <a:lnTo>
                    <a:pt x="48" y="272"/>
                  </a:lnTo>
                  <a:lnTo>
                    <a:pt x="24" y="288"/>
                  </a:lnTo>
                  <a:lnTo>
                    <a:pt x="24" y="312"/>
                  </a:lnTo>
                  <a:lnTo>
                    <a:pt x="48" y="328"/>
                  </a:lnTo>
                  <a:lnTo>
                    <a:pt x="56" y="352"/>
                  </a:lnTo>
                  <a:lnTo>
                    <a:pt x="72" y="360"/>
                  </a:lnTo>
                  <a:lnTo>
                    <a:pt x="80" y="384"/>
                  </a:lnTo>
                  <a:lnTo>
                    <a:pt x="104" y="384"/>
                  </a:lnTo>
                  <a:lnTo>
                    <a:pt x="144" y="384"/>
                  </a:lnTo>
                  <a:lnTo>
                    <a:pt x="120" y="416"/>
                  </a:lnTo>
                  <a:lnTo>
                    <a:pt x="64" y="472"/>
                  </a:lnTo>
                  <a:lnTo>
                    <a:pt x="128" y="432"/>
                  </a:lnTo>
                  <a:lnTo>
                    <a:pt x="184" y="376"/>
                  </a:lnTo>
                  <a:lnTo>
                    <a:pt x="176" y="368"/>
                  </a:lnTo>
                  <a:lnTo>
                    <a:pt x="208" y="328"/>
                  </a:lnTo>
                  <a:lnTo>
                    <a:pt x="216" y="344"/>
                  </a:lnTo>
                  <a:lnTo>
                    <a:pt x="224" y="360"/>
                  </a:lnTo>
                  <a:lnTo>
                    <a:pt x="248" y="344"/>
                  </a:lnTo>
                  <a:lnTo>
                    <a:pt x="272" y="328"/>
                  </a:lnTo>
                  <a:lnTo>
                    <a:pt x="288" y="336"/>
                  </a:lnTo>
                  <a:lnTo>
                    <a:pt x="344" y="344"/>
                  </a:lnTo>
                  <a:lnTo>
                    <a:pt x="344" y="64"/>
                  </a:lnTo>
                  <a:lnTo>
                    <a:pt x="336" y="64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4" name="Freeform 777"/>
            <p:cNvSpPr/>
            <p:nvPr/>
          </p:nvSpPr>
          <p:spPr bwMode="auto">
            <a:xfrm>
              <a:off x="2346417" y="2627558"/>
              <a:ext cx="975989" cy="504443"/>
            </a:xfrm>
            <a:custGeom>
              <a:avLst/>
              <a:gdLst>
                <a:gd name="T0" fmla="*/ 2147483647 w 728"/>
                <a:gd name="T1" fmla="*/ 2147483647 h 376"/>
                <a:gd name="T2" fmla="*/ 2147483647 w 728"/>
                <a:gd name="T3" fmla="*/ 2147483647 h 376"/>
                <a:gd name="T4" fmla="*/ 2147483647 w 728"/>
                <a:gd name="T5" fmla="*/ 2147483647 h 376"/>
                <a:gd name="T6" fmla="*/ 2147483647 w 728"/>
                <a:gd name="T7" fmla="*/ 2147483647 h 376"/>
                <a:gd name="T8" fmla="*/ 2147483647 w 728"/>
                <a:gd name="T9" fmla="*/ 2147483647 h 376"/>
                <a:gd name="T10" fmla="*/ 2147483647 w 728"/>
                <a:gd name="T11" fmla="*/ 2147483647 h 376"/>
                <a:gd name="T12" fmla="*/ 2147483647 w 728"/>
                <a:gd name="T13" fmla="*/ 2147483647 h 376"/>
                <a:gd name="T14" fmla="*/ 2147483647 w 728"/>
                <a:gd name="T15" fmla="*/ 2147483647 h 376"/>
                <a:gd name="T16" fmla="*/ 2147483647 w 728"/>
                <a:gd name="T17" fmla="*/ 2147483647 h 376"/>
                <a:gd name="T18" fmla="*/ 2147483647 w 728"/>
                <a:gd name="T19" fmla="*/ 2147483647 h 376"/>
                <a:gd name="T20" fmla="*/ 2147483647 w 728"/>
                <a:gd name="T21" fmla="*/ 2147483647 h 376"/>
                <a:gd name="T22" fmla="*/ 2147483647 w 728"/>
                <a:gd name="T23" fmla="*/ 2147483647 h 376"/>
                <a:gd name="T24" fmla="*/ 2147483647 w 728"/>
                <a:gd name="T25" fmla="*/ 2147483647 h 376"/>
                <a:gd name="T26" fmla="*/ 2147483647 w 728"/>
                <a:gd name="T27" fmla="*/ 2147483647 h 376"/>
                <a:gd name="T28" fmla="*/ 2147483647 w 728"/>
                <a:gd name="T29" fmla="*/ 2147483647 h 376"/>
                <a:gd name="T30" fmla="*/ 2147483647 w 728"/>
                <a:gd name="T31" fmla="*/ 2147483647 h 376"/>
                <a:gd name="T32" fmla="*/ 2147483647 w 728"/>
                <a:gd name="T33" fmla="*/ 2147483647 h 376"/>
                <a:gd name="T34" fmla="*/ 2147483647 w 728"/>
                <a:gd name="T35" fmla="*/ 2147483647 h 376"/>
                <a:gd name="T36" fmla="*/ 2147483647 w 728"/>
                <a:gd name="T37" fmla="*/ 2147483647 h 376"/>
                <a:gd name="T38" fmla="*/ 2147483647 w 728"/>
                <a:gd name="T39" fmla="*/ 2147483647 h 376"/>
                <a:gd name="T40" fmla="*/ 2147483647 w 728"/>
                <a:gd name="T41" fmla="*/ 2147483647 h 376"/>
                <a:gd name="T42" fmla="*/ 2147483647 w 728"/>
                <a:gd name="T43" fmla="*/ 2147483647 h 376"/>
                <a:gd name="T44" fmla="*/ 2147483647 w 728"/>
                <a:gd name="T45" fmla="*/ 2147483647 h 376"/>
                <a:gd name="T46" fmla="*/ 2147483647 w 728"/>
                <a:gd name="T47" fmla="*/ 2147483647 h 376"/>
                <a:gd name="T48" fmla="*/ 2147483647 w 728"/>
                <a:gd name="T49" fmla="*/ 0 h 376"/>
                <a:gd name="T50" fmla="*/ 2147483647 w 728"/>
                <a:gd name="T51" fmla="*/ 2147483647 h 376"/>
                <a:gd name="T52" fmla="*/ 2147483647 w 728"/>
                <a:gd name="T53" fmla="*/ 2147483647 h 376"/>
                <a:gd name="T54" fmla="*/ 2147483647 w 728"/>
                <a:gd name="T55" fmla="*/ 2147483647 h 376"/>
                <a:gd name="T56" fmla="*/ 0 w 728"/>
                <a:gd name="T57" fmla="*/ 2147483647 h 376"/>
                <a:gd name="T58" fmla="*/ 2147483647 w 728"/>
                <a:gd name="T59" fmla="*/ 2147483647 h 376"/>
                <a:gd name="T60" fmla="*/ 2147483647 w 728"/>
                <a:gd name="T61" fmla="*/ 2147483647 h 376"/>
                <a:gd name="T62" fmla="*/ 2147483647 w 728"/>
                <a:gd name="T63" fmla="*/ 2147483647 h 376"/>
                <a:gd name="T64" fmla="*/ 2147483647 w 728"/>
                <a:gd name="T65" fmla="*/ 2147483647 h 37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728"/>
                <a:gd name="T100" fmla="*/ 0 h 376"/>
                <a:gd name="T101" fmla="*/ 728 w 728"/>
                <a:gd name="T102" fmla="*/ 376 h 37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728" h="376">
                  <a:moveTo>
                    <a:pt x="168" y="288"/>
                  </a:moveTo>
                  <a:lnTo>
                    <a:pt x="200" y="288"/>
                  </a:lnTo>
                  <a:lnTo>
                    <a:pt x="208" y="280"/>
                  </a:lnTo>
                  <a:lnTo>
                    <a:pt x="232" y="288"/>
                  </a:lnTo>
                  <a:lnTo>
                    <a:pt x="264" y="320"/>
                  </a:lnTo>
                  <a:lnTo>
                    <a:pt x="288" y="312"/>
                  </a:lnTo>
                  <a:lnTo>
                    <a:pt x="304" y="328"/>
                  </a:lnTo>
                  <a:lnTo>
                    <a:pt x="312" y="344"/>
                  </a:lnTo>
                  <a:lnTo>
                    <a:pt x="328" y="360"/>
                  </a:lnTo>
                  <a:lnTo>
                    <a:pt x="352" y="368"/>
                  </a:lnTo>
                  <a:lnTo>
                    <a:pt x="352" y="336"/>
                  </a:lnTo>
                  <a:lnTo>
                    <a:pt x="368" y="320"/>
                  </a:lnTo>
                  <a:lnTo>
                    <a:pt x="376" y="312"/>
                  </a:lnTo>
                  <a:lnTo>
                    <a:pt x="416" y="312"/>
                  </a:lnTo>
                  <a:lnTo>
                    <a:pt x="440" y="312"/>
                  </a:lnTo>
                  <a:lnTo>
                    <a:pt x="472" y="304"/>
                  </a:lnTo>
                  <a:lnTo>
                    <a:pt x="496" y="304"/>
                  </a:lnTo>
                  <a:lnTo>
                    <a:pt x="512" y="304"/>
                  </a:lnTo>
                  <a:lnTo>
                    <a:pt x="520" y="320"/>
                  </a:lnTo>
                  <a:lnTo>
                    <a:pt x="528" y="352"/>
                  </a:lnTo>
                  <a:lnTo>
                    <a:pt x="552" y="376"/>
                  </a:lnTo>
                  <a:lnTo>
                    <a:pt x="560" y="376"/>
                  </a:lnTo>
                  <a:lnTo>
                    <a:pt x="560" y="336"/>
                  </a:lnTo>
                  <a:lnTo>
                    <a:pt x="544" y="296"/>
                  </a:lnTo>
                  <a:lnTo>
                    <a:pt x="560" y="272"/>
                  </a:lnTo>
                  <a:lnTo>
                    <a:pt x="584" y="264"/>
                  </a:lnTo>
                  <a:lnTo>
                    <a:pt x="616" y="224"/>
                  </a:lnTo>
                  <a:lnTo>
                    <a:pt x="616" y="200"/>
                  </a:lnTo>
                  <a:lnTo>
                    <a:pt x="608" y="176"/>
                  </a:lnTo>
                  <a:lnTo>
                    <a:pt x="624" y="184"/>
                  </a:lnTo>
                  <a:lnTo>
                    <a:pt x="624" y="168"/>
                  </a:lnTo>
                  <a:lnTo>
                    <a:pt x="632" y="168"/>
                  </a:lnTo>
                  <a:lnTo>
                    <a:pt x="640" y="160"/>
                  </a:lnTo>
                  <a:lnTo>
                    <a:pt x="648" y="144"/>
                  </a:lnTo>
                  <a:lnTo>
                    <a:pt x="664" y="136"/>
                  </a:lnTo>
                  <a:lnTo>
                    <a:pt x="688" y="128"/>
                  </a:lnTo>
                  <a:lnTo>
                    <a:pt x="688" y="96"/>
                  </a:lnTo>
                  <a:lnTo>
                    <a:pt x="728" y="72"/>
                  </a:lnTo>
                  <a:lnTo>
                    <a:pt x="720" y="32"/>
                  </a:lnTo>
                  <a:lnTo>
                    <a:pt x="704" y="32"/>
                  </a:lnTo>
                  <a:lnTo>
                    <a:pt x="672" y="72"/>
                  </a:lnTo>
                  <a:lnTo>
                    <a:pt x="632" y="80"/>
                  </a:lnTo>
                  <a:lnTo>
                    <a:pt x="616" y="80"/>
                  </a:lnTo>
                  <a:lnTo>
                    <a:pt x="584" y="104"/>
                  </a:lnTo>
                  <a:lnTo>
                    <a:pt x="536" y="120"/>
                  </a:lnTo>
                  <a:lnTo>
                    <a:pt x="536" y="96"/>
                  </a:lnTo>
                  <a:lnTo>
                    <a:pt x="512" y="48"/>
                  </a:lnTo>
                  <a:lnTo>
                    <a:pt x="440" y="16"/>
                  </a:lnTo>
                  <a:lnTo>
                    <a:pt x="416" y="8"/>
                  </a:lnTo>
                  <a:lnTo>
                    <a:pt x="376" y="0"/>
                  </a:lnTo>
                  <a:lnTo>
                    <a:pt x="24" y="0"/>
                  </a:lnTo>
                  <a:lnTo>
                    <a:pt x="32" y="24"/>
                  </a:lnTo>
                  <a:lnTo>
                    <a:pt x="16" y="32"/>
                  </a:lnTo>
                  <a:lnTo>
                    <a:pt x="24" y="16"/>
                  </a:lnTo>
                  <a:lnTo>
                    <a:pt x="0" y="8"/>
                  </a:lnTo>
                  <a:lnTo>
                    <a:pt x="8" y="48"/>
                  </a:lnTo>
                  <a:lnTo>
                    <a:pt x="8" y="80"/>
                  </a:lnTo>
                  <a:lnTo>
                    <a:pt x="0" y="112"/>
                  </a:lnTo>
                  <a:lnTo>
                    <a:pt x="8" y="136"/>
                  </a:lnTo>
                  <a:lnTo>
                    <a:pt x="8" y="152"/>
                  </a:lnTo>
                  <a:lnTo>
                    <a:pt x="24" y="192"/>
                  </a:lnTo>
                  <a:lnTo>
                    <a:pt x="40" y="224"/>
                  </a:lnTo>
                  <a:lnTo>
                    <a:pt x="56" y="240"/>
                  </a:lnTo>
                  <a:lnTo>
                    <a:pt x="88" y="264"/>
                  </a:lnTo>
                  <a:lnTo>
                    <a:pt x="96" y="272"/>
                  </a:lnTo>
                  <a:lnTo>
                    <a:pt x="128" y="272"/>
                  </a:lnTo>
                  <a:lnTo>
                    <a:pt x="168" y="288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5" name="Freeform 779"/>
            <p:cNvSpPr/>
            <p:nvPr/>
          </p:nvSpPr>
          <p:spPr bwMode="auto">
            <a:xfrm>
              <a:off x="2346417" y="2627558"/>
              <a:ext cx="975989" cy="504443"/>
            </a:xfrm>
            <a:custGeom>
              <a:avLst/>
              <a:gdLst>
                <a:gd name="T0" fmla="*/ 2147483647 w 728"/>
                <a:gd name="T1" fmla="*/ 2147483647 h 376"/>
                <a:gd name="T2" fmla="*/ 2147483647 w 728"/>
                <a:gd name="T3" fmla="*/ 2147483647 h 376"/>
                <a:gd name="T4" fmla="*/ 2147483647 w 728"/>
                <a:gd name="T5" fmla="*/ 2147483647 h 376"/>
                <a:gd name="T6" fmla="*/ 2147483647 w 728"/>
                <a:gd name="T7" fmla="*/ 2147483647 h 376"/>
                <a:gd name="T8" fmla="*/ 2147483647 w 728"/>
                <a:gd name="T9" fmla="*/ 2147483647 h 376"/>
                <a:gd name="T10" fmla="*/ 2147483647 w 728"/>
                <a:gd name="T11" fmla="*/ 2147483647 h 376"/>
                <a:gd name="T12" fmla="*/ 2147483647 w 728"/>
                <a:gd name="T13" fmla="*/ 2147483647 h 376"/>
                <a:gd name="T14" fmla="*/ 2147483647 w 728"/>
                <a:gd name="T15" fmla="*/ 2147483647 h 376"/>
                <a:gd name="T16" fmla="*/ 2147483647 w 728"/>
                <a:gd name="T17" fmla="*/ 2147483647 h 376"/>
                <a:gd name="T18" fmla="*/ 2147483647 w 728"/>
                <a:gd name="T19" fmla="*/ 2147483647 h 376"/>
                <a:gd name="T20" fmla="*/ 2147483647 w 728"/>
                <a:gd name="T21" fmla="*/ 2147483647 h 376"/>
                <a:gd name="T22" fmla="*/ 2147483647 w 728"/>
                <a:gd name="T23" fmla="*/ 2147483647 h 376"/>
                <a:gd name="T24" fmla="*/ 2147483647 w 728"/>
                <a:gd name="T25" fmla="*/ 2147483647 h 376"/>
                <a:gd name="T26" fmla="*/ 2147483647 w 728"/>
                <a:gd name="T27" fmla="*/ 2147483647 h 376"/>
                <a:gd name="T28" fmla="*/ 2147483647 w 728"/>
                <a:gd name="T29" fmla="*/ 2147483647 h 376"/>
                <a:gd name="T30" fmla="*/ 2147483647 w 728"/>
                <a:gd name="T31" fmla="*/ 2147483647 h 376"/>
                <a:gd name="T32" fmla="*/ 2147483647 w 728"/>
                <a:gd name="T33" fmla="*/ 2147483647 h 376"/>
                <a:gd name="T34" fmla="*/ 2147483647 w 728"/>
                <a:gd name="T35" fmla="*/ 2147483647 h 376"/>
                <a:gd name="T36" fmla="*/ 2147483647 w 728"/>
                <a:gd name="T37" fmla="*/ 2147483647 h 376"/>
                <a:gd name="T38" fmla="*/ 2147483647 w 728"/>
                <a:gd name="T39" fmla="*/ 2147483647 h 376"/>
                <a:gd name="T40" fmla="*/ 2147483647 w 728"/>
                <a:gd name="T41" fmla="*/ 2147483647 h 376"/>
                <a:gd name="T42" fmla="*/ 2147483647 w 728"/>
                <a:gd name="T43" fmla="*/ 2147483647 h 376"/>
                <a:gd name="T44" fmla="*/ 2147483647 w 728"/>
                <a:gd name="T45" fmla="*/ 2147483647 h 376"/>
                <a:gd name="T46" fmla="*/ 2147483647 w 728"/>
                <a:gd name="T47" fmla="*/ 2147483647 h 376"/>
                <a:gd name="T48" fmla="*/ 2147483647 w 728"/>
                <a:gd name="T49" fmla="*/ 2147483647 h 376"/>
                <a:gd name="T50" fmla="*/ 2147483647 w 728"/>
                <a:gd name="T51" fmla="*/ 0 h 376"/>
                <a:gd name="T52" fmla="*/ 2147483647 w 728"/>
                <a:gd name="T53" fmla="*/ 2147483647 h 376"/>
                <a:gd name="T54" fmla="*/ 2147483647 w 728"/>
                <a:gd name="T55" fmla="*/ 2147483647 h 376"/>
                <a:gd name="T56" fmla="*/ 2147483647 w 728"/>
                <a:gd name="T57" fmla="*/ 2147483647 h 376"/>
                <a:gd name="T58" fmla="*/ 0 w 728"/>
                <a:gd name="T59" fmla="*/ 2147483647 h 376"/>
                <a:gd name="T60" fmla="*/ 2147483647 w 728"/>
                <a:gd name="T61" fmla="*/ 2147483647 h 376"/>
                <a:gd name="T62" fmla="*/ 2147483647 w 728"/>
                <a:gd name="T63" fmla="*/ 2147483647 h 376"/>
                <a:gd name="T64" fmla="*/ 2147483647 w 728"/>
                <a:gd name="T65" fmla="*/ 2147483647 h 376"/>
                <a:gd name="T66" fmla="*/ 2147483647 w 728"/>
                <a:gd name="T67" fmla="*/ 2147483647 h 37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728"/>
                <a:gd name="T103" fmla="*/ 0 h 376"/>
                <a:gd name="T104" fmla="*/ 728 w 728"/>
                <a:gd name="T105" fmla="*/ 376 h 37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728" h="376">
                  <a:moveTo>
                    <a:pt x="168" y="288"/>
                  </a:moveTo>
                  <a:lnTo>
                    <a:pt x="200" y="288"/>
                  </a:lnTo>
                  <a:lnTo>
                    <a:pt x="208" y="280"/>
                  </a:lnTo>
                  <a:lnTo>
                    <a:pt x="232" y="288"/>
                  </a:lnTo>
                  <a:lnTo>
                    <a:pt x="264" y="320"/>
                  </a:lnTo>
                  <a:lnTo>
                    <a:pt x="288" y="312"/>
                  </a:lnTo>
                  <a:lnTo>
                    <a:pt x="304" y="328"/>
                  </a:lnTo>
                  <a:lnTo>
                    <a:pt x="312" y="344"/>
                  </a:lnTo>
                  <a:lnTo>
                    <a:pt x="328" y="360"/>
                  </a:lnTo>
                  <a:lnTo>
                    <a:pt x="352" y="368"/>
                  </a:lnTo>
                  <a:lnTo>
                    <a:pt x="352" y="336"/>
                  </a:lnTo>
                  <a:lnTo>
                    <a:pt x="368" y="320"/>
                  </a:lnTo>
                  <a:lnTo>
                    <a:pt x="376" y="312"/>
                  </a:lnTo>
                  <a:lnTo>
                    <a:pt x="416" y="312"/>
                  </a:lnTo>
                  <a:lnTo>
                    <a:pt x="440" y="312"/>
                  </a:lnTo>
                  <a:lnTo>
                    <a:pt x="472" y="304"/>
                  </a:lnTo>
                  <a:lnTo>
                    <a:pt x="496" y="304"/>
                  </a:lnTo>
                  <a:lnTo>
                    <a:pt x="512" y="304"/>
                  </a:lnTo>
                  <a:lnTo>
                    <a:pt x="520" y="320"/>
                  </a:lnTo>
                  <a:lnTo>
                    <a:pt x="528" y="352"/>
                  </a:lnTo>
                  <a:lnTo>
                    <a:pt x="552" y="376"/>
                  </a:lnTo>
                  <a:lnTo>
                    <a:pt x="560" y="376"/>
                  </a:lnTo>
                  <a:lnTo>
                    <a:pt x="560" y="336"/>
                  </a:lnTo>
                  <a:lnTo>
                    <a:pt x="544" y="296"/>
                  </a:lnTo>
                  <a:lnTo>
                    <a:pt x="560" y="272"/>
                  </a:lnTo>
                  <a:lnTo>
                    <a:pt x="584" y="264"/>
                  </a:lnTo>
                  <a:lnTo>
                    <a:pt x="616" y="224"/>
                  </a:lnTo>
                  <a:lnTo>
                    <a:pt x="616" y="200"/>
                  </a:lnTo>
                  <a:lnTo>
                    <a:pt x="608" y="176"/>
                  </a:lnTo>
                  <a:lnTo>
                    <a:pt x="624" y="184"/>
                  </a:lnTo>
                  <a:lnTo>
                    <a:pt x="624" y="168"/>
                  </a:lnTo>
                  <a:lnTo>
                    <a:pt x="632" y="168"/>
                  </a:lnTo>
                  <a:lnTo>
                    <a:pt x="640" y="160"/>
                  </a:lnTo>
                  <a:lnTo>
                    <a:pt x="648" y="144"/>
                  </a:lnTo>
                  <a:lnTo>
                    <a:pt x="664" y="136"/>
                  </a:lnTo>
                  <a:lnTo>
                    <a:pt x="688" y="128"/>
                  </a:lnTo>
                  <a:lnTo>
                    <a:pt x="688" y="96"/>
                  </a:lnTo>
                  <a:lnTo>
                    <a:pt x="728" y="72"/>
                  </a:lnTo>
                  <a:lnTo>
                    <a:pt x="720" y="32"/>
                  </a:lnTo>
                  <a:lnTo>
                    <a:pt x="704" y="32"/>
                  </a:lnTo>
                  <a:lnTo>
                    <a:pt x="672" y="72"/>
                  </a:lnTo>
                  <a:lnTo>
                    <a:pt x="632" y="80"/>
                  </a:lnTo>
                  <a:lnTo>
                    <a:pt x="616" y="80"/>
                  </a:lnTo>
                  <a:lnTo>
                    <a:pt x="584" y="104"/>
                  </a:lnTo>
                  <a:lnTo>
                    <a:pt x="536" y="120"/>
                  </a:lnTo>
                  <a:lnTo>
                    <a:pt x="536" y="96"/>
                  </a:lnTo>
                  <a:lnTo>
                    <a:pt x="512" y="48"/>
                  </a:lnTo>
                  <a:lnTo>
                    <a:pt x="440" y="16"/>
                  </a:lnTo>
                  <a:lnTo>
                    <a:pt x="416" y="8"/>
                  </a:lnTo>
                  <a:lnTo>
                    <a:pt x="376" y="0"/>
                  </a:lnTo>
                  <a:lnTo>
                    <a:pt x="24" y="0"/>
                  </a:lnTo>
                  <a:lnTo>
                    <a:pt x="32" y="24"/>
                  </a:lnTo>
                  <a:lnTo>
                    <a:pt x="16" y="32"/>
                  </a:lnTo>
                  <a:lnTo>
                    <a:pt x="24" y="16"/>
                  </a:lnTo>
                  <a:lnTo>
                    <a:pt x="0" y="8"/>
                  </a:lnTo>
                  <a:lnTo>
                    <a:pt x="8" y="48"/>
                  </a:lnTo>
                  <a:lnTo>
                    <a:pt x="8" y="80"/>
                  </a:lnTo>
                  <a:lnTo>
                    <a:pt x="0" y="112"/>
                  </a:lnTo>
                  <a:lnTo>
                    <a:pt x="8" y="136"/>
                  </a:lnTo>
                  <a:lnTo>
                    <a:pt x="8" y="152"/>
                  </a:lnTo>
                  <a:lnTo>
                    <a:pt x="24" y="192"/>
                  </a:lnTo>
                  <a:lnTo>
                    <a:pt x="40" y="224"/>
                  </a:lnTo>
                  <a:lnTo>
                    <a:pt x="56" y="240"/>
                  </a:lnTo>
                  <a:lnTo>
                    <a:pt x="88" y="264"/>
                  </a:lnTo>
                  <a:lnTo>
                    <a:pt x="96" y="272"/>
                  </a:lnTo>
                  <a:lnTo>
                    <a:pt x="128" y="272"/>
                  </a:lnTo>
                  <a:lnTo>
                    <a:pt x="168" y="288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236" name="Freeform 780"/>
            <p:cNvSpPr/>
            <p:nvPr/>
          </p:nvSpPr>
          <p:spPr bwMode="auto">
            <a:xfrm>
              <a:off x="2968199" y="3315136"/>
              <a:ext cx="75667" cy="74570"/>
            </a:xfrm>
            <a:custGeom>
              <a:avLst/>
              <a:gdLst>
                <a:gd name="T0" fmla="*/ 2147483647 w 56"/>
                <a:gd name="T1" fmla="*/ 2147483647 h 56"/>
                <a:gd name="T2" fmla="*/ 2147483647 w 56"/>
                <a:gd name="T3" fmla="*/ 2147483647 h 56"/>
                <a:gd name="T4" fmla="*/ 2147483647 w 56"/>
                <a:gd name="T5" fmla="*/ 0 h 56"/>
                <a:gd name="T6" fmla="*/ 2147483647 w 56"/>
                <a:gd name="T7" fmla="*/ 2147483647 h 56"/>
                <a:gd name="T8" fmla="*/ 0 w 56"/>
                <a:gd name="T9" fmla="*/ 2147483647 h 56"/>
                <a:gd name="T10" fmla="*/ 2147483647 w 56"/>
                <a:gd name="T11" fmla="*/ 2147483647 h 56"/>
                <a:gd name="T12" fmla="*/ 2147483647 w 56"/>
                <a:gd name="T13" fmla="*/ 2147483647 h 56"/>
                <a:gd name="T14" fmla="*/ 2147483647 w 56"/>
                <a:gd name="T15" fmla="*/ 2147483647 h 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6"/>
                <a:gd name="T25" fmla="*/ 0 h 56"/>
                <a:gd name="T26" fmla="*/ 56 w 56"/>
                <a:gd name="T27" fmla="*/ 56 h 5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6" h="56">
                  <a:moveTo>
                    <a:pt x="56" y="56"/>
                  </a:moveTo>
                  <a:lnTo>
                    <a:pt x="56" y="48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0" y="24"/>
                  </a:lnTo>
                  <a:lnTo>
                    <a:pt x="24" y="56"/>
                  </a:lnTo>
                  <a:lnTo>
                    <a:pt x="40" y="56"/>
                  </a:lnTo>
                  <a:lnTo>
                    <a:pt x="56" y="5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7" name="Freeform 781"/>
            <p:cNvSpPr/>
            <p:nvPr/>
          </p:nvSpPr>
          <p:spPr bwMode="auto">
            <a:xfrm>
              <a:off x="3001097" y="3389706"/>
              <a:ext cx="63604" cy="42768"/>
            </a:xfrm>
            <a:custGeom>
              <a:avLst/>
              <a:gdLst>
                <a:gd name="T0" fmla="*/ 2147483647 w 48"/>
                <a:gd name="T1" fmla="*/ 0 h 32"/>
                <a:gd name="T2" fmla="*/ 2147483647 w 48"/>
                <a:gd name="T3" fmla="*/ 0 h 32"/>
                <a:gd name="T4" fmla="*/ 0 w 48"/>
                <a:gd name="T5" fmla="*/ 0 h 32"/>
                <a:gd name="T6" fmla="*/ 2147483647 w 48"/>
                <a:gd name="T7" fmla="*/ 2147483647 h 32"/>
                <a:gd name="T8" fmla="*/ 2147483647 w 48"/>
                <a:gd name="T9" fmla="*/ 2147483647 h 32"/>
                <a:gd name="T10" fmla="*/ 2147483647 w 48"/>
                <a:gd name="T11" fmla="*/ 2147483647 h 32"/>
                <a:gd name="T12" fmla="*/ 2147483647 w 48"/>
                <a:gd name="T13" fmla="*/ 0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8"/>
                <a:gd name="T22" fmla="*/ 0 h 32"/>
                <a:gd name="T23" fmla="*/ 48 w 48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8" h="32">
                  <a:moveTo>
                    <a:pt x="32" y="0"/>
                  </a:moveTo>
                  <a:lnTo>
                    <a:pt x="16" y="0"/>
                  </a:lnTo>
                  <a:lnTo>
                    <a:pt x="0" y="0"/>
                  </a:lnTo>
                  <a:lnTo>
                    <a:pt x="8" y="8"/>
                  </a:lnTo>
                  <a:lnTo>
                    <a:pt x="40" y="32"/>
                  </a:lnTo>
                  <a:lnTo>
                    <a:pt x="48" y="16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8" name="Freeform 782"/>
            <p:cNvSpPr/>
            <p:nvPr/>
          </p:nvSpPr>
          <p:spPr bwMode="auto">
            <a:xfrm>
              <a:off x="3054832" y="3411638"/>
              <a:ext cx="96502" cy="42768"/>
            </a:xfrm>
            <a:custGeom>
              <a:avLst/>
              <a:gdLst>
                <a:gd name="T0" fmla="*/ 2147483647 w 72"/>
                <a:gd name="T1" fmla="*/ 2147483647 h 32"/>
                <a:gd name="T2" fmla="*/ 2147483647 w 72"/>
                <a:gd name="T3" fmla="*/ 2147483647 h 32"/>
                <a:gd name="T4" fmla="*/ 2147483647 w 72"/>
                <a:gd name="T5" fmla="*/ 2147483647 h 32"/>
                <a:gd name="T6" fmla="*/ 2147483647 w 72"/>
                <a:gd name="T7" fmla="*/ 0 h 32"/>
                <a:gd name="T8" fmla="*/ 0 w 72"/>
                <a:gd name="T9" fmla="*/ 2147483647 h 32"/>
                <a:gd name="T10" fmla="*/ 2147483647 w 72"/>
                <a:gd name="T11" fmla="*/ 2147483647 h 32"/>
                <a:gd name="T12" fmla="*/ 2147483647 w 72"/>
                <a:gd name="T13" fmla="*/ 2147483647 h 32"/>
                <a:gd name="T14" fmla="*/ 2147483647 w 72"/>
                <a:gd name="T15" fmla="*/ 2147483647 h 32"/>
                <a:gd name="T16" fmla="*/ 2147483647 w 72"/>
                <a:gd name="T17" fmla="*/ 2147483647 h 32"/>
                <a:gd name="T18" fmla="*/ 2147483647 w 72"/>
                <a:gd name="T19" fmla="*/ 2147483647 h 32"/>
                <a:gd name="T20" fmla="*/ 2147483647 w 72"/>
                <a:gd name="T21" fmla="*/ 2147483647 h 32"/>
                <a:gd name="T22" fmla="*/ 2147483647 w 72"/>
                <a:gd name="T23" fmla="*/ 2147483647 h 32"/>
                <a:gd name="T24" fmla="*/ 2147483647 w 72"/>
                <a:gd name="T25" fmla="*/ 2147483647 h 3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72"/>
                <a:gd name="T40" fmla="*/ 0 h 32"/>
                <a:gd name="T41" fmla="*/ 72 w 72"/>
                <a:gd name="T42" fmla="*/ 32 h 3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72" h="32">
                  <a:moveTo>
                    <a:pt x="56" y="8"/>
                  </a:moveTo>
                  <a:lnTo>
                    <a:pt x="40" y="8"/>
                  </a:lnTo>
                  <a:lnTo>
                    <a:pt x="8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16" y="32"/>
                  </a:lnTo>
                  <a:lnTo>
                    <a:pt x="24" y="32"/>
                  </a:lnTo>
                  <a:lnTo>
                    <a:pt x="32" y="24"/>
                  </a:lnTo>
                  <a:lnTo>
                    <a:pt x="40" y="16"/>
                  </a:lnTo>
                  <a:lnTo>
                    <a:pt x="56" y="16"/>
                  </a:lnTo>
                  <a:lnTo>
                    <a:pt x="64" y="32"/>
                  </a:lnTo>
                  <a:lnTo>
                    <a:pt x="72" y="16"/>
                  </a:lnTo>
                  <a:lnTo>
                    <a:pt x="56" y="8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9" name="Freeform 783"/>
            <p:cNvSpPr/>
            <p:nvPr/>
          </p:nvSpPr>
          <p:spPr bwMode="auto">
            <a:xfrm>
              <a:off x="3118435" y="3367774"/>
              <a:ext cx="203971" cy="214937"/>
            </a:xfrm>
            <a:custGeom>
              <a:avLst/>
              <a:gdLst>
                <a:gd name="T0" fmla="*/ 2147483647 w 152"/>
                <a:gd name="T1" fmla="*/ 2147483647 h 160"/>
                <a:gd name="T2" fmla="*/ 2147483647 w 152"/>
                <a:gd name="T3" fmla="*/ 2147483647 h 160"/>
                <a:gd name="T4" fmla="*/ 2147483647 w 152"/>
                <a:gd name="T5" fmla="*/ 2147483647 h 160"/>
                <a:gd name="T6" fmla="*/ 2147483647 w 152"/>
                <a:gd name="T7" fmla="*/ 2147483647 h 160"/>
                <a:gd name="T8" fmla="*/ 2147483647 w 152"/>
                <a:gd name="T9" fmla="*/ 2147483647 h 160"/>
                <a:gd name="T10" fmla="*/ 2147483647 w 152"/>
                <a:gd name="T11" fmla="*/ 2147483647 h 160"/>
                <a:gd name="T12" fmla="*/ 2147483647 w 152"/>
                <a:gd name="T13" fmla="*/ 2147483647 h 160"/>
                <a:gd name="T14" fmla="*/ 2147483647 w 152"/>
                <a:gd name="T15" fmla="*/ 2147483647 h 160"/>
                <a:gd name="T16" fmla="*/ 2147483647 w 152"/>
                <a:gd name="T17" fmla="*/ 0 h 160"/>
                <a:gd name="T18" fmla="*/ 2147483647 w 152"/>
                <a:gd name="T19" fmla="*/ 2147483647 h 160"/>
                <a:gd name="T20" fmla="*/ 2147483647 w 152"/>
                <a:gd name="T21" fmla="*/ 2147483647 h 160"/>
                <a:gd name="T22" fmla="*/ 2147483647 w 152"/>
                <a:gd name="T23" fmla="*/ 2147483647 h 160"/>
                <a:gd name="T24" fmla="*/ 2147483647 w 152"/>
                <a:gd name="T25" fmla="*/ 2147483647 h 160"/>
                <a:gd name="T26" fmla="*/ 2147483647 w 152"/>
                <a:gd name="T27" fmla="*/ 2147483647 h 160"/>
                <a:gd name="T28" fmla="*/ 2147483647 w 152"/>
                <a:gd name="T29" fmla="*/ 2147483647 h 160"/>
                <a:gd name="T30" fmla="*/ 2147483647 w 152"/>
                <a:gd name="T31" fmla="*/ 2147483647 h 160"/>
                <a:gd name="T32" fmla="*/ 2147483647 w 152"/>
                <a:gd name="T33" fmla="*/ 2147483647 h 160"/>
                <a:gd name="T34" fmla="*/ 2147483647 w 152"/>
                <a:gd name="T35" fmla="*/ 2147483647 h 160"/>
                <a:gd name="T36" fmla="*/ 2147483647 w 152"/>
                <a:gd name="T37" fmla="*/ 2147483647 h 160"/>
                <a:gd name="T38" fmla="*/ 2147483647 w 152"/>
                <a:gd name="T39" fmla="*/ 2147483647 h 160"/>
                <a:gd name="T40" fmla="*/ 0 w 152"/>
                <a:gd name="T41" fmla="*/ 2147483647 h 160"/>
                <a:gd name="T42" fmla="*/ 2147483647 w 152"/>
                <a:gd name="T43" fmla="*/ 2147483647 h 160"/>
                <a:gd name="T44" fmla="*/ 2147483647 w 152"/>
                <a:gd name="T45" fmla="*/ 2147483647 h 160"/>
                <a:gd name="T46" fmla="*/ 2147483647 w 152"/>
                <a:gd name="T47" fmla="*/ 2147483647 h 16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52"/>
                <a:gd name="T73" fmla="*/ 0 h 160"/>
                <a:gd name="T74" fmla="*/ 152 w 152"/>
                <a:gd name="T75" fmla="*/ 160 h 160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52" h="160">
                  <a:moveTo>
                    <a:pt x="152" y="136"/>
                  </a:moveTo>
                  <a:lnTo>
                    <a:pt x="152" y="104"/>
                  </a:lnTo>
                  <a:lnTo>
                    <a:pt x="144" y="88"/>
                  </a:lnTo>
                  <a:lnTo>
                    <a:pt x="144" y="80"/>
                  </a:lnTo>
                  <a:lnTo>
                    <a:pt x="128" y="80"/>
                  </a:lnTo>
                  <a:lnTo>
                    <a:pt x="88" y="64"/>
                  </a:lnTo>
                  <a:lnTo>
                    <a:pt x="80" y="40"/>
                  </a:lnTo>
                  <a:lnTo>
                    <a:pt x="80" y="8"/>
                  </a:lnTo>
                  <a:lnTo>
                    <a:pt x="96" y="0"/>
                  </a:lnTo>
                  <a:lnTo>
                    <a:pt x="72" y="8"/>
                  </a:lnTo>
                  <a:lnTo>
                    <a:pt x="56" y="16"/>
                  </a:lnTo>
                  <a:lnTo>
                    <a:pt x="48" y="32"/>
                  </a:lnTo>
                  <a:lnTo>
                    <a:pt x="40" y="40"/>
                  </a:lnTo>
                  <a:lnTo>
                    <a:pt x="24" y="48"/>
                  </a:lnTo>
                  <a:lnTo>
                    <a:pt x="16" y="64"/>
                  </a:lnTo>
                  <a:lnTo>
                    <a:pt x="16" y="72"/>
                  </a:lnTo>
                  <a:lnTo>
                    <a:pt x="24" y="88"/>
                  </a:lnTo>
                  <a:lnTo>
                    <a:pt x="24" y="104"/>
                  </a:lnTo>
                  <a:lnTo>
                    <a:pt x="24" y="120"/>
                  </a:lnTo>
                  <a:lnTo>
                    <a:pt x="8" y="128"/>
                  </a:lnTo>
                  <a:lnTo>
                    <a:pt x="0" y="136"/>
                  </a:lnTo>
                  <a:lnTo>
                    <a:pt x="32" y="152"/>
                  </a:lnTo>
                  <a:lnTo>
                    <a:pt x="48" y="160"/>
                  </a:lnTo>
                  <a:lnTo>
                    <a:pt x="152" y="13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0" name="Freeform 784"/>
            <p:cNvSpPr/>
            <p:nvPr/>
          </p:nvSpPr>
          <p:spPr bwMode="auto">
            <a:xfrm>
              <a:off x="3183135" y="3550909"/>
              <a:ext cx="139271" cy="96502"/>
            </a:xfrm>
            <a:custGeom>
              <a:avLst/>
              <a:gdLst>
                <a:gd name="T0" fmla="*/ 0 w 104"/>
                <a:gd name="T1" fmla="*/ 2147483647 h 72"/>
                <a:gd name="T2" fmla="*/ 2147483647 w 104"/>
                <a:gd name="T3" fmla="*/ 2147483647 h 72"/>
                <a:gd name="T4" fmla="*/ 2147483647 w 104"/>
                <a:gd name="T5" fmla="*/ 2147483647 h 72"/>
                <a:gd name="T6" fmla="*/ 2147483647 w 104"/>
                <a:gd name="T7" fmla="*/ 2147483647 h 72"/>
                <a:gd name="T8" fmla="*/ 2147483647 w 104"/>
                <a:gd name="T9" fmla="*/ 2147483647 h 72"/>
                <a:gd name="T10" fmla="*/ 2147483647 w 104"/>
                <a:gd name="T11" fmla="*/ 2147483647 h 72"/>
                <a:gd name="T12" fmla="*/ 2147483647 w 104"/>
                <a:gd name="T13" fmla="*/ 2147483647 h 72"/>
                <a:gd name="T14" fmla="*/ 2147483647 w 104"/>
                <a:gd name="T15" fmla="*/ 2147483647 h 72"/>
                <a:gd name="T16" fmla="*/ 2147483647 w 104"/>
                <a:gd name="T17" fmla="*/ 2147483647 h 72"/>
                <a:gd name="T18" fmla="*/ 2147483647 w 104"/>
                <a:gd name="T19" fmla="*/ 2147483647 h 72"/>
                <a:gd name="T20" fmla="*/ 2147483647 w 104"/>
                <a:gd name="T21" fmla="*/ 0 h 72"/>
                <a:gd name="T22" fmla="*/ 0 w 104"/>
                <a:gd name="T23" fmla="*/ 2147483647 h 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4"/>
                <a:gd name="T37" fmla="*/ 0 h 72"/>
                <a:gd name="T38" fmla="*/ 104 w 104"/>
                <a:gd name="T39" fmla="*/ 72 h 7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4" h="72">
                  <a:moveTo>
                    <a:pt x="0" y="24"/>
                  </a:moveTo>
                  <a:lnTo>
                    <a:pt x="24" y="40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56" y="64"/>
                  </a:lnTo>
                  <a:lnTo>
                    <a:pt x="64" y="56"/>
                  </a:lnTo>
                  <a:lnTo>
                    <a:pt x="56" y="64"/>
                  </a:lnTo>
                  <a:lnTo>
                    <a:pt x="64" y="72"/>
                  </a:lnTo>
                  <a:lnTo>
                    <a:pt x="72" y="24"/>
                  </a:lnTo>
                  <a:lnTo>
                    <a:pt x="72" y="8"/>
                  </a:lnTo>
                  <a:lnTo>
                    <a:pt x="104" y="0"/>
                  </a:lnTo>
                  <a:lnTo>
                    <a:pt x="0" y="24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1" name="Freeform 785"/>
            <p:cNvSpPr/>
            <p:nvPr/>
          </p:nvSpPr>
          <p:spPr bwMode="auto">
            <a:xfrm>
              <a:off x="3183135" y="3550909"/>
              <a:ext cx="139271" cy="96502"/>
            </a:xfrm>
            <a:custGeom>
              <a:avLst/>
              <a:gdLst>
                <a:gd name="T0" fmla="*/ 0 w 104"/>
                <a:gd name="T1" fmla="*/ 2147483647 h 72"/>
                <a:gd name="T2" fmla="*/ 0 w 104"/>
                <a:gd name="T3" fmla="*/ 2147483647 h 72"/>
                <a:gd name="T4" fmla="*/ 2147483647 w 104"/>
                <a:gd name="T5" fmla="*/ 2147483647 h 72"/>
                <a:gd name="T6" fmla="*/ 2147483647 w 104"/>
                <a:gd name="T7" fmla="*/ 2147483647 h 72"/>
                <a:gd name="T8" fmla="*/ 2147483647 w 104"/>
                <a:gd name="T9" fmla="*/ 2147483647 h 72"/>
                <a:gd name="T10" fmla="*/ 2147483647 w 104"/>
                <a:gd name="T11" fmla="*/ 2147483647 h 72"/>
                <a:gd name="T12" fmla="*/ 2147483647 w 104"/>
                <a:gd name="T13" fmla="*/ 2147483647 h 72"/>
                <a:gd name="T14" fmla="*/ 2147483647 w 104"/>
                <a:gd name="T15" fmla="*/ 2147483647 h 72"/>
                <a:gd name="T16" fmla="*/ 2147483647 w 104"/>
                <a:gd name="T17" fmla="*/ 2147483647 h 72"/>
                <a:gd name="T18" fmla="*/ 2147483647 w 104"/>
                <a:gd name="T19" fmla="*/ 2147483647 h 72"/>
                <a:gd name="T20" fmla="*/ 2147483647 w 104"/>
                <a:gd name="T21" fmla="*/ 2147483647 h 72"/>
                <a:gd name="T22" fmla="*/ 2147483647 w 104"/>
                <a:gd name="T23" fmla="*/ 0 h 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4"/>
                <a:gd name="T37" fmla="*/ 0 h 72"/>
                <a:gd name="T38" fmla="*/ 104 w 104"/>
                <a:gd name="T39" fmla="*/ 72 h 7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4" h="72">
                  <a:moveTo>
                    <a:pt x="0" y="24"/>
                  </a:moveTo>
                  <a:lnTo>
                    <a:pt x="0" y="24"/>
                  </a:lnTo>
                  <a:lnTo>
                    <a:pt x="24" y="40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56" y="64"/>
                  </a:lnTo>
                  <a:lnTo>
                    <a:pt x="64" y="56"/>
                  </a:lnTo>
                  <a:lnTo>
                    <a:pt x="56" y="64"/>
                  </a:lnTo>
                  <a:lnTo>
                    <a:pt x="64" y="72"/>
                  </a:lnTo>
                  <a:lnTo>
                    <a:pt x="72" y="24"/>
                  </a:lnTo>
                  <a:lnTo>
                    <a:pt x="72" y="8"/>
                  </a:lnTo>
                  <a:lnTo>
                    <a:pt x="104" y="0"/>
                  </a:lnTo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2" name="Freeform 786"/>
            <p:cNvSpPr/>
            <p:nvPr/>
          </p:nvSpPr>
          <p:spPr bwMode="auto">
            <a:xfrm>
              <a:off x="3183135" y="3550909"/>
              <a:ext cx="139271" cy="96502"/>
            </a:xfrm>
            <a:custGeom>
              <a:avLst/>
              <a:gdLst>
                <a:gd name="T0" fmla="*/ 0 w 104"/>
                <a:gd name="T1" fmla="*/ 2147483647 h 72"/>
                <a:gd name="T2" fmla="*/ 0 w 104"/>
                <a:gd name="T3" fmla="*/ 2147483647 h 72"/>
                <a:gd name="T4" fmla="*/ 2147483647 w 104"/>
                <a:gd name="T5" fmla="*/ 2147483647 h 72"/>
                <a:gd name="T6" fmla="*/ 2147483647 w 104"/>
                <a:gd name="T7" fmla="*/ 2147483647 h 72"/>
                <a:gd name="T8" fmla="*/ 2147483647 w 104"/>
                <a:gd name="T9" fmla="*/ 2147483647 h 72"/>
                <a:gd name="T10" fmla="*/ 2147483647 w 104"/>
                <a:gd name="T11" fmla="*/ 2147483647 h 72"/>
                <a:gd name="T12" fmla="*/ 2147483647 w 104"/>
                <a:gd name="T13" fmla="*/ 2147483647 h 72"/>
                <a:gd name="T14" fmla="*/ 2147483647 w 104"/>
                <a:gd name="T15" fmla="*/ 2147483647 h 72"/>
                <a:gd name="T16" fmla="*/ 2147483647 w 104"/>
                <a:gd name="T17" fmla="*/ 2147483647 h 72"/>
                <a:gd name="T18" fmla="*/ 2147483647 w 104"/>
                <a:gd name="T19" fmla="*/ 2147483647 h 72"/>
                <a:gd name="T20" fmla="*/ 2147483647 w 104"/>
                <a:gd name="T21" fmla="*/ 2147483647 h 72"/>
                <a:gd name="T22" fmla="*/ 2147483647 w 104"/>
                <a:gd name="T23" fmla="*/ 0 h 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4"/>
                <a:gd name="T37" fmla="*/ 0 h 72"/>
                <a:gd name="T38" fmla="*/ 104 w 104"/>
                <a:gd name="T39" fmla="*/ 72 h 7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4" h="72">
                  <a:moveTo>
                    <a:pt x="0" y="24"/>
                  </a:moveTo>
                  <a:lnTo>
                    <a:pt x="0" y="24"/>
                  </a:lnTo>
                  <a:lnTo>
                    <a:pt x="24" y="40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56" y="64"/>
                  </a:lnTo>
                  <a:lnTo>
                    <a:pt x="64" y="56"/>
                  </a:lnTo>
                  <a:lnTo>
                    <a:pt x="56" y="64"/>
                  </a:lnTo>
                  <a:lnTo>
                    <a:pt x="64" y="72"/>
                  </a:lnTo>
                  <a:lnTo>
                    <a:pt x="72" y="24"/>
                  </a:lnTo>
                  <a:lnTo>
                    <a:pt x="72" y="8"/>
                  </a:lnTo>
                  <a:lnTo>
                    <a:pt x="104" y="0"/>
                  </a:lnTo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3" name="Freeform 787"/>
            <p:cNvSpPr/>
            <p:nvPr/>
          </p:nvSpPr>
          <p:spPr bwMode="auto">
            <a:xfrm>
              <a:off x="3420004" y="3432474"/>
              <a:ext cx="85536" cy="118435"/>
            </a:xfrm>
            <a:custGeom>
              <a:avLst/>
              <a:gdLst>
                <a:gd name="T0" fmla="*/ 2147483647 w 64"/>
                <a:gd name="T1" fmla="*/ 2147483647 h 88"/>
                <a:gd name="T2" fmla="*/ 2147483647 w 64"/>
                <a:gd name="T3" fmla="*/ 2147483647 h 88"/>
                <a:gd name="T4" fmla="*/ 2147483647 w 64"/>
                <a:gd name="T5" fmla="*/ 2147483647 h 88"/>
                <a:gd name="T6" fmla="*/ 2147483647 w 64"/>
                <a:gd name="T7" fmla="*/ 2147483647 h 88"/>
                <a:gd name="T8" fmla="*/ 2147483647 w 64"/>
                <a:gd name="T9" fmla="*/ 2147483647 h 88"/>
                <a:gd name="T10" fmla="*/ 2147483647 w 64"/>
                <a:gd name="T11" fmla="*/ 2147483647 h 88"/>
                <a:gd name="T12" fmla="*/ 2147483647 w 64"/>
                <a:gd name="T13" fmla="*/ 2147483647 h 88"/>
                <a:gd name="T14" fmla="*/ 2147483647 w 64"/>
                <a:gd name="T15" fmla="*/ 0 h 88"/>
                <a:gd name="T16" fmla="*/ 2147483647 w 64"/>
                <a:gd name="T17" fmla="*/ 2147483647 h 88"/>
                <a:gd name="T18" fmla="*/ 0 w 64"/>
                <a:gd name="T19" fmla="*/ 2147483647 h 88"/>
                <a:gd name="T20" fmla="*/ 2147483647 w 64"/>
                <a:gd name="T21" fmla="*/ 2147483647 h 88"/>
                <a:gd name="T22" fmla="*/ 2147483647 w 64"/>
                <a:gd name="T23" fmla="*/ 2147483647 h 88"/>
                <a:gd name="T24" fmla="*/ 2147483647 w 64"/>
                <a:gd name="T25" fmla="*/ 2147483647 h 88"/>
                <a:gd name="T26" fmla="*/ 2147483647 w 64"/>
                <a:gd name="T27" fmla="*/ 2147483647 h 88"/>
                <a:gd name="T28" fmla="*/ 2147483647 w 64"/>
                <a:gd name="T29" fmla="*/ 2147483647 h 88"/>
                <a:gd name="T30" fmla="*/ 2147483647 w 64"/>
                <a:gd name="T31" fmla="*/ 2147483647 h 88"/>
                <a:gd name="T32" fmla="*/ 2147483647 w 64"/>
                <a:gd name="T33" fmla="*/ 2147483647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4"/>
                <a:gd name="T52" fmla="*/ 0 h 88"/>
                <a:gd name="T53" fmla="*/ 64 w 64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4" h="88">
                  <a:moveTo>
                    <a:pt x="64" y="80"/>
                  </a:moveTo>
                  <a:lnTo>
                    <a:pt x="56" y="64"/>
                  </a:lnTo>
                  <a:lnTo>
                    <a:pt x="48" y="48"/>
                  </a:lnTo>
                  <a:lnTo>
                    <a:pt x="56" y="40"/>
                  </a:lnTo>
                  <a:lnTo>
                    <a:pt x="64" y="24"/>
                  </a:lnTo>
                  <a:lnTo>
                    <a:pt x="48" y="24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16" y="40"/>
                  </a:lnTo>
                  <a:lnTo>
                    <a:pt x="24" y="56"/>
                  </a:lnTo>
                  <a:lnTo>
                    <a:pt x="16" y="80"/>
                  </a:lnTo>
                  <a:lnTo>
                    <a:pt x="32" y="88"/>
                  </a:lnTo>
                  <a:lnTo>
                    <a:pt x="40" y="88"/>
                  </a:lnTo>
                  <a:lnTo>
                    <a:pt x="64" y="8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4" name="Freeform 788"/>
            <p:cNvSpPr/>
            <p:nvPr/>
          </p:nvSpPr>
          <p:spPr bwMode="auto">
            <a:xfrm>
              <a:off x="3537343" y="3475242"/>
              <a:ext cx="53734" cy="64701"/>
            </a:xfrm>
            <a:custGeom>
              <a:avLst/>
              <a:gdLst>
                <a:gd name="T0" fmla="*/ 2147483647 w 40"/>
                <a:gd name="T1" fmla="*/ 2147483647 h 48"/>
                <a:gd name="T2" fmla="*/ 2147483647 w 40"/>
                <a:gd name="T3" fmla="*/ 2147483647 h 48"/>
                <a:gd name="T4" fmla="*/ 2147483647 w 40"/>
                <a:gd name="T5" fmla="*/ 2147483647 h 48"/>
                <a:gd name="T6" fmla="*/ 2147483647 w 40"/>
                <a:gd name="T7" fmla="*/ 2147483647 h 48"/>
                <a:gd name="T8" fmla="*/ 2147483647 w 40"/>
                <a:gd name="T9" fmla="*/ 0 h 48"/>
                <a:gd name="T10" fmla="*/ 2147483647 w 40"/>
                <a:gd name="T11" fmla="*/ 0 h 48"/>
                <a:gd name="T12" fmla="*/ 0 w 40"/>
                <a:gd name="T13" fmla="*/ 2147483647 h 48"/>
                <a:gd name="T14" fmla="*/ 2147483647 w 40"/>
                <a:gd name="T15" fmla="*/ 2147483647 h 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0"/>
                <a:gd name="T25" fmla="*/ 0 h 48"/>
                <a:gd name="T26" fmla="*/ 40 w 40"/>
                <a:gd name="T27" fmla="*/ 48 h 4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0" h="48">
                  <a:moveTo>
                    <a:pt x="8" y="32"/>
                  </a:moveTo>
                  <a:lnTo>
                    <a:pt x="8" y="48"/>
                  </a:lnTo>
                  <a:lnTo>
                    <a:pt x="24" y="40"/>
                  </a:lnTo>
                  <a:lnTo>
                    <a:pt x="40" y="16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8" y="32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5" name="Freeform 789"/>
            <p:cNvSpPr/>
            <p:nvPr/>
          </p:nvSpPr>
          <p:spPr bwMode="auto">
            <a:xfrm>
              <a:off x="3420004" y="3432474"/>
              <a:ext cx="85536" cy="118435"/>
            </a:xfrm>
            <a:custGeom>
              <a:avLst/>
              <a:gdLst>
                <a:gd name="T0" fmla="*/ 2147483647 w 64"/>
                <a:gd name="T1" fmla="*/ 2147483647 h 88"/>
                <a:gd name="T2" fmla="*/ 2147483647 w 64"/>
                <a:gd name="T3" fmla="*/ 2147483647 h 88"/>
                <a:gd name="T4" fmla="*/ 2147483647 w 64"/>
                <a:gd name="T5" fmla="*/ 2147483647 h 88"/>
                <a:gd name="T6" fmla="*/ 2147483647 w 64"/>
                <a:gd name="T7" fmla="*/ 2147483647 h 88"/>
                <a:gd name="T8" fmla="*/ 2147483647 w 64"/>
                <a:gd name="T9" fmla="*/ 2147483647 h 88"/>
                <a:gd name="T10" fmla="*/ 2147483647 w 64"/>
                <a:gd name="T11" fmla="*/ 2147483647 h 88"/>
                <a:gd name="T12" fmla="*/ 2147483647 w 64"/>
                <a:gd name="T13" fmla="*/ 2147483647 h 88"/>
                <a:gd name="T14" fmla="*/ 2147483647 w 64"/>
                <a:gd name="T15" fmla="*/ 0 h 88"/>
                <a:gd name="T16" fmla="*/ 2147483647 w 64"/>
                <a:gd name="T17" fmla="*/ 2147483647 h 88"/>
                <a:gd name="T18" fmla="*/ 0 w 64"/>
                <a:gd name="T19" fmla="*/ 2147483647 h 88"/>
                <a:gd name="T20" fmla="*/ 2147483647 w 64"/>
                <a:gd name="T21" fmla="*/ 2147483647 h 88"/>
                <a:gd name="T22" fmla="*/ 2147483647 w 64"/>
                <a:gd name="T23" fmla="*/ 2147483647 h 88"/>
                <a:gd name="T24" fmla="*/ 2147483647 w 64"/>
                <a:gd name="T25" fmla="*/ 2147483647 h 88"/>
                <a:gd name="T26" fmla="*/ 2147483647 w 64"/>
                <a:gd name="T27" fmla="*/ 2147483647 h 88"/>
                <a:gd name="T28" fmla="*/ 2147483647 w 64"/>
                <a:gd name="T29" fmla="*/ 2147483647 h 88"/>
                <a:gd name="T30" fmla="*/ 2147483647 w 64"/>
                <a:gd name="T31" fmla="*/ 2147483647 h 88"/>
                <a:gd name="T32" fmla="*/ 2147483647 w 64"/>
                <a:gd name="T33" fmla="*/ 2147483647 h 88"/>
                <a:gd name="T34" fmla="*/ 2147483647 w 64"/>
                <a:gd name="T35" fmla="*/ 2147483647 h 88"/>
                <a:gd name="T36" fmla="*/ 2147483647 w 64"/>
                <a:gd name="T37" fmla="*/ 2147483647 h 88"/>
                <a:gd name="T38" fmla="*/ 2147483647 w 64"/>
                <a:gd name="T39" fmla="*/ 2147483647 h 88"/>
                <a:gd name="T40" fmla="*/ 2147483647 w 64"/>
                <a:gd name="T41" fmla="*/ 2147483647 h 88"/>
                <a:gd name="T42" fmla="*/ 2147483647 w 64"/>
                <a:gd name="T43" fmla="*/ 2147483647 h 88"/>
                <a:gd name="T44" fmla="*/ 2147483647 w 64"/>
                <a:gd name="T45" fmla="*/ 2147483647 h 88"/>
                <a:gd name="T46" fmla="*/ 2147483647 w 64"/>
                <a:gd name="T47" fmla="*/ 2147483647 h 88"/>
                <a:gd name="T48" fmla="*/ 2147483647 w 64"/>
                <a:gd name="T49" fmla="*/ 0 h 88"/>
                <a:gd name="T50" fmla="*/ 2147483647 w 64"/>
                <a:gd name="T51" fmla="*/ 2147483647 h 88"/>
                <a:gd name="T52" fmla="*/ 0 w 64"/>
                <a:gd name="T53" fmla="*/ 2147483647 h 88"/>
                <a:gd name="T54" fmla="*/ 2147483647 w 64"/>
                <a:gd name="T55" fmla="*/ 2147483647 h 88"/>
                <a:gd name="T56" fmla="*/ 2147483647 w 64"/>
                <a:gd name="T57" fmla="*/ 2147483647 h 88"/>
                <a:gd name="T58" fmla="*/ 2147483647 w 64"/>
                <a:gd name="T59" fmla="*/ 2147483647 h 88"/>
                <a:gd name="T60" fmla="*/ 2147483647 w 64"/>
                <a:gd name="T61" fmla="*/ 2147483647 h 88"/>
                <a:gd name="T62" fmla="*/ 2147483647 w 64"/>
                <a:gd name="T63" fmla="*/ 2147483647 h 88"/>
                <a:gd name="T64" fmla="*/ 2147483647 w 64"/>
                <a:gd name="T65" fmla="*/ 2147483647 h 88"/>
                <a:gd name="T66" fmla="*/ 2147483647 w 64"/>
                <a:gd name="T67" fmla="*/ 2147483647 h 88"/>
                <a:gd name="T68" fmla="*/ 2147483647 w 64"/>
                <a:gd name="T69" fmla="*/ 2147483647 h 8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64"/>
                <a:gd name="T106" fmla="*/ 0 h 88"/>
                <a:gd name="T107" fmla="*/ 64 w 64"/>
                <a:gd name="T108" fmla="*/ 88 h 8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64" h="88">
                  <a:moveTo>
                    <a:pt x="64" y="80"/>
                  </a:moveTo>
                  <a:lnTo>
                    <a:pt x="56" y="64"/>
                  </a:lnTo>
                  <a:lnTo>
                    <a:pt x="48" y="48"/>
                  </a:lnTo>
                  <a:lnTo>
                    <a:pt x="56" y="40"/>
                  </a:lnTo>
                  <a:lnTo>
                    <a:pt x="64" y="24"/>
                  </a:lnTo>
                  <a:lnTo>
                    <a:pt x="48" y="24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16" y="40"/>
                  </a:lnTo>
                  <a:lnTo>
                    <a:pt x="24" y="56"/>
                  </a:lnTo>
                  <a:lnTo>
                    <a:pt x="16" y="80"/>
                  </a:lnTo>
                  <a:lnTo>
                    <a:pt x="32" y="88"/>
                  </a:lnTo>
                  <a:lnTo>
                    <a:pt x="40" y="88"/>
                  </a:lnTo>
                  <a:lnTo>
                    <a:pt x="64" y="80"/>
                  </a:lnTo>
                  <a:lnTo>
                    <a:pt x="56" y="64"/>
                  </a:lnTo>
                  <a:lnTo>
                    <a:pt x="48" y="48"/>
                  </a:lnTo>
                  <a:lnTo>
                    <a:pt x="56" y="40"/>
                  </a:lnTo>
                  <a:lnTo>
                    <a:pt x="64" y="24"/>
                  </a:lnTo>
                  <a:lnTo>
                    <a:pt x="48" y="24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16" y="40"/>
                  </a:lnTo>
                  <a:lnTo>
                    <a:pt x="24" y="56"/>
                  </a:lnTo>
                  <a:lnTo>
                    <a:pt x="16" y="80"/>
                  </a:lnTo>
                  <a:lnTo>
                    <a:pt x="32" y="88"/>
                  </a:lnTo>
                  <a:lnTo>
                    <a:pt x="40" y="88"/>
                  </a:lnTo>
                  <a:lnTo>
                    <a:pt x="64" y="8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6" name="Freeform 790"/>
            <p:cNvSpPr/>
            <p:nvPr/>
          </p:nvSpPr>
          <p:spPr bwMode="auto">
            <a:xfrm>
              <a:off x="3537343" y="3475242"/>
              <a:ext cx="53734" cy="64701"/>
            </a:xfrm>
            <a:custGeom>
              <a:avLst/>
              <a:gdLst>
                <a:gd name="T0" fmla="*/ 2147483647 w 40"/>
                <a:gd name="T1" fmla="*/ 2147483647 h 48"/>
                <a:gd name="T2" fmla="*/ 2147483647 w 40"/>
                <a:gd name="T3" fmla="*/ 2147483647 h 48"/>
                <a:gd name="T4" fmla="*/ 2147483647 w 40"/>
                <a:gd name="T5" fmla="*/ 2147483647 h 48"/>
                <a:gd name="T6" fmla="*/ 2147483647 w 40"/>
                <a:gd name="T7" fmla="*/ 2147483647 h 48"/>
                <a:gd name="T8" fmla="*/ 2147483647 w 40"/>
                <a:gd name="T9" fmla="*/ 2147483647 h 48"/>
                <a:gd name="T10" fmla="*/ 2147483647 w 40"/>
                <a:gd name="T11" fmla="*/ 0 h 48"/>
                <a:gd name="T12" fmla="*/ 2147483647 w 40"/>
                <a:gd name="T13" fmla="*/ 0 h 48"/>
                <a:gd name="T14" fmla="*/ 0 w 40"/>
                <a:gd name="T15" fmla="*/ 2147483647 h 48"/>
                <a:gd name="T16" fmla="*/ 2147483647 w 40"/>
                <a:gd name="T17" fmla="*/ 2147483647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0"/>
                <a:gd name="T28" fmla="*/ 0 h 48"/>
                <a:gd name="T29" fmla="*/ 40 w 40"/>
                <a:gd name="T30" fmla="*/ 48 h 4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0" h="48">
                  <a:moveTo>
                    <a:pt x="8" y="32"/>
                  </a:moveTo>
                  <a:lnTo>
                    <a:pt x="8" y="48"/>
                  </a:lnTo>
                  <a:lnTo>
                    <a:pt x="24" y="40"/>
                  </a:lnTo>
                  <a:lnTo>
                    <a:pt x="40" y="16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8" y="32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7" name="Freeform 792"/>
            <p:cNvSpPr/>
            <p:nvPr/>
          </p:nvSpPr>
          <p:spPr bwMode="auto">
            <a:xfrm>
              <a:off x="3398072" y="3916082"/>
              <a:ext cx="150237" cy="139271"/>
            </a:xfrm>
            <a:custGeom>
              <a:avLst/>
              <a:gdLst>
                <a:gd name="T0" fmla="*/ 2147483647 w 112"/>
                <a:gd name="T1" fmla="*/ 0 h 104"/>
                <a:gd name="T2" fmla="*/ 0 w 112"/>
                <a:gd name="T3" fmla="*/ 2147483647 h 104"/>
                <a:gd name="T4" fmla="*/ 0 w 112"/>
                <a:gd name="T5" fmla="*/ 2147483647 h 104"/>
                <a:gd name="T6" fmla="*/ 2147483647 w 112"/>
                <a:gd name="T7" fmla="*/ 2147483647 h 104"/>
                <a:gd name="T8" fmla="*/ 2147483647 w 112"/>
                <a:gd name="T9" fmla="*/ 2147483647 h 104"/>
                <a:gd name="T10" fmla="*/ 2147483647 w 112"/>
                <a:gd name="T11" fmla="*/ 2147483647 h 104"/>
                <a:gd name="T12" fmla="*/ 2147483647 w 112"/>
                <a:gd name="T13" fmla="*/ 2147483647 h 104"/>
                <a:gd name="T14" fmla="*/ 2147483647 w 112"/>
                <a:gd name="T15" fmla="*/ 2147483647 h 104"/>
                <a:gd name="T16" fmla="*/ 2147483647 w 112"/>
                <a:gd name="T17" fmla="*/ 2147483647 h 104"/>
                <a:gd name="T18" fmla="*/ 2147483647 w 112"/>
                <a:gd name="T19" fmla="*/ 2147483647 h 104"/>
                <a:gd name="T20" fmla="*/ 2147483647 w 112"/>
                <a:gd name="T21" fmla="*/ 2147483647 h 104"/>
                <a:gd name="T22" fmla="*/ 2147483647 w 112"/>
                <a:gd name="T23" fmla="*/ 2147483647 h 104"/>
                <a:gd name="T24" fmla="*/ 2147483647 w 112"/>
                <a:gd name="T25" fmla="*/ 2147483647 h 104"/>
                <a:gd name="T26" fmla="*/ 2147483647 w 112"/>
                <a:gd name="T27" fmla="*/ 2147483647 h 104"/>
                <a:gd name="T28" fmla="*/ 2147483647 w 112"/>
                <a:gd name="T29" fmla="*/ 2147483647 h 104"/>
                <a:gd name="T30" fmla="*/ 2147483647 w 112"/>
                <a:gd name="T31" fmla="*/ 2147483647 h 104"/>
                <a:gd name="T32" fmla="*/ 2147483647 w 112"/>
                <a:gd name="T33" fmla="*/ 2147483647 h 104"/>
                <a:gd name="T34" fmla="*/ 2147483647 w 112"/>
                <a:gd name="T35" fmla="*/ 0 h 104"/>
                <a:gd name="T36" fmla="*/ 2147483647 w 112"/>
                <a:gd name="T37" fmla="*/ 0 h 104"/>
                <a:gd name="T38" fmla="*/ 2147483647 w 112"/>
                <a:gd name="T39" fmla="*/ 0 h 10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12"/>
                <a:gd name="T61" fmla="*/ 0 h 104"/>
                <a:gd name="T62" fmla="*/ 112 w 112"/>
                <a:gd name="T63" fmla="*/ 104 h 10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12" h="104">
                  <a:moveTo>
                    <a:pt x="32" y="0"/>
                  </a:moveTo>
                  <a:lnTo>
                    <a:pt x="0" y="24"/>
                  </a:lnTo>
                  <a:lnTo>
                    <a:pt x="0" y="32"/>
                  </a:lnTo>
                  <a:lnTo>
                    <a:pt x="8" y="48"/>
                  </a:lnTo>
                  <a:lnTo>
                    <a:pt x="24" y="56"/>
                  </a:lnTo>
                  <a:lnTo>
                    <a:pt x="48" y="64"/>
                  </a:lnTo>
                  <a:lnTo>
                    <a:pt x="56" y="72"/>
                  </a:lnTo>
                  <a:lnTo>
                    <a:pt x="56" y="96"/>
                  </a:lnTo>
                  <a:lnTo>
                    <a:pt x="72" y="104"/>
                  </a:lnTo>
                  <a:lnTo>
                    <a:pt x="96" y="88"/>
                  </a:lnTo>
                  <a:lnTo>
                    <a:pt x="112" y="80"/>
                  </a:lnTo>
                  <a:lnTo>
                    <a:pt x="104" y="72"/>
                  </a:lnTo>
                  <a:lnTo>
                    <a:pt x="104" y="56"/>
                  </a:lnTo>
                  <a:lnTo>
                    <a:pt x="96" y="56"/>
                  </a:lnTo>
                  <a:lnTo>
                    <a:pt x="80" y="32"/>
                  </a:lnTo>
                  <a:lnTo>
                    <a:pt x="72" y="24"/>
                  </a:lnTo>
                  <a:lnTo>
                    <a:pt x="56" y="8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8" name="Freeform 793"/>
            <p:cNvSpPr/>
            <p:nvPr/>
          </p:nvSpPr>
          <p:spPr bwMode="auto">
            <a:xfrm>
              <a:off x="3472642" y="4109086"/>
              <a:ext cx="86633" cy="107468"/>
            </a:xfrm>
            <a:custGeom>
              <a:avLst/>
              <a:gdLst>
                <a:gd name="T0" fmla="*/ 2147483647 w 64"/>
                <a:gd name="T1" fmla="*/ 2147483647 h 80"/>
                <a:gd name="T2" fmla="*/ 2147483647 w 64"/>
                <a:gd name="T3" fmla="*/ 2147483647 h 80"/>
                <a:gd name="T4" fmla="*/ 2147483647 w 64"/>
                <a:gd name="T5" fmla="*/ 0 h 80"/>
                <a:gd name="T6" fmla="*/ 0 w 64"/>
                <a:gd name="T7" fmla="*/ 2147483647 h 80"/>
                <a:gd name="T8" fmla="*/ 0 w 64"/>
                <a:gd name="T9" fmla="*/ 2147483647 h 80"/>
                <a:gd name="T10" fmla="*/ 0 w 64"/>
                <a:gd name="T11" fmla="*/ 2147483647 h 80"/>
                <a:gd name="T12" fmla="*/ 2147483647 w 64"/>
                <a:gd name="T13" fmla="*/ 2147483647 h 80"/>
                <a:gd name="T14" fmla="*/ 2147483647 w 64"/>
                <a:gd name="T15" fmla="*/ 2147483647 h 80"/>
                <a:gd name="T16" fmla="*/ 2147483647 w 64"/>
                <a:gd name="T17" fmla="*/ 2147483647 h 80"/>
                <a:gd name="T18" fmla="*/ 2147483647 w 64"/>
                <a:gd name="T19" fmla="*/ 2147483647 h 80"/>
                <a:gd name="T20" fmla="*/ 2147483647 w 64"/>
                <a:gd name="T21" fmla="*/ 2147483647 h 80"/>
                <a:gd name="T22" fmla="*/ 2147483647 w 64"/>
                <a:gd name="T23" fmla="*/ 2147483647 h 80"/>
                <a:gd name="T24" fmla="*/ 2147483647 w 64"/>
                <a:gd name="T25" fmla="*/ 2147483647 h 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80"/>
                <a:gd name="T41" fmla="*/ 64 w 64"/>
                <a:gd name="T42" fmla="*/ 80 h 8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80">
                  <a:moveTo>
                    <a:pt x="40" y="16"/>
                  </a:moveTo>
                  <a:lnTo>
                    <a:pt x="24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0" y="32"/>
                  </a:lnTo>
                  <a:lnTo>
                    <a:pt x="0" y="56"/>
                  </a:lnTo>
                  <a:lnTo>
                    <a:pt x="16" y="64"/>
                  </a:lnTo>
                  <a:lnTo>
                    <a:pt x="24" y="72"/>
                  </a:lnTo>
                  <a:lnTo>
                    <a:pt x="40" y="80"/>
                  </a:lnTo>
                  <a:lnTo>
                    <a:pt x="64" y="64"/>
                  </a:lnTo>
                  <a:lnTo>
                    <a:pt x="64" y="56"/>
                  </a:lnTo>
                  <a:lnTo>
                    <a:pt x="56" y="32"/>
                  </a:lnTo>
                  <a:lnTo>
                    <a:pt x="40" y="1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9" name="Freeform 794"/>
            <p:cNvSpPr/>
            <p:nvPr/>
          </p:nvSpPr>
          <p:spPr bwMode="auto">
            <a:xfrm>
              <a:off x="3279638" y="3743913"/>
              <a:ext cx="193004" cy="225903"/>
            </a:xfrm>
            <a:custGeom>
              <a:avLst/>
              <a:gdLst>
                <a:gd name="T0" fmla="*/ 2147483647 w 144"/>
                <a:gd name="T1" fmla="*/ 2147483647 h 168"/>
                <a:gd name="T2" fmla="*/ 2147483647 w 144"/>
                <a:gd name="T3" fmla="*/ 2147483647 h 168"/>
                <a:gd name="T4" fmla="*/ 2147483647 w 144"/>
                <a:gd name="T5" fmla="*/ 2147483647 h 168"/>
                <a:gd name="T6" fmla="*/ 2147483647 w 144"/>
                <a:gd name="T7" fmla="*/ 2147483647 h 168"/>
                <a:gd name="T8" fmla="*/ 2147483647 w 144"/>
                <a:gd name="T9" fmla="*/ 2147483647 h 168"/>
                <a:gd name="T10" fmla="*/ 2147483647 w 144"/>
                <a:gd name="T11" fmla="*/ 2147483647 h 168"/>
                <a:gd name="T12" fmla="*/ 2147483647 w 144"/>
                <a:gd name="T13" fmla="*/ 2147483647 h 168"/>
                <a:gd name="T14" fmla="*/ 2147483647 w 144"/>
                <a:gd name="T15" fmla="*/ 2147483647 h 168"/>
                <a:gd name="T16" fmla="*/ 2147483647 w 144"/>
                <a:gd name="T17" fmla="*/ 2147483647 h 168"/>
                <a:gd name="T18" fmla="*/ 2147483647 w 144"/>
                <a:gd name="T19" fmla="*/ 2147483647 h 168"/>
                <a:gd name="T20" fmla="*/ 2147483647 w 144"/>
                <a:gd name="T21" fmla="*/ 2147483647 h 168"/>
                <a:gd name="T22" fmla="*/ 2147483647 w 144"/>
                <a:gd name="T23" fmla="*/ 2147483647 h 168"/>
                <a:gd name="T24" fmla="*/ 2147483647 w 144"/>
                <a:gd name="T25" fmla="*/ 2147483647 h 168"/>
                <a:gd name="T26" fmla="*/ 2147483647 w 144"/>
                <a:gd name="T27" fmla="*/ 0 h 168"/>
                <a:gd name="T28" fmla="*/ 2147483647 w 144"/>
                <a:gd name="T29" fmla="*/ 2147483647 h 168"/>
                <a:gd name="T30" fmla="*/ 0 w 144"/>
                <a:gd name="T31" fmla="*/ 2147483647 h 168"/>
                <a:gd name="T32" fmla="*/ 2147483647 w 144"/>
                <a:gd name="T33" fmla="*/ 2147483647 h 168"/>
                <a:gd name="T34" fmla="*/ 2147483647 w 144"/>
                <a:gd name="T35" fmla="*/ 2147483647 h 168"/>
                <a:gd name="T36" fmla="*/ 0 w 144"/>
                <a:gd name="T37" fmla="*/ 2147483647 h 168"/>
                <a:gd name="T38" fmla="*/ 0 w 144"/>
                <a:gd name="T39" fmla="*/ 2147483647 h 168"/>
                <a:gd name="T40" fmla="*/ 2147483647 w 144"/>
                <a:gd name="T41" fmla="*/ 2147483647 h 168"/>
                <a:gd name="T42" fmla="*/ 2147483647 w 144"/>
                <a:gd name="T43" fmla="*/ 2147483647 h 168"/>
                <a:gd name="T44" fmla="*/ 2147483647 w 144"/>
                <a:gd name="T45" fmla="*/ 2147483647 h 168"/>
                <a:gd name="T46" fmla="*/ 2147483647 w 144"/>
                <a:gd name="T47" fmla="*/ 2147483647 h 168"/>
                <a:gd name="T48" fmla="*/ 2147483647 w 144"/>
                <a:gd name="T49" fmla="*/ 2147483647 h 168"/>
                <a:gd name="T50" fmla="*/ 2147483647 w 144"/>
                <a:gd name="T51" fmla="*/ 2147483647 h 168"/>
                <a:gd name="T52" fmla="*/ 2147483647 w 144"/>
                <a:gd name="T53" fmla="*/ 2147483647 h 168"/>
                <a:gd name="T54" fmla="*/ 2147483647 w 144"/>
                <a:gd name="T55" fmla="*/ 2147483647 h 168"/>
                <a:gd name="T56" fmla="*/ 2147483647 w 144"/>
                <a:gd name="T57" fmla="*/ 2147483647 h 168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44"/>
                <a:gd name="T88" fmla="*/ 0 h 168"/>
                <a:gd name="T89" fmla="*/ 144 w 144"/>
                <a:gd name="T90" fmla="*/ 168 h 168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44" h="168">
                  <a:moveTo>
                    <a:pt x="88" y="160"/>
                  </a:moveTo>
                  <a:lnTo>
                    <a:pt x="88" y="152"/>
                  </a:lnTo>
                  <a:lnTo>
                    <a:pt x="120" y="128"/>
                  </a:lnTo>
                  <a:lnTo>
                    <a:pt x="136" y="128"/>
                  </a:lnTo>
                  <a:lnTo>
                    <a:pt x="144" y="128"/>
                  </a:lnTo>
                  <a:lnTo>
                    <a:pt x="144" y="104"/>
                  </a:lnTo>
                  <a:lnTo>
                    <a:pt x="144" y="88"/>
                  </a:lnTo>
                  <a:lnTo>
                    <a:pt x="120" y="80"/>
                  </a:lnTo>
                  <a:lnTo>
                    <a:pt x="112" y="72"/>
                  </a:lnTo>
                  <a:lnTo>
                    <a:pt x="112" y="56"/>
                  </a:lnTo>
                  <a:lnTo>
                    <a:pt x="88" y="40"/>
                  </a:lnTo>
                  <a:lnTo>
                    <a:pt x="64" y="32"/>
                  </a:lnTo>
                  <a:lnTo>
                    <a:pt x="56" y="8"/>
                  </a:lnTo>
                  <a:lnTo>
                    <a:pt x="32" y="0"/>
                  </a:lnTo>
                  <a:lnTo>
                    <a:pt x="16" y="16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8" y="64"/>
                  </a:lnTo>
                  <a:lnTo>
                    <a:pt x="0" y="88"/>
                  </a:lnTo>
                  <a:lnTo>
                    <a:pt x="0" y="104"/>
                  </a:lnTo>
                  <a:lnTo>
                    <a:pt x="16" y="112"/>
                  </a:lnTo>
                  <a:lnTo>
                    <a:pt x="8" y="128"/>
                  </a:lnTo>
                  <a:lnTo>
                    <a:pt x="24" y="160"/>
                  </a:lnTo>
                  <a:lnTo>
                    <a:pt x="32" y="168"/>
                  </a:lnTo>
                  <a:lnTo>
                    <a:pt x="40" y="160"/>
                  </a:lnTo>
                  <a:lnTo>
                    <a:pt x="48" y="160"/>
                  </a:lnTo>
                  <a:lnTo>
                    <a:pt x="64" y="168"/>
                  </a:lnTo>
                  <a:lnTo>
                    <a:pt x="72" y="160"/>
                  </a:lnTo>
                  <a:lnTo>
                    <a:pt x="88" y="16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0" name="Freeform 795"/>
            <p:cNvSpPr/>
            <p:nvPr/>
          </p:nvSpPr>
          <p:spPr bwMode="auto">
            <a:xfrm>
              <a:off x="3216034" y="3486208"/>
              <a:ext cx="654680" cy="697448"/>
            </a:xfrm>
            <a:custGeom>
              <a:avLst/>
              <a:gdLst>
                <a:gd name="T0" fmla="*/ 2147483647 w 488"/>
                <a:gd name="T1" fmla="*/ 2147483647 h 520"/>
                <a:gd name="T2" fmla="*/ 2147483647 w 488"/>
                <a:gd name="T3" fmla="*/ 2147483647 h 520"/>
                <a:gd name="T4" fmla="*/ 2147483647 w 488"/>
                <a:gd name="T5" fmla="*/ 2147483647 h 520"/>
                <a:gd name="T6" fmla="*/ 2147483647 w 488"/>
                <a:gd name="T7" fmla="*/ 2147483647 h 520"/>
                <a:gd name="T8" fmla="*/ 2147483647 w 488"/>
                <a:gd name="T9" fmla="*/ 2147483647 h 520"/>
                <a:gd name="T10" fmla="*/ 2147483647 w 488"/>
                <a:gd name="T11" fmla="*/ 2147483647 h 520"/>
                <a:gd name="T12" fmla="*/ 2147483647 w 488"/>
                <a:gd name="T13" fmla="*/ 2147483647 h 520"/>
                <a:gd name="T14" fmla="*/ 2147483647 w 488"/>
                <a:gd name="T15" fmla="*/ 2147483647 h 520"/>
                <a:gd name="T16" fmla="*/ 2147483647 w 488"/>
                <a:gd name="T17" fmla="*/ 2147483647 h 520"/>
                <a:gd name="T18" fmla="*/ 2147483647 w 488"/>
                <a:gd name="T19" fmla="*/ 2147483647 h 520"/>
                <a:gd name="T20" fmla="*/ 2147483647 w 488"/>
                <a:gd name="T21" fmla="*/ 2147483647 h 520"/>
                <a:gd name="T22" fmla="*/ 2147483647 w 488"/>
                <a:gd name="T23" fmla="*/ 2147483647 h 520"/>
                <a:gd name="T24" fmla="*/ 2147483647 w 488"/>
                <a:gd name="T25" fmla="*/ 2147483647 h 520"/>
                <a:gd name="T26" fmla="*/ 2147483647 w 488"/>
                <a:gd name="T27" fmla="*/ 2147483647 h 520"/>
                <a:gd name="T28" fmla="*/ 2147483647 w 488"/>
                <a:gd name="T29" fmla="*/ 2147483647 h 520"/>
                <a:gd name="T30" fmla="*/ 2147483647 w 488"/>
                <a:gd name="T31" fmla="*/ 2147483647 h 520"/>
                <a:gd name="T32" fmla="*/ 2147483647 w 488"/>
                <a:gd name="T33" fmla="*/ 2147483647 h 520"/>
                <a:gd name="T34" fmla="*/ 2147483647 w 488"/>
                <a:gd name="T35" fmla="*/ 2147483647 h 520"/>
                <a:gd name="T36" fmla="*/ 2147483647 w 488"/>
                <a:gd name="T37" fmla="*/ 2147483647 h 520"/>
                <a:gd name="T38" fmla="*/ 2147483647 w 488"/>
                <a:gd name="T39" fmla="*/ 2147483647 h 520"/>
                <a:gd name="T40" fmla="*/ 2147483647 w 488"/>
                <a:gd name="T41" fmla="*/ 2147483647 h 520"/>
                <a:gd name="T42" fmla="*/ 2147483647 w 488"/>
                <a:gd name="T43" fmla="*/ 2147483647 h 520"/>
                <a:gd name="T44" fmla="*/ 2147483647 w 488"/>
                <a:gd name="T45" fmla="*/ 2147483647 h 520"/>
                <a:gd name="T46" fmla="*/ 2147483647 w 488"/>
                <a:gd name="T47" fmla="*/ 0 h 520"/>
                <a:gd name="T48" fmla="*/ 2147483647 w 488"/>
                <a:gd name="T49" fmla="*/ 2147483647 h 520"/>
                <a:gd name="T50" fmla="*/ 2147483647 w 488"/>
                <a:gd name="T51" fmla="*/ 2147483647 h 520"/>
                <a:gd name="T52" fmla="*/ 2147483647 w 488"/>
                <a:gd name="T53" fmla="*/ 2147483647 h 520"/>
                <a:gd name="T54" fmla="*/ 2147483647 w 488"/>
                <a:gd name="T55" fmla="*/ 2147483647 h 520"/>
                <a:gd name="T56" fmla="*/ 2147483647 w 488"/>
                <a:gd name="T57" fmla="*/ 2147483647 h 520"/>
                <a:gd name="T58" fmla="*/ 2147483647 w 488"/>
                <a:gd name="T59" fmla="*/ 2147483647 h 520"/>
                <a:gd name="T60" fmla="*/ 0 w 488"/>
                <a:gd name="T61" fmla="*/ 2147483647 h 520"/>
                <a:gd name="T62" fmla="*/ 2147483647 w 488"/>
                <a:gd name="T63" fmla="*/ 2147483647 h 520"/>
                <a:gd name="T64" fmla="*/ 2147483647 w 488"/>
                <a:gd name="T65" fmla="*/ 2147483647 h 520"/>
                <a:gd name="T66" fmla="*/ 2147483647 w 488"/>
                <a:gd name="T67" fmla="*/ 2147483647 h 520"/>
                <a:gd name="T68" fmla="*/ 2147483647 w 488"/>
                <a:gd name="T69" fmla="*/ 2147483647 h 520"/>
                <a:gd name="T70" fmla="*/ 2147483647 w 488"/>
                <a:gd name="T71" fmla="*/ 2147483647 h 520"/>
                <a:gd name="T72" fmla="*/ 2147483647 w 488"/>
                <a:gd name="T73" fmla="*/ 2147483647 h 520"/>
                <a:gd name="T74" fmla="*/ 2147483647 w 488"/>
                <a:gd name="T75" fmla="*/ 2147483647 h 520"/>
                <a:gd name="T76" fmla="*/ 2147483647 w 488"/>
                <a:gd name="T77" fmla="*/ 2147483647 h 520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488"/>
                <a:gd name="T118" fmla="*/ 0 h 520"/>
                <a:gd name="T119" fmla="*/ 488 w 488"/>
                <a:gd name="T120" fmla="*/ 520 h 520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488" h="520">
                  <a:moveTo>
                    <a:pt x="248" y="400"/>
                  </a:moveTo>
                  <a:lnTo>
                    <a:pt x="248" y="408"/>
                  </a:lnTo>
                  <a:lnTo>
                    <a:pt x="240" y="432"/>
                  </a:lnTo>
                  <a:lnTo>
                    <a:pt x="232" y="440"/>
                  </a:lnTo>
                  <a:lnTo>
                    <a:pt x="200" y="464"/>
                  </a:lnTo>
                  <a:lnTo>
                    <a:pt x="208" y="464"/>
                  </a:lnTo>
                  <a:lnTo>
                    <a:pt x="200" y="464"/>
                  </a:lnTo>
                  <a:lnTo>
                    <a:pt x="216" y="472"/>
                  </a:lnTo>
                  <a:lnTo>
                    <a:pt x="232" y="480"/>
                  </a:lnTo>
                  <a:lnTo>
                    <a:pt x="248" y="496"/>
                  </a:lnTo>
                  <a:lnTo>
                    <a:pt x="256" y="520"/>
                  </a:lnTo>
                  <a:lnTo>
                    <a:pt x="264" y="504"/>
                  </a:lnTo>
                  <a:lnTo>
                    <a:pt x="280" y="488"/>
                  </a:lnTo>
                  <a:lnTo>
                    <a:pt x="296" y="472"/>
                  </a:lnTo>
                  <a:lnTo>
                    <a:pt x="312" y="416"/>
                  </a:lnTo>
                  <a:lnTo>
                    <a:pt x="328" y="392"/>
                  </a:lnTo>
                  <a:lnTo>
                    <a:pt x="368" y="368"/>
                  </a:lnTo>
                  <a:lnTo>
                    <a:pt x="400" y="360"/>
                  </a:lnTo>
                  <a:lnTo>
                    <a:pt x="408" y="360"/>
                  </a:lnTo>
                  <a:lnTo>
                    <a:pt x="416" y="344"/>
                  </a:lnTo>
                  <a:lnTo>
                    <a:pt x="416" y="328"/>
                  </a:lnTo>
                  <a:lnTo>
                    <a:pt x="432" y="304"/>
                  </a:lnTo>
                  <a:lnTo>
                    <a:pt x="432" y="296"/>
                  </a:lnTo>
                  <a:lnTo>
                    <a:pt x="440" y="232"/>
                  </a:lnTo>
                  <a:lnTo>
                    <a:pt x="448" y="224"/>
                  </a:lnTo>
                  <a:lnTo>
                    <a:pt x="488" y="176"/>
                  </a:lnTo>
                  <a:lnTo>
                    <a:pt x="488" y="160"/>
                  </a:lnTo>
                  <a:lnTo>
                    <a:pt x="480" y="136"/>
                  </a:lnTo>
                  <a:lnTo>
                    <a:pt x="456" y="128"/>
                  </a:lnTo>
                  <a:lnTo>
                    <a:pt x="424" y="104"/>
                  </a:lnTo>
                  <a:lnTo>
                    <a:pt x="384" y="104"/>
                  </a:lnTo>
                  <a:lnTo>
                    <a:pt x="368" y="96"/>
                  </a:lnTo>
                  <a:lnTo>
                    <a:pt x="360" y="88"/>
                  </a:lnTo>
                  <a:lnTo>
                    <a:pt x="328" y="72"/>
                  </a:lnTo>
                  <a:lnTo>
                    <a:pt x="304" y="56"/>
                  </a:lnTo>
                  <a:lnTo>
                    <a:pt x="296" y="40"/>
                  </a:lnTo>
                  <a:lnTo>
                    <a:pt x="288" y="8"/>
                  </a:lnTo>
                  <a:lnTo>
                    <a:pt x="280" y="8"/>
                  </a:lnTo>
                  <a:lnTo>
                    <a:pt x="264" y="32"/>
                  </a:lnTo>
                  <a:lnTo>
                    <a:pt x="248" y="40"/>
                  </a:lnTo>
                  <a:lnTo>
                    <a:pt x="224" y="40"/>
                  </a:lnTo>
                  <a:lnTo>
                    <a:pt x="216" y="40"/>
                  </a:lnTo>
                  <a:lnTo>
                    <a:pt x="192" y="48"/>
                  </a:lnTo>
                  <a:lnTo>
                    <a:pt x="184" y="48"/>
                  </a:lnTo>
                  <a:lnTo>
                    <a:pt x="168" y="40"/>
                  </a:lnTo>
                  <a:lnTo>
                    <a:pt x="176" y="16"/>
                  </a:lnTo>
                  <a:lnTo>
                    <a:pt x="168" y="0"/>
                  </a:lnTo>
                  <a:lnTo>
                    <a:pt x="160" y="0"/>
                  </a:lnTo>
                  <a:lnTo>
                    <a:pt x="160" y="8"/>
                  </a:lnTo>
                  <a:lnTo>
                    <a:pt x="144" y="16"/>
                  </a:lnTo>
                  <a:lnTo>
                    <a:pt x="112" y="16"/>
                  </a:lnTo>
                  <a:lnTo>
                    <a:pt x="120" y="32"/>
                  </a:lnTo>
                  <a:lnTo>
                    <a:pt x="128" y="48"/>
                  </a:lnTo>
                  <a:lnTo>
                    <a:pt x="88" y="56"/>
                  </a:lnTo>
                  <a:lnTo>
                    <a:pt x="80" y="48"/>
                  </a:lnTo>
                  <a:lnTo>
                    <a:pt x="48" y="56"/>
                  </a:lnTo>
                  <a:lnTo>
                    <a:pt x="48" y="72"/>
                  </a:lnTo>
                  <a:lnTo>
                    <a:pt x="40" y="120"/>
                  </a:lnTo>
                  <a:lnTo>
                    <a:pt x="32" y="112"/>
                  </a:lnTo>
                  <a:lnTo>
                    <a:pt x="32" y="120"/>
                  </a:lnTo>
                  <a:lnTo>
                    <a:pt x="16" y="128"/>
                  </a:lnTo>
                  <a:lnTo>
                    <a:pt x="0" y="152"/>
                  </a:lnTo>
                  <a:lnTo>
                    <a:pt x="0" y="176"/>
                  </a:lnTo>
                  <a:lnTo>
                    <a:pt x="16" y="192"/>
                  </a:lnTo>
                  <a:lnTo>
                    <a:pt x="40" y="184"/>
                  </a:lnTo>
                  <a:lnTo>
                    <a:pt x="40" y="208"/>
                  </a:lnTo>
                  <a:lnTo>
                    <a:pt x="48" y="208"/>
                  </a:lnTo>
                  <a:lnTo>
                    <a:pt x="64" y="208"/>
                  </a:lnTo>
                  <a:lnTo>
                    <a:pt x="80" y="192"/>
                  </a:lnTo>
                  <a:lnTo>
                    <a:pt x="104" y="200"/>
                  </a:lnTo>
                  <a:lnTo>
                    <a:pt x="112" y="224"/>
                  </a:lnTo>
                  <a:lnTo>
                    <a:pt x="136" y="232"/>
                  </a:lnTo>
                  <a:lnTo>
                    <a:pt x="160" y="248"/>
                  </a:lnTo>
                  <a:lnTo>
                    <a:pt x="160" y="264"/>
                  </a:lnTo>
                  <a:lnTo>
                    <a:pt x="168" y="272"/>
                  </a:lnTo>
                  <a:lnTo>
                    <a:pt x="192" y="280"/>
                  </a:lnTo>
                  <a:lnTo>
                    <a:pt x="192" y="296"/>
                  </a:lnTo>
                  <a:lnTo>
                    <a:pt x="192" y="320"/>
                  </a:lnTo>
                  <a:lnTo>
                    <a:pt x="248" y="40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251" name="Freeform 796"/>
            <p:cNvSpPr/>
            <p:nvPr/>
          </p:nvSpPr>
          <p:spPr bwMode="auto">
            <a:xfrm>
              <a:off x="3472642" y="3916082"/>
              <a:ext cx="75667" cy="107468"/>
            </a:xfrm>
            <a:custGeom>
              <a:avLst/>
              <a:gdLst>
                <a:gd name="T0" fmla="*/ 0 w 56"/>
                <a:gd name="T1" fmla="*/ 0 h 80"/>
                <a:gd name="T2" fmla="*/ 0 w 56"/>
                <a:gd name="T3" fmla="*/ 2147483647 h 80"/>
                <a:gd name="T4" fmla="*/ 2147483647 w 56"/>
                <a:gd name="T5" fmla="*/ 2147483647 h 80"/>
                <a:gd name="T6" fmla="*/ 2147483647 w 56"/>
                <a:gd name="T7" fmla="*/ 2147483647 h 80"/>
                <a:gd name="T8" fmla="*/ 2147483647 w 56"/>
                <a:gd name="T9" fmla="*/ 2147483647 h 80"/>
                <a:gd name="T10" fmla="*/ 2147483647 w 56"/>
                <a:gd name="T11" fmla="*/ 2147483647 h 80"/>
                <a:gd name="T12" fmla="*/ 2147483647 w 56"/>
                <a:gd name="T13" fmla="*/ 2147483647 h 80"/>
                <a:gd name="T14" fmla="*/ 2147483647 w 56"/>
                <a:gd name="T15" fmla="*/ 2147483647 h 80"/>
                <a:gd name="T16" fmla="*/ 0 w 56"/>
                <a:gd name="T17" fmla="*/ 0 h 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6"/>
                <a:gd name="T28" fmla="*/ 0 h 80"/>
                <a:gd name="T29" fmla="*/ 56 w 56"/>
                <a:gd name="T30" fmla="*/ 80 h 8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6" h="80">
                  <a:moveTo>
                    <a:pt x="0" y="0"/>
                  </a:moveTo>
                  <a:lnTo>
                    <a:pt x="0" y="8"/>
                  </a:lnTo>
                  <a:lnTo>
                    <a:pt x="16" y="24"/>
                  </a:lnTo>
                  <a:lnTo>
                    <a:pt x="24" y="32"/>
                  </a:lnTo>
                  <a:lnTo>
                    <a:pt x="40" y="56"/>
                  </a:lnTo>
                  <a:lnTo>
                    <a:pt x="48" y="64"/>
                  </a:lnTo>
                  <a:lnTo>
                    <a:pt x="48" y="72"/>
                  </a:lnTo>
                  <a:lnTo>
                    <a:pt x="56" y="8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2" name="Freeform 797"/>
            <p:cNvSpPr/>
            <p:nvPr/>
          </p:nvSpPr>
          <p:spPr bwMode="auto">
            <a:xfrm>
              <a:off x="3472642" y="4109086"/>
              <a:ext cx="86633" cy="107468"/>
            </a:xfrm>
            <a:custGeom>
              <a:avLst/>
              <a:gdLst>
                <a:gd name="T0" fmla="*/ 2147483647 w 64"/>
                <a:gd name="T1" fmla="*/ 2147483647 h 80"/>
                <a:gd name="T2" fmla="*/ 2147483647 w 64"/>
                <a:gd name="T3" fmla="*/ 2147483647 h 80"/>
                <a:gd name="T4" fmla="*/ 2147483647 w 64"/>
                <a:gd name="T5" fmla="*/ 0 h 80"/>
                <a:gd name="T6" fmla="*/ 0 w 64"/>
                <a:gd name="T7" fmla="*/ 2147483647 h 80"/>
                <a:gd name="T8" fmla="*/ 0 w 64"/>
                <a:gd name="T9" fmla="*/ 2147483647 h 80"/>
                <a:gd name="T10" fmla="*/ 0 w 64"/>
                <a:gd name="T11" fmla="*/ 2147483647 h 80"/>
                <a:gd name="T12" fmla="*/ 2147483647 w 64"/>
                <a:gd name="T13" fmla="*/ 2147483647 h 80"/>
                <a:gd name="T14" fmla="*/ 2147483647 w 64"/>
                <a:gd name="T15" fmla="*/ 2147483647 h 80"/>
                <a:gd name="T16" fmla="*/ 2147483647 w 64"/>
                <a:gd name="T17" fmla="*/ 2147483647 h 80"/>
                <a:gd name="T18" fmla="*/ 2147483647 w 64"/>
                <a:gd name="T19" fmla="*/ 2147483647 h 80"/>
                <a:gd name="T20" fmla="*/ 2147483647 w 64"/>
                <a:gd name="T21" fmla="*/ 2147483647 h 80"/>
                <a:gd name="T22" fmla="*/ 2147483647 w 64"/>
                <a:gd name="T23" fmla="*/ 2147483647 h 80"/>
                <a:gd name="T24" fmla="*/ 2147483647 w 64"/>
                <a:gd name="T25" fmla="*/ 2147483647 h 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80"/>
                <a:gd name="T41" fmla="*/ 64 w 64"/>
                <a:gd name="T42" fmla="*/ 80 h 8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80">
                  <a:moveTo>
                    <a:pt x="40" y="16"/>
                  </a:moveTo>
                  <a:lnTo>
                    <a:pt x="24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0" y="32"/>
                  </a:lnTo>
                  <a:lnTo>
                    <a:pt x="0" y="56"/>
                  </a:lnTo>
                  <a:lnTo>
                    <a:pt x="16" y="64"/>
                  </a:lnTo>
                  <a:lnTo>
                    <a:pt x="24" y="72"/>
                  </a:lnTo>
                  <a:lnTo>
                    <a:pt x="40" y="80"/>
                  </a:lnTo>
                  <a:lnTo>
                    <a:pt x="64" y="64"/>
                  </a:lnTo>
                  <a:lnTo>
                    <a:pt x="64" y="56"/>
                  </a:lnTo>
                  <a:lnTo>
                    <a:pt x="56" y="32"/>
                  </a:lnTo>
                  <a:lnTo>
                    <a:pt x="40" y="1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3" name="Freeform 798"/>
            <p:cNvSpPr/>
            <p:nvPr/>
          </p:nvSpPr>
          <p:spPr bwMode="auto">
            <a:xfrm>
              <a:off x="3472642" y="3916082"/>
              <a:ext cx="75667" cy="107468"/>
            </a:xfrm>
            <a:custGeom>
              <a:avLst/>
              <a:gdLst>
                <a:gd name="T0" fmla="*/ 0 w 56"/>
                <a:gd name="T1" fmla="*/ 0 h 80"/>
                <a:gd name="T2" fmla="*/ 0 w 56"/>
                <a:gd name="T3" fmla="*/ 2147483647 h 80"/>
                <a:gd name="T4" fmla="*/ 2147483647 w 56"/>
                <a:gd name="T5" fmla="*/ 2147483647 h 80"/>
                <a:gd name="T6" fmla="*/ 2147483647 w 56"/>
                <a:gd name="T7" fmla="*/ 2147483647 h 80"/>
                <a:gd name="T8" fmla="*/ 2147483647 w 56"/>
                <a:gd name="T9" fmla="*/ 2147483647 h 80"/>
                <a:gd name="T10" fmla="*/ 2147483647 w 56"/>
                <a:gd name="T11" fmla="*/ 2147483647 h 80"/>
                <a:gd name="T12" fmla="*/ 2147483647 w 56"/>
                <a:gd name="T13" fmla="*/ 2147483647 h 80"/>
                <a:gd name="T14" fmla="*/ 2147483647 w 56"/>
                <a:gd name="T15" fmla="*/ 2147483647 h 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6"/>
                <a:gd name="T25" fmla="*/ 0 h 80"/>
                <a:gd name="T26" fmla="*/ 56 w 56"/>
                <a:gd name="T27" fmla="*/ 80 h 8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6" h="80">
                  <a:moveTo>
                    <a:pt x="0" y="0"/>
                  </a:moveTo>
                  <a:lnTo>
                    <a:pt x="0" y="8"/>
                  </a:lnTo>
                  <a:lnTo>
                    <a:pt x="16" y="24"/>
                  </a:lnTo>
                  <a:lnTo>
                    <a:pt x="24" y="32"/>
                  </a:lnTo>
                  <a:lnTo>
                    <a:pt x="40" y="56"/>
                  </a:lnTo>
                  <a:lnTo>
                    <a:pt x="48" y="64"/>
                  </a:lnTo>
                  <a:lnTo>
                    <a:pt x="48" y="72"/>
                  </a:lnTo>
                  <a:lnTo>
                    <a:pt x="56" y="80"/>
                  </a:lnTo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4" name="Freeform 799"/>
            <p:cNvSpPr/>
            <p:nvPr/>
          </p:nvSpPr>
          <p:spPr bwMode="auto">
            <a:xfrm>
              <a:off x="3472642" y="3916082"/>
              <a:ext cx="75667" cy="107468"/>
            </a:xfrm>
            <a:custGeom>
              <a:avLst/>
              <a:gdLst>
                <a:gd name="T0" fmla="*/ 0 w 56"/>
                <a:gd name="T1" fmla="*/ 0 h 80"/>
                <a:gd name="T2" fmla="*/ 0 w 56"/>
                <a:gd name="T3" fmla="*/ 2147483647 h 80"/>
                <a:gd name="T4" fmla="*/ 2147483647 w 56"/>
                <a:gd name="T5" fmla="*/ 2147483647 h 80"/>
                <a:gd name="T6" fmla="*/ 2147483647 w 56"/>
                <a:gd name="T7" fmla="*/ 2147483647 h 80"/>
                <a:gd name="T8" fmla="*/ 2147483647 w 56"/>
                <a:gd name="T9" fmla="*/ 2147483647 h 80"/>
                <a:gd name="T10" fmla="*/ 2147483647 w 56"/>
                <a:gd name="T11" fmla="*/ 2147483647 h 80"/>
                <a:gd name="T12" fmla="*/ 2147483647 w 56"/>
                <a:gd name="T13" fmla="*/ 2147483647 h 80"/>
                <a:gd name="T14" fmla="*/ 2147483647 w 56"/>
                <a:gd name="T15" fmla="*/ 2147483647 h 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6"/>
                <a:gd name="T25" fmla="*/ 0 h 80"/>
                <a:gd name="T26" fmla="*/ 56 w 56"/>
                <a:gd name="T27" fmla="*/ 80 h 8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6" h="80">
                  <a:moveTo>
                    <a:pt x="0" y="0"/>
                  </a:moveTo>
                  <a:lnTo>
                    <a:pt x="0" y="8"/>
                  </a:lnTo>
                  <a:lnTo>
                    <a:pt x="16" y="24"/>
                  </a:lnTo>
                  <a:lnTo>
                    <a:pt x="24" y="32"/>
                  </a:lnTo>
                  <a:lnTo>
                    <a:pt x="40" y="56"/>
                  </a:lnTo>
                  <a:lnTo>
                    <a:pt x="48" y="64"/>
                  </a:lnTo>
                  <a:lnTo>
                    <a:pt x="48" y="72"/>
                  </a:lnTo>
                  <a:lnTo>
                    <a:pt x="56" y="80"/>
                  </a:lnTo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5" name="Freeform 800"/>
            <p:cNvSpPr/>
            <p:nvPr/>
          </p:nvSpPr>
          <p:spPr bwMode="auto">
            <a:xfrm>
              <a:off x="3483608" y="3465373"/>
              <a:ext cx="64701" cy="74570"/>
            </a:xfrm>
            <a:custGeom>
              <a:avLst/>
              <a:gdLst>
                <a:gd name="T0" fmla="*/ 2147483647 w 48"/>
                <a:gd name="T1" fmla="*/ 2147483647 h 56"/>
                <a:gd name="T2" fmla="*/ 2147483647 w 48"/>
                <a:gd name="T3" fmla="*/ 2147483647 h 56"/>
                <a:gd name="T4" fmla="*/ 2147483647 w 48"/>
                <a:gd name="T5" fmla="*/ 2147483647 h 56"/>
                <a:gd name="T6" fmla="*/ 2147483647 w 48"/>
                <a:gd name="T7" fmla="*/ 2147483647 h 56"/>
                <a:gd name="T8" fmla="*/ 2147483647 w 48"/>
                <a:gd name="T9" fmla="*/ 2147483647 h 56"/>
                <a:gd name="T10" fmla="*/ 2147483647 w 48"/>
                <a:gd name="T11" fmla="*/ 0 h 56"/>
                <a:gd name="T12" fmla="*/ 2147483647 w 48"/>
                <a:gd name="T13" fmla="*/ 2147483647 h 56"/>
                <a:gd name="T14" fmla="*/ 0 w 48"/>
                <a:gd name="T15" fmla="*/ 2147483647 h 56"/>
                <a:gd name="T16" fmla="*/ 2147483647 w 48"/>
                <a:gd name="T17" fmla="*/ 2147483647 h 56"/>
                <a:gd name="T18" fmla="*/ 2147483647 w 48"/>
                <a:gd name="T19" fmla="*/ 2147483647 h 56"/>
                <a:gd name="T20" fmla="*/ 2147483647 w 48"/>
                <a:gd name="T21" fmla="*/ 2147483647 h 56"/>
                <a:gd name="T22" fmla="*/ 2147483647 w 48"/>
                <a:gd name="T23" fmla="*/ 2147483647 h 5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8"/>
                <a:gd name="T37" fmla="*/ 0 h 56"/>
                <a:gd name="T38" fmla="*/ 48 w 48"/>
                <a:gd name="T39" fmla="*/ 56 h 5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8" h="56">
                  <a:moveTo>
                    <a:pt x="48" y="56"/>
                  </a:moveTo>
                  <a:lnTo>
                    <a:pt x="48" y="40"/>
                  </a:lnTo>
                  <a:lnTo>
                    <a:pt x="40" y="24"/>
                  </a:lnTo>
                  <a:lnTo>
                    <a:pt x="48" y="8"/>
                  </a:lnTo>
                  <a:lnTo>
                    <a:pt x="16" y="8"/>
                  </a:lnTo>
                  <a:lnTo>
                    <a:pt x="16" y="0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48" y="5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6" name="Freeform 801"/>
            <p:cNvSpPr/>
            <p:nvPr/>
          </p:nvSpPr>
          <p:spPr bwMode="auto">
            <a:xfrm>
              <a:off x="3225904" y="3367774"/>
              <a:ext cx="225903" cy="194101"/>
            </a:xfrm>
            <a:custGeom>
              <a:avLst/>
              <a:gdLst>
                <a:gd name="T0" fmla="*/ 2147483647 w 168"/>
                <a:gd name="T1" fmla="*/ 2147483647 h 144"/>
                <a:gd name="T2" fmla="*/ 2147483647 w 168"/>
                <a:gd name="T3" fmla="*/ 2147483647 h 144"/>
                <a:gd name="T4" fmla="*/ 2147483647 w 168"/>
                <a:gd name="T5" fmla="*/ 2147483647 h 144"/>
                <a:gd name="T6" fmla="*/ 2147483647 w 168"/>
                <a:gd name="T7" fmla="*/ 2147483647 h 144"/>
                <a:gd name="T8" fmla="*/ 2147483647 w 168"/>
                <a:gd name="T9" fmla="*/ 2147483647 h 144"/>
                <a:gd name="T10" fmla="*/ 2147483647 w 168"/>
                <a:gd name="T11" fmla="*/ 2147483647 h 144"/>
                <a:gd name="T12" fmla="*/ 2147483647 w 168"/>
                <a:gd name="T13" fmla="*/ 2147483647 h 144"/>
                <a:gd name="T14" fmla="*/ 2147483647 w 168"/>
                <a:gd name="T15" fmla="*/ 2147483647 h 144"/>
                <a:gd name="T16" fmla="*/ 2147483647 w 168"/>
                <a:gd name="T17" fmla="*/ 2147483647 h 144"/>
                <a:gd name="T18" fmla="*/ 2147483647 w 168"/>
                <a:gd name="T19" fmla="*/ 2147483647 h 144"/>
                <a:gd name="T20" fmla="*/ 2147483647 w 168"/>
                <a:gd name="T21" fmla="*/ 2147483647 h 144"/>
                <a:gd name="T22" fmla="*/ 2147483647 w 168"/>
                <a:gd name="T23" fmla="*/ 2147483647 h 144"/>
                <a:gd name="T24" fmla="*/ 2147483647 w 168"/>
                <a:gd name="T25" fmla="*/ 0 h 144"/>
                <a:gd name="T26" fmla="*/ 0 w 168"/>
                <a:gd name="T27" fmla="*/ 2147483647 h 144"/>
                <a:gd name="T28" fmla="*/ 0 w 168"/>
                <a:gd name="T29" fmla="*/ 2147483647 h 144"/>
                <a:gd name="T30" fmla="*/ 2147483647 w 168"/>
                <a:gd name="T31" fmla="*/ 2147483647 h 144"/>
                <a:gd name="T32" fmla="*/ 2147483647 w 168"/>
                <a:gd name="T33" fmla="*/ 2147483647 h 144"/>
                <a:gd name="T34" fmla="*/ 2147483647 w 168"/>
                <a:gd name="T35" fmla="*/ 2147483647 h 144"/>
                <a:gd name="T36" fmla="*/ 2147483647 w 168"/>
                <a:gd name="T37" fmla="*/ 2147483647 h 144"/>
                <a:gd name="T38" fmla="*/ 2147483647 w 168"/>
                <a:gd name="T39" fmla="*/ 2147483647 h 144"/>
                <a:gd name="T40" fmla="*/ 2147483647 w 168"/>
                <a:gd name="T41" fmla="*/ 2147483647 h 144"/>
                <a:gd name="T42" fmla="*/ 2147483647 w 168"/>
                <a:gd name="T43" fmla="*/ 2147483647 h 144"/>
                <a:gd name="T44" fmla="*/ 2147483647 w 168"/>
                <a:gd name="T45" fmla="*/ 2147483647 h 144"/>
                <a:gd name="T46" fmla="*/ 2147483647 w 168"/>
                <a:gd name="T47" fmla="*/ 2147483647 h 144"/>
                <a:gd name="T48" fmla="*/ 2147483647 w 168"/>
                <a:gd name="T49" fmla="*/ 2147483647 h 144"/>
                <a:gd name="T50" fmla="*/ 2147483647 w 168"/>
                <a:gd name="T51" fmla="*/ 2147483647 h 144"/>
                <a:gd name="T52" fmla="*/ 2147483647 w 168"/>
                <a:gd name="T53" fmla="*/ 2147483647 h 144"/>
                <a:gd name="T54" fmla="*/ 2147483647 w 168"/>
                <a:gd name="T55" fmla="*/ 2147483647 h 14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68"/>
                <a:gd name="T85" fmla="*/ 0 h 144"/>
                <a:gd name="T86" fmla="*/ 168 w 168"/>
                <a:gd name="T87" fmla="*/ 144 h 14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68" h="144">
                  <a:moveTo>
                    <a:pt x="152" y="88"/>
                  </a:moveTo>
                  <a:lnTo>
                    <a:pt x="144" y="72"/>
                  </a:lnTo>
                  <a:lnTo>
                    <a:pt x="152" y="64"/>
                  </a:lnTo>
                  <a:lnTo>
                    <a:pt x="168" y="48"/>
                  </a:lnTo>
                  <a:lnTo>
                    <a:pt x="152" y="40"/>
                  </a:lnTo>
                  <a:lnTo>
                    <a:pt x="152" y="32"/>
                  </a:lnTo>
                  <a:lnTo>
                    <a:pt x="128" y="24"/>
                  </a:lnTo>
                  <a:lnTo>
                    <a:pt x="88" y="24"/>
                  </a:lnTo>
                  <a:lnTo>
                    <a:pt x="64" y="24"/>
                  </a:lnTo>
                  <a:lnTo>
                    <a:pt x="64" y="16"/>
                  </a:lnTo>
                  <a:lnTo>
                    <a:pt x="40" y="8"/>
                  </a:lnTo>
                  <a:lnTo>
                    <a:pt x="24" y="16"/>
                  </a:lnTo>
                  <a:lnTo>
                    <a:pt x="16" y="0"/>
                  </a:lnTo>
                  <a:lnTo>
                    <a:pt x="0" y="8"/>
                  </a:lnTo>
                  <a:lnTo>
                    <a:pt x="0" y="40"/>
                  </a:lnTo>
                  <a:lnTo>
                    <a:pt x="8" y="64"/>
                  </a:lnTo>
                  <a:lnTo>
                    <a:pt x="48" y="80"/>
                  </a:lnTo>
                  <a:lnTo>
                    <a:pt x="64" y="80"/>
                  </a:lnTo>
                  <a:lnTo>
                    <a:pt x="64" y="88"/>
                  </a:lnTo>
                  <a:lnTo>
                    <a:pt x="72" y="104"/>
                  </a:lnTo>
                  <a:lnTo>
                    <a:pt x="72" y="136"/>
                  </a:lnTo>
                  <a:lnTo>
                    <a:pt x="80" y="144"/>
                  </a:lnTo>
                  <a:lnTo>
                    <a:pt x="120" y="136"/>
                  </a:lnTo>
                  <a:lnTo>
                    <a:pt x="112" y="120"/>
                  </a:lnTo>
                  <a:lnTo>
                    <a:pt x="104" y="104"/>
                  </a:lnTo>
                  <a:lnTo>
                    <a:pt x="136" y="104"/>
                  </a:lnTo>
                  <a:lnTo>
                    <a:pt x="152" y="96"/>
                  </a:lnTo>
                  <a:lnTo>
                    <a:pt x="152" y="88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7" name="Freeform 802"/>
            <p:cNvSpPr/>
            <p:nvPr/>
          </p:nvSpPr>
          <p:spPr bwMode="auto">
            <a:xfrm>
              <a:off x="3075667" y="3582710"/>
              <a:ext cx="214937" cy="300473"/>
            </a:xfrm>
            <a:custGeom>
              <a:avLst/>
              <a:gdLst>
                <a:gd name="T0" fmla="*/ 2147483647 w 160"/>
                <a:gd name="T1" fmla="*/ 2147483647 h 224"/>
                <a:gd name="T2" fmla="*/ 2147483647 w 160"/>
                <a:gd name="T3" fmla="*/ 2147483647 h 224"/>
                <a:gd name="T4" fmla="*/ 2147483647 w 160"/>
                <a:gd name="T5" fmla="*/ 2147483647 h 224"/>
                <a:gd name="T6" fmla="*/ 2147483647 w 160"/>
                <a:gd name="T7" fmla="*/ 2147483647 h 224"/>
                <a:gd name="T8" fmla="*/ 2147483647 w 160"/>
                <a:gd name="T9" fmla="*/ 2147483647 h 224"/>
                <a:gd name="T10" fmla="*/ 2147483647 w 160"/>
                <a:gd name="T11" fmla="*/ 2147483647 h 224"/>
                <a:gd name="T12" fmla="*/ 2147483647 w 160"/>
                <a:gd name="T13" fmla="*/ 2147483647 h 224"/>
                <a:gd name="T14" fmla="*/ 2147483647 w 160"/>
                <a:gd name="T15" fmla="*/ 2147483647 h 224"/>
                <a:gd name="T16" fmla="*/ 2147483647 w 160"/>
                <a:gd name="T17" fmla="*/ 2147483647 h 224"/>
                <a:gd name="T18" fmla="*/ 2147483647 w 160"/>
                <a:gd name="T19" fmla="*/ 2147483647 h 224"/>
                <a:gd name="T20" fmla="*/ 2147483647 w 160"/>
                <a:gd name="T21" fmla="*/ 2147483647 h 224"/>
                <a:gd name="T22" fmla="*/ 2147483647 w 160"/>
                <a:gd name="T23" fmla="*/ 2147483647 h 224"/>
                <a:gd name="T24" fmla="*/ 2147483647 w 160"/>
                <a:gd name="T25" fmla="*/ 0 h 224"/>
                <a:gd name="T26" fmla="*/ 2147483647 w 160"/>
                <a:gd name="T27" fmla="*/ 2147483647 h 224"/>
                <a:gd name="T28" fmla="*/ 2147483647 w 160"/>
                <a:gd name="T29" fmla="*/ 2147483647 h 224"/>
                <a:gd name="T30" fmla="*/ 2147483647 w 160"/>
                <a:gd name="T31" fmla="*/ 2147483647 h 224"/>
                <a:gd name="T32" fmla="*/ 2147483647 w 160"/>
                <a:gd name="T33" fmla="*/ 2147483647 h 224"/>
                <a:gd name="T34" fmla="*/ 2147483647 w 160"/>
                <a:gd name="T35" fmla="*/ 2147483647 h 224"/>
                <a:gd name="T36" fmla="*/ 2147483647 w 160"/>
                <a:gd name="T37" fmla="*/ 2147483647 h 224"/>
                <a:gd name="T38" fmla="*/ 0 w 160"/>
                <a:gd name="T39" fmla="*/ 2147483647 h 224"/>
                <a:gd name="T40" fmla="*/ 2147483647 w 160"/>
                <a:gd name="T41" fmla="*/ 2147483647 h 224"/>
                <a:gd name="T42" fmla="*/ 2147483647 w 160"/>
                <a:gd name="T43" fmla="*/ 2147483647 h 224"/>
                <a:gd name="T44" fmla="*/ 2147483647 w 160"/>
                <a:gd name="T45" fmla="*/ 2147483647 h 224"/>
                <a:gd name="T46" fmla="*/ 2147483647 w 160"/>
                <a:gd name="T47" fmla="*/ 2147483647 h 224"/>
                <a:gd name="T48" fmla="*/ 2147483647 w 160"/>
                <a:gd name="T49" fmla="*/ 2147483647 h 224"/>
                <a:gd name="T50" fmla="*/ 2147483647 w 160"/>
                <a:gd name="T51" fmla="*/ 2147483647 h 224"/>
                <a:gd name="T52" fmla="*/ 2147483647 w 160"/>
                <a:gd name="T53" fmla="*/ 2147483647 h 224"/>
                <a:gd name="T54" fmla="*/ 2147483647 w 160"/>
                <a:gd name="T55" fmla="*/ 2147483647 h 224"/>
                <a:gd name="T56" fmla="*/ 2147483647 w 160"/>
                <a:gd name="T57" fmla="*/ 2147483647 h 224"/>
                <a:gd name="T58" fmla="*/ 2147483647 w 160"/>
                <a:gd name="T59" fmla="*/ 2147483647 h 224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160"/>
                <a:gd name="T91" fmla="*/ 0 h 224"/>
                <a:gd name="T92" fmla="*/ 160 w 160"/>
                <a:gd name="T93" fmla="*/ 224 h 224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160" h="224">
                  <a:moveTo>
                    <a:pt x="152" y="136"/>
                  </a:moveTo>
                  <a:lnTo>
                    <a:pt x="144" y="136"/>
                  </a:lnTo>
                  <a:lnTo>
                    <a:pt x="144" y="112"/>
                  </a:lnTo>
                  <a:lnTo>
                    <a:pt x="120" y="120"/>
                  </a:lnTo>
                  <a:lnTo>
                    <a:pt x="104" y="104"/>
                  </a:lnTo>
                  <a:lnTo>
                    <a:pt x="104" y="80"/>
                  </a:lnTo>
                  <a:lnTo>
                    <a:pt x="120" y="56"/>
                  </a:lnTo>
                  <a:lnTo>
                    <a:pt x="136" y="48"/>
                  </a:lnTo>
                  <a:lnTo>
                    <a:pt x="136" y="40"/>
                  </a:lnTo>
                  <a:lnTo>
                    <a:pt x="128" y="24"/>
                  </a:lnTo>
                  <a:lnTo>
                    <a:pt x="112" y="24"/>
                  </a:lnTo>
                  <a:lnTo>
                    <a:pt x="104" y="16"/>
                  </a:lnTo>
                  <a:lnTo>
                    <a:pt x="80" y="0"/>
                  </a:lnTo>
                  <a:lnTo>
                    <a:pt x="72" y="16"/>
                  </a:lnTo>
                  <a:lnTo>
                    <a:pt x="56" y="32"/>
                  </a:lnTo>
                  <a:lnTo>
                    <a:pt x="48" y="40"/>
                  </a:lnTo>
                  <a:lnTo>
                    <a:pt x="32" y="56"/>
                  </a:lnTo>
                  <a:lnTo>
                    <a:pt x="16" y="48"/>
                  </a:lnTo>
                  <a:lnTo>
                    <a:pt x="16" y="40"/>
                  </a:lnTo>
                  <a:lnTo>
                    <a:pt x="0" y="48"/>
                  </a:lnTo>
                  <a:lnTo>
                    <a:pt x="16" y="80"/>
                  </a:lnTo>
                  <a:lnTo>
                    <a:pt x="40" y="120"/>
                  </a:lnTo>
                  <a:lnTo>
                    <a:pt x="64" y="168"/>
                  </a:lnTo>
                  <a:lnTo>
                    <a:pt x="64" y="176"/>
                  </a:lnTo>
                  <a:lnTo>
                    <a:pt x="144" y="224"/>
                  </a:lnTo>
                  <a:lnTo>
                    <a:pt x="152" y="224"/>
                  </a:lnTo>
                  <a:lnTo>
                    <a:pt x="152" y="208"/>
                  </a:lnTo>
                  <a:lnTo>
                    <a:pt x="160" y="184"/>
                  </a:lnTo>
                  <a:lnTo>
                    <a:pt x="160" y="152"/>
                  </a:lnTo>
                  <a:lnTo>
                    <a:pt x="152" y="13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8" name="Freeform 803"/>
            <p:cNvSpPr/>
            <p:nvPr/>
          </p:nvSpPr>
          <p:spPr bwMode="auto">
            <a:xfrm>
              <a:off x="3483608" y="3465373"/>
              <a:ext cx="64701" cy="74570"/>
            </a:xfrm>
            <a:custGeom>
              <a:avLst/>
              <a:gdLst>
                <a:gd name="T0" fmla="*/ 2147483647 w 48"/>
                <a:gd name="T1" fmla="*/ 2147483647 h 56"/>
                <a:gd name="T2" fmla="*/ 2147483647 w 48"/>
                <a:gd name="T3" fmla="*/ 2147483647 h 56"/>
                <a:gd name="T4" fmla="*/ 2147483647 w 48"/>
                <a:gd name="T5" fmla="*/ 2147483647 h 56"/>
                <a:gd name="T6" fmla="*/ 2147483647 w 48"/>
                <a:gd name="T7" fmla="*/ 2147483647 h 56"/>
                <a:gd name="T8" fmla="*/ 2147483647 w 48"/>
                <a:gd name="T9" fmla="*/ 2147483647 h 56"/>
                <a:gd name="T10" fmla="*/ 2147483647 w 48"/>
                <a:gd name="T11" fmla="*/ 0 h 56"/>
                <a:gd name="T12" fmla="*/ 2147483647 w 48"/>
                <a:gd name="T13" fmla="*/ 2147483647 h 56"/>
                <a:gd name="T14" fmla="*/ 0 w 48"/>
                <a:gd name="T15" fmla="*/ 2147483647 h 56"/>
                <a:gd name="T16" fmla="*/ 2147483647 w 48"/>
                <a:gd name="T17" fmla="*/ 2147483647 h 56"/>
                <a:gd name="T18" fmla="*/ 2147483647 w 48"/>
                <a:gd name="T19" fmla="*/ 2147483647 h 56"/>
                <a:gd name="T20" fmla="*/ 2147483647 w 48"/>
                <a:gd name="T21" fmla="*/ 2147483647 h 56"/>
                <a:gd name="T22" fmla="*/ 2147483647 w 48"/>
                <a:gd name="T23" fmla="*/ 2147483647 h 56"/>
                <a:gd name="T24" fmla="*/ 2147483647 w 48"/>
                <a:gd name="T25" fmla="*/ 2147483647 h 56"/>
                <a:gd name="T26" fmla="*/ 2147483647 w 48"/>
                <a:gd name="T27" fmla="*/ 2147483647 h 56"/>
                <a:gd name="T28" fmla="*/ 2147483647 w 48"/>
                <a:gd name="T29" fmla="*/ 2147483647 h 56"/>
                <a:gd name="T30" fmla="*/ 2147483647 w 48"/>
                <a:gd name="T31" fmla="*/ 2147483647 h 56"/>
                <a:gd name="T32" fmla="*/ 2147483647 w 48"/>
                <a:gd name="T33" fmla="*/ 2147483647 h 56"/>
                <a:gd name="T34" fmla="*/ 2147483647 w 48"/>
                <a:gd name="T35" fmla="*/ 2147483647 h 56"/>
                <a:gd name="T36" fmla="*/ 2147483647 w 48"/>
                <a:gd name="T37" fmla="*/ 0 h 56"/>
                <a:gd name="T38" fmla="*/ 2147483647 w 48"/>
                <a:gd name="T39" fmla="*/ 2147483647 h 56"/>
                <a:gd name="T40" fmla="*/ 0 w 48"/>
                <a:gd name="T41" fmla="*/ 2147483647 h 56"/>
                <a:gd name="T42" fmla="*/ 2147483647 w 48"/>
                <a:gd name="T43" fmla="*/ 2147483647 h 56"/>
                <a:gd name="T44" fmla="*/ 2147483647 w 48"/>
                <a:gd name="T45" fmla="*/ 2147483647 h 56"/>
                <a:gd name="T46" fmla="*/ 2147483647 w 48"/>
                <a:gd name="T47" fmla="*/ 2147483647 h 56"/>
                <a:gd name="T48" fmla="*/ 2147483647 w 48"/>
                <a:gd name="T49" fmla="*/ 2147483647 h 56"/>
                <a:gd name="T50" fmla="*/ 2147483647 w 48"/>
                <a:gd name="T51" fmla="*/ 2147483647 h 56"/>
                <a:gd name="T52" fmla="*/ 2147483647 w 48"/>
                <a:gd name="T53" fmla="*/ 2147483647 h 5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48"/>
                <a:gd name="T82" fmla="*/ 0 h 56"/>
                <a:gd name="T83" fmla="*/ 48 w 48"/>
                <a:gd name="T84" fmla="*/ 56 h 5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48" h="56">
                  <a:moveTo>
                    <a:pt x="48" y="56"/>
                  </a:moveTo>
                  <a:lnTo>
                    <a:pt x="48" y="40"/>
                  </a:lnTo>
                  <a:lnTo>
                    <a:pt x="40" y="24"/>
                  </a:lnTo>
                  <a:lnTo>
                    <a:pt x="48" y="8"/>
                  </a:lnTo>
                  <a:lnTo>
                    <a:pt x="16" y="8"/>
                  </a:lnTo>
                  <a:lnTo>
                    <a:pt x="16" y="0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48" y="56"/>
                  </a:lnTo>
                  <a:lnTo>
                    <a:pt x="48" y="40"/>
                  </a:lnTo>
                  <a:lnTo>
                    <a:pt x="40" y="24"/>
                  </a:lnTo>
                  <a:lnTo>
                    <a:pt x="48" y="8"/>
                  </a:lnTo>
                  <a:lnTo>
                    <a:pt x="16" y="8"/>
                  </a:lnTo>
                  <a:lnTo>
                    <a:pt x="16" y="0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48" y="5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9" name="Freeform 804"/>
            <p:cNvSpPr/>
            <p:nvPr/>
          </p:nvSpPr>
          <p:spPr bwMode="auto">
            <a:xfrm>
              <a:off x="3075667" y="3582710"/>
              <a:ext cx="214937" cy="300473"/>
            </a:xfrm>
            <a:custGeom>
              <a:avLst/>
              <a:gdLst>
                <a:gd name="T0" fmla="*/ 2147483647 w 160"/>
                <a:gd name="T1" fmla="*/ 2147483647 h 224"/>
                <a:gd name="T2" fmla="*/ 2147483647 w 160"/>
                <a:gd name="T3" fmla="*/ 2147483647 h 224"/>
                <a:gd name="T4" fmla="*/ 2147483647 w 160"/>
                <a:gd name="T5" fmla="*/ 2147483647 h 224"/>
                <a:gd name="T6" fmla="*/ 2147483647 w 160"/>
                <a:gd name="T7" fmla="*/ 2147483647 h 224"/>
                <a:gd name="T8" fmla="*/ 2147483647 w 160"/>
                <a:gd name="T9" fmla="*/ 2147483647 h 224"/>
                <a:gd name="T10" fmla="*/ 2147483647 w 160"/>
                <a:gd name="T11" fmla="*/ 2147483647 h 224"/>
                <a:gd name="T12" fmla="*/ 2147483647 w 160"/>
                <a:gd name="T13" fmla="*/ 2147483647 h 224"/>
                <a:gd name="T14" fmla="*/ 2147483647 w 160"/>
                <a:gd name="T15" fmla="*/ 2147483647 h 224"/>
                <a:gd name="T16" fmla="*/ 2147483647 w 160"/>
                <a:gd name="T17" fmla="*/ 2147483647 h 224"/>
                <a:gd name="T18" fmla="*/ 2147483647 w 160"/>
                <a:gd name="T19" fmla="*/ 2147483647 h 224"/>
                <a:gd name="T20" fmla="*/ 2147483647 w 160"/>
                <a:gd name="T21" fmla="*/ 2147483647 h 224"/>
                <a:gd name="T22" fmla="*/ 2147483647 w 160"/>
                <a:gd name="T23" fmla="*/ 2147483647 h 224"/>
                <a:gd name="T24" fmla="*/ 2147483647 w 160"/>
                <a:gd name="T25" fmla="*/ 2147483647 h 224"/>
                <a:gd name="T26" fmla="*/ 2147483647 w 160"/>
                <a:gd name="T27" fmla="*/ 0 h 224"/>
                <a:gd name="T28" fmla="*/ 2147483647 w 160"/>
                <a:gd name="T29" fmla="*/ 0 h 224"/>
                <a:gd name="T30" fmla="*/ 2147483647 w 160"/>
                <a:gd name="T31" fmla="*/ 2147483647 h 224"/>
                <a:gd name="T32" fmla="*/ 2147483647 w 160"/>
                <a:gd name="T33" fmla="*/ 2147483647 h 224"/>
                <a:gd name="T34" fmla="*/ 2147483647 w 160"/>
                <a:gd name="T35" fmla="*/ 2147483647 h 224"/>
                <a:gd name="T36" fmla="*/ 2147483647 w 160"/>
                <a:gd name="T37" fmla="*/ 2147483647 h 224"/>
                <a:gd name="T38" fmla="*/ 2147483647 w 160"/>
                <a:gd name="T39" fmla="*/ 2147483647 h 224"/>
                <a:gd name="T40" fmla="*/ 2147483647 w 160"/>
                <a:gd name="T41" fmla="*/ 2147483647 h 224"/>
                <a:gd name="T42" fmla="*/ 0 w 160"/>
                <a:gd name="T43" fmla="*/ 2147483647 h 224"/>
                <a:gd name="T44" fmla="*/ 2147483647 w 160"/>
                <a:gd name="T45" fmla="*/ 2147483647 h 224"/>
                <a:gd name="T46" fmla="*/ 2147483647 w 160"/>
                <a:gd name="T47" fmla="*/ 2147483647 h 224"/>
                <a:gd name="T48" fmla="*/ 2147483647 w 160"/>
                <a:gd name="T49" fmla="*/ 2147483647 h 224"/>
                <a:gd name="T50" fmla="*/ 2147483647 w 160"/>
                <a:gd name="T51" fmla="*/ 2147483647 h 224"/>
                <a:gd name="T52" fmla="*/ 2147483647 w 160"/>
                <a:gd name="T53" fmla="*/ 2147483647 h 224"/>
                <a:gd name="T54" fmla="*/ 2147483647 w 160"/>
                <a:gd name="T55" fmla="*/ 2147483647 h 224"/>
                <a:gd name="T56" fmla="*/ 2147483647 w 160"/>
                <a:gd name="T57" fmla="*/ 2147483647 h 224"/>
                <a:gd name="T58" fmla="*/ 2147483647 w 160"/>
                <a:gd name="T59" fmla="*/ 2147483647 h 224"/>
                <a:gd name="T60" fmla="*/ 2147483647 w 160"/>
                <a:gd name="T61" fmla="*/ 2147483647 h 224"/>
                <a:gd name="T62" fmla="*/ 2147483647 w 160"/>
                <a:gd name="T63" fmla="*/ 2147483647 h 224"/>
                <a:gd name="T64" fmla="*/ 2147483647 w 160"/>
                <a:gd name="T65" fmla="*/ 2147483647 h 224"/>
                <a:gd name="T66" fmla="*/ 2147483647 w 160"/>
                <a:gd name="T67" fmla="*/ 2147483647 h 224"/>
                <a:gd name="T68" fmla="*/ 2147483647 w 160"/>
                <a:gd name="T69" fmla="*/ 2147483647 h 224"/>
                <a:gd name="T70" fmla="*/ 2147483647 w 160"/>
                <a:gd name="T71" fmla="*/ 2147483647 h 224"/>
                <a:gd name="T72" fmla="*/ 2147483647 w 160"/>
                <a:gd name="T73" fmla="*/ 2147483647 h 224"/>
                <a:gd name="T74" fmla="*/ 2147483647 w 160"/>
                <a:gd name="T75" fmla="*/ 2147483647 h 224"/>
                <a:gd name="T76" fmla="*/ 2147483647 w 160"/>
                <a:gd name="T77" fmla="*/ 2147483647 h 224"/>
                <a:gd name="T78" fmla="*/ 2147483647 w 160"/>
                <a:gd name="T79" fmla="*/ 2147483647 h 224"/>
                <a:gd name="T80" fmla="*/ 2147483647 w 160"/>
                <a:gd name="T81" fmla="*/ 2147483647 h 224"/>
                <a:gd name="T82" fmla="*/ 2147483647 w 160"/>
                <a:gd name="T83" fmla="*/ 2147483647 h 224"/>
                <a:gd name="T84" fmla="*/ 2147483647 w 160"/>
                <a:gd name="T85" fmla="*/ 2147483647 h 224"/>
                <a:gd name="T86" fmla="*/ 2147483647 w 160"/>
                <a:gd name="T87" fmla="*/ 2147483647 h 224"/>
                <a:gd name="T88" fmla="*/ 2147483647 w 160"/>
                <a:gd name="T89" fmla="*/ 0 h 224"/>
                <a:gd name="T90" fmla="*/ 2147483647 w 160"/>
                <a:gd name="T91" fmla="*/ 0 h 224"/>
                <a:gd name="T92" fmla="*/ 2147483647 w 160"/>
                <a:gd name="T93" fmla="*/ 2147483647 h 224"/>
                <a:gd name="T94" fmla="*/ 2147483647 w 160"/>
                <a:gd name="T95" fmla="*/ 2147483647 h 224"/>
                <a:gd name="T96" fmla="*/ 2147483647 w 160"/>
                <a:gd name="T97" fmla="*/ 2147483647 h 224"/>
                <a:gd name="T98" fmla="*/ 2147483647 w 160"/>
                <a:gd name="T99" fmla="*/ 2147483647 h 224"/>
                <a:gd name="T100" fmla="*/ 2147483647 w 160"/>
                <a:gd name="T101" fmla="*/ 2147483647 h 224"/>
                <a:gd name="T102" fmla="*/ 2147483647 w 160"/>
                <a:gd name="T103" fmla="*/ 2147483647 h 224"/>
                <a:gd name="T104" fmla="*/ 0 w 160"/>
                <a:gd name="T105" fmla="*/ 2147483647 h 224"/>
                <a:gd name="T106" fmla="*/ 2147483647 w 160"/>
                <a:gd name="T107" fmla="*/ 2147483647 h 224"/>
                <a:gd name="T108" fmla="*/ 2147483647 w 160"/>
                <a:gd name="T109" fmla="*/ 2147483647 h 224"/>
                <a:gd name="T110" fmla="*/ 2147483647 w 160"/>
                <a:gd name="T111" fmla="*/ 2147483647 h 224"/>
                <a:gd name="T112" fmla="*/ 2147483647 w 160"/>
                <a:gd name="T113" fmla="*/ 2147483647 h 224"/>
                <a:gd name="T114" fmla="*/ 2147483647 w 160"/>
                <a:gd name="T115" fmla="*/ 2147483647 h 224"/>
                <a:gd name="T116" fmla="*/ 2147483647 w 160"/>
                <a:gd name="T117" fmla="*/ 2147483647 h 224"/>
                <a:gd name="T118" fmla="*/ 2147483647 w 160"/>
                <a:gd name="T119" fmla="*/ 2147483647 h 224"/>
                <a:gd name="T120" fmla="*/ 2147483647 w 160"/>
                <a:gd name="T121" fmla="*/ 2147483647 h 224"/>
                <a:gd name="T122" fmla="*/ 2147483647 w 160"/>
                <a:gd name="T123" fmla="*/ 2147483647 h 224"/>
                <a:gd name="T124" fmla="*/ 2147483647 w 160"/>
                <a:gd name="T125" fmla="*/ 2147483647 h 22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60"/>
                <a:gd name="T190" fmla="*/ 0 h 224"/>
                <a:gd name="T191" fmla="*/ 160 w 160"/>
                <a:gd name="T192" fmla="*/ 224 h 224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60" h="224">
                  <a:moveTo>
                    <a:pt x="152" y="136"/>
                  </a:moveTo>
                  <a:lnTo>
                    <a:pt x="152" y="136"/>
                  </a:lnTo>
                  <a:lnTo>
                    <a:pt x="144" y="136"/>
                  </a:lnTo>
                  <a:lnTo>
                    <a:pt x="144" y="112"/>
                  </a:lnTo>
                  <a:lnTo>
                    <a:pt x="120" y="120"/>
                  </a:lnTo>
                  <a:lnTo>
                    <a:pt x="104" y="104"/>
                  </a:lnTo>
                  <a:lnTo>
                    <a:pt x="104" y="80"/>
                  </a:lnTo>
                  <a:lnTo>
                    <a:pt x="120" y="56"/>
                  </a:lnTo>
                  <a:lnTo>
                    <a:pt x="136" y="48"/>
                  </a:lnTo>
                  <a:lnTo>
                    <a:pt x="136" y="40"/>
                  </a:lnTo>
                  <a:lnTo>
                    <a:pt x="128" y="24"/>
                  </a:lnTo>
                  <a:lnTo>
                    <a:pt x="112" y="24"/>
                  </a:lnTo>
                  <a:lnTo>
                    <a:pt x="104" y="16"/>
                  </a:lnTo>
                  <a:lnTo>
                    <a:pt x="80" y="0"/>
                  </a:lnTo>
                  <a:lnTo>
                    <a:pt x="72" y="16"/>
                  </a:lnTo>
                  <a:lnTo>
                    <a:pt x="56" y="32"/>
                  </a:lnTo>
                  <a:lnTo>
                    <a:pt x="48" y="40"/>
                  </a:lnTo>
                  <a:lnTo>
                    <a:pt x="32" y="56"/>
                  </a:lnTo>
                  <a:lnTo>
                    <a:pt x="16" y="48"/>
                  </a:lnTo>
                  <a:lnTo>
                    <a:pt x="16" y="40"/>
                  </a:lnTo>
                  <a:lnTo>
                    <a:pt x="0" y="48"/>
                  </a:lnTo>
                  <a:lnTo>
                    <a:pt x="16" y="80"/>
                  </a:lnTo>
                  <a:lnTo>
                    <a:pt x="40" y="120"/>
                  </a:lnTo>
                  <a:lnTo>
                    <a:pt x="64" y="168"/>
                  </a:lnTo>
                  <a:lnTo>
                    <a:pt x="64" y="176"/>
                  </a:lnTo>
                  <a:lnTo>
                    <a:pt x="144" y="224"/>
                  </a:lnTo>
                  <a:lnTo>
                    <a:pt x="152" y="224"/>
                  </a:lnTo>
                  <a:lnTo>
                    <a:pt x="152" y="208"/>
                  </a:lnTo>
                  <a:lnTo>
                    <a:pt x="160" y="184"/>
                  </a:lnTo>
                  <a:lnTo>
                    <a:pt x="160" y="152"/>
                  </a:lnTo>
                  <a:lnTo>
                    <a:pt x="152" y="136"/>
                  </a:lnTo>
                  <a:lnTo>
                    <a:pt x="144" y="136"/>
                  </a:lnTo>
                  <a:lnTo>
                    <a:pt x="144" y="112"/>
                  </a:lnTo>
                  <a:lnTo>
                    <a:pt x="120" y="120"/>
                  </a:lnTo>
                  <a:lnTo>
                    <a:pt x="104" y="104"/>
                  </a:lnTo>
                  <a:lnTo>
                    <a:pt x="104" y="80"/>
                  </a:lnTo>
                  <a:lnTo>
                    <a:pt x="120" y="56"/>
                  </a:lnTo>
                  <a:lnTo>
                    <a:pt x="136" y="48"/>
                  </a:lnTo>
                  <a:lnTo>
                    <a:pt x="136" y="40"/>
                  </a:lnTo>
                  <a:lnTo>
                    <a:pt x="128" y="24"/>
                  </a:lnTo>
                  <a:lnTo>
                    <a:pt x="112" y="24"/>
                  </a:lnTo>
                  <a:lnTo>
                    <a:pt x="104" y="16"/>
                  </a:lnTo>
                  <a:lnTo>
                    <a:pt x="80" y="0"/>
                  </a:lnTo>
                  <a:lnTo>
                    <a:pt x="72" y="16"/>
                  </a:lnTo>
                  <a:lnTo>
                    <a:pt x="56" y="32"/>
                  </a:lnTo>
                  <a:lnTo>
                    <a:pt x="48" y="40"/>
                  </a:lnTo>
                  <a:lnTo>
                    <a:pt x="32" y="56"/>
                  </a:lnTo>
                  <a:lnTo>
                    <a:pt x="16" y="48"/>
                  </a:lnTo>
                  <a:lnTo>
                    <a:pt x="16" y="40"/>
                  </a:lnTo>
                  <a:lnTo>
                    <a:pt x="0" y="48"/>
                  </a:lnTo>
                  <a:lnTo>
                    <a:pt x="16" y="80"/>
                  </a:lnTo>
                  <a:lnTo>
                    <a:pt x="40" y="120"/>
                  </a:lnTo>
                  <a:lnTo>
                    <a:pt x="64" y="168"/>
                  </a:lnTo>
                  <a:lnTo>
                    <a:pt x="64" y="176"/>
                  </a:lnTo>
                  <a:lnTo>
                    <a:pt x="144" y="224"/>
                  </a:lnTo>
                  <a:lnTo>
                    <a:pt x="152" y="224"/>
                  </a:lnTo>
                  <a:lnTo>
                    <a:pt x="152" y="208"/>
                  </a:lnTo>
                  <a:lnTo>
                    <a:pt x="160" y="184"/>
                  </a:lnTo>
                  <a:lnTo>
                    <a:pt x="160" y="152"/>
                  </a:lnTo>
                  <a:lnTo>
                    <a:pt x="152" y="13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0" name="Freeform 805"/>
            <p:cNvSpPr/>
            <p:nvPr/>
          </p:nvSpPr>
          <p:spPr bwMode="auto">
            <a:xfrm>
              <a:off x="3097599" y="3550909"/>
              <a:ext cx="85536" cy="107468"/>
            </a:xfrm>
            <a:custGeom>
              <a:avLst/>
              <a:gdLst>
                <a:gd name="T0" fmla="*/ 2147483647 w 64"/>
                <a:gd name="T1" fmla="*/ 2147483647 h 80"/>
                <a:gd name="T2" fmla="*/ 2147483647 w 64"/>
                <a:gd name="T3" fmla="*/ 2147483647 h 80"/>
                <a:gd name="T4" fmla="*/ 2147483647 w 64"/>
                <a:gd name="T5" fmla="*/ 2147483647 h 80"/>
                <a:gd name="T6" fmla="*/ 2147483647 w 64"/>
                <a:gd name="T7" fmla="*/ 2147483647 h 80"/>
                <a:gd name="T8" fmla="*/ 2147483647 w 64"/>
                <a:gd name="T9" fmla="*/ 2147483647 h 80"/>
                <a:gd name="T10" fmla="*/ 2147483647 w 64"/>
                <a:gd name="T11" fmla="*/ 2147483647 h 80"/>
                <a:gd name="T12" fmla="*/ 2147483647 w 64"/>
                <a:gd name="T13" fmla="*/ 0 h 80"/>
                <a:gd name="T14" fmla="*/ 2147483647 w 64"/>
                <a:gd name="T15" fmla="*/ 2147483647 h 80"/>
                <a:gd name="T16" fmla="*/ 0 w 64"/>
                <a:gd name="T17" fmla="*/ 2147483647 h 80"/>
                <a:gd name="T18" fmla="*/ 2147483647 w 64"/>
                <a:gd name="T19" fmla="*/ 2147483647 h 80"/>
                <a:gd name="T20" fmla="*/ 0 w 64"/>
                <a:gd name="T21" fmla="*/ 2147483647 h 80"/>
                <a:gd name="T22" fmla="*/ 0 w 64"/>
                <a:gd name="T23" fmla="*/ 2147483647 h 80"/>
                <a:gd name="T24" fmla="*/ 2147483647 w 64"/>
                <a:gd name="T25" fmla="*/ 2147483647 h 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80"/>
                <a:gd name="T41" fmla="*/ 64 w 64"/>
                <a:gd name="T42" fmla="*/ 80 h 8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80">
                  <a:moveTo>
                    <a:pt x="16" y="80"/>
                  </a:moveTo>
                  <a:lnTo>
                    <a:pt x="32" y="64"/>
                  </a:lnTo>
                  <a:lnTo>
                    <a:pt x="40" y="56"/>
                  </a:lnTo>
                  <a:lnTo>
                    <a:pt x="56" y="40"/>
                  </a:lnTo>
                  <a:lnTo>
                    <a:pt x="64" y="24"/>
                  </a:lnTo>
                  <a:lnTo>
                    <a:pt x="48" y="16"/>
                  </a:lnTo>
                  <a:lnTo>
                    <a:pt x="16" y="0"/>
                  </a:lnTo>
                  <a:lnTo>
                    <a:pt x="16" y="8"/>
                  </a:lnTo>
                  <a:lnTo>
                    <a:pt x="0" y="48"/>
                  </a:lnTo>
                  <a:lnTo>
                    <a:pt x="8" y="64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16" y="8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1" name="Freeform 806"/>
            <p:cNvSpPr/>
            <p:nvPr/>
          </p:nvSpPr>
          <p:spPr bwMode="auto">
            <a:xfrm>
              <a:off x="2947363" y="3304170"/>
              <a:ext cx="96502" cy="42768"/>
            </a:xfrm>
            <a:custGeom>
              <a:avLst/>
              <a:gdLst>
                <a:gd name="T0" fmla="*/ 2147483647 w 72"/>
                <a:gd name="T1" fmla="*/ 2147483647 h 32"/>
                <a:gd name="T2" fmla="*/ 2147483647 w 72"/>
                <a:gd name="T3" fmla="*/ 0 h 32"/>
                <a:gd name="T4" fmla="*/ 2147483647 w 72"/>
                <a:gd name="T5" fmla="*/ 0 h 32"/>
                <a:gd name="T6" fmla="*/ 0 w 72"/>
                <a:gd name="T7" fmla="*/ 2147483647 h 32"/>
                <a:gd name="T8" fmla="*/ 0 w 72"/>
                <a:gd name="T9" fmla="*/ 2147483647 h 32"/>
                <a:gd name="T10" fmla="*/ 2147483647 w 72"/>
                <a:gd name="T11" fmla="*/ 2147483647 h 32"/>
                <a:gd name="T12" fmla="*/ 2147483647 w 72"/>
                <a:gd name="T13" fmla="*/ 2147483647 h 32"/>
                <a:gd name="T14" fmla="*/ 2147483647 w 72"/>
                <a:gd name="T15" fmla="*/ 2147483647 h 3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2"/>
                <a:gd name="T25" fmla="*/ 0 h 32"/>
                <a:gd name="T26" fmla="*/ 72 w 72"/>
                <a:gd name="T27" fmla="*/ 32 h 3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2" h="32">
                  <a:moveTo>
                    <a:pt x="72" y="8"/>
                  </a:moveTo>
                  <a:lnTo>
                    <a:pt x="32" y="0"/>
                  </a:lnTo>
                  <a:lnTo>
                    <a:pt x="16" y="0"/>
                  </a:lnTo>
                  <a:lnTo>
                    <a:pt x="0" y="8"/>
                  </a:lnTo>
                  <a:lnTo>
                    <a:pt x="0" y="24"/>
                  </a:lnTo>
                  <a:lnTo>
                    <a:pt x="16" y="32"/>
                  </a:lnTo>
                  <a:lnTo>
                    <a:pt x="48" y="24"/>
                  </a:lnTo>
                  <a:lnTo>
                    <a:pt x="72" y="8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2" name="Freeform 807"/>
            <p:cNvSpPr/>
            <p:nvPr/>
          </p:nvSpPr>
          <p:spPr bwMode="auto">
            <a:xfrm>
              <a:off x="2893629" y="3271271"/>
              <a:ext cx="74570" cy="64701"/>
            </a:xfrm>
            <a:custGeom>
              <a:avLst/>
              <a:gdLst>
                <a:gd name="T0" fmla="*/ 2147483647 w 56"/>
                <a:gd name="T1" fmla="*/ 2147483647 h 48"/>
                <a:gd name="T2" fmla="*/ 2147483647 w 56"/>
                <a:gd name="T3" fmla="*/ 2147483647 h 48"/>
                <a:gd name="T4" fmla="*/ 2147483647 w 56"/>
                <a:gd name="T5" fmla="*/ 0 h 48"/>
                <a:gd name="T6" fmla="*/ 2147483647 w 56"/>
                <a:gd name="T7" fmla="*/ 0 h 48"/>
                <a:gd name="T8" fmla="*/ 2147483647 w 56"/>
                <a:gd name="T9" fmla="*/ 2147483647 h 48"/>
                <a:gd name="T10" fmla="*/ 2147483647 w 56"/>
                <a:gd name="T11" fmla="*/ 2147483647 h 48"/>
                <a:gd name="T12" fmla="*/ 2147483647 w 56"/>
                <a:gd name="T13" fmla="*/ 2147483647 h 48"/>
                <a:gd name="T14" fmla="*/ 0 w 56"/>
                <a:gd name="T15" fmla="*/ 2147483647 h 48"/>
                <a:gd name="T16" fmla="*/ 0 w 56"/>
                <a:gd name="T17" fmla="*/ 2147483647 h 48"/>
                <a:gd name="T18" fmla="*/ 0 w 56"/>
                <a:gd name="T19" fmla="*/ 2147483647 h 48"/>
                <a:gd name="T20" fmla="*/ 2147483647 w 56"/>
                <a:gd name="T21" fmla="*/ 2147483647 h 48"/>
                <a:gd name="T22" fmla="*/ 2147483647 w 56"/>
                <a:gd name="T23" fmla="*/ 2147483647 h 48"/>
                <a:gd name="T24" fmla="*/ 2147483647 w 56"/>
                <a:gd name="T25" fmla="*/ 2147483647 h 48"/>
                <a:gd name="T26" fmla="*/ 2147483647 w 56"/>
                <a:gd name="T27" fmla="*/ 2147483647 h 4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6"/>
                <a:gd name="T43" fmla="*/ 0 h 48"/>
                <a:gd name="T44" fmla="*/ 56 w 56"/>
                <a:gd name="T45" fmla="*/ 48 h 4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6" h="48">
                  <a:moveTo>
                    <a:pt x="56" y="24"/>
                  </a:moveTo>
                  <a:lnTo>
                    <a:pt x="40" y="16"/>
                  </a:lnTo>
                  <a:lnTo>
                    <a:pt x="40" y="0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24" y="24"/>
                  </a:lnTo>
                  <a:lnTo>
                    <a:pt x="8" y="24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0" y="48"/>
                  </a:lnTo>
                  <a:lnTo>
                    <a:pt x="24" y="48"/>
                  </a:lnTo>
                  <a:lnTo>
                    <a:pt x="40" y="48"/>
                  </a:lnTo>
                  <a:lnTo>
                    <a:pt x="40" y="32"/>
                  </a:lnTo>
                  <a:lnTo>
                    <a:pt x="56" y="24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3" name="Freeform 808"/>
            <p:cNvSpPr/>
            <p:nvPr/>
          </p:nvSpPr>
          <p:spPr bwMode="auto">
            <a:xfrm>
              <a:off x="2474721" y="2992731"/>
              <a:ext cx="515410" cy="332275"/>
            </a:xfrm>
            <a:custGeom>
              <a:avLst/>
              <a:gdLst>
                <a:gd name="T0" fmla="*/ 2147483647 w 384"/>
                <a:gd name="T1" fmla="*/ 2147483647 h 248"/>
                <a:gd name="T2" fmla="*/ 2147483647 w 384"/>
                <a:gd name="T3" fmla="*/ 2147483647 h 248"/>
                <a:gd name="T4" fmla="*/ 2147483647 w 384"/>
                <a:gd name="T5" fmla="*/ 2147483647 h 248"/>
                <a:gd name="T6" fmla="*/ 2147483647 w 384"/>
                <a:gd name="T7" fmla="*/ 2147483647 h 248"/>
                <a:gd name="T8" fmla="*/ 2147483647 w 384"/>
                <a:gd name="T9" fmla="*/ 2147483647 h 248"/>
                <a:gd name="T10" fmla="*/ 2147483647 w 384"/>
                <a:gd name="T11" fmla="*/ 2147483647 h 248"/>
                <a:gd name="T12" fmla="*/ 2147483647 w 384"/>
                <a:gd name="T13" fmla="*/ 2147483647 h 248"/>
                <a:gd name="T14" fmla="*/ 2147483647 w 384"/>
                <a:gd name="T15" fmla="*/ 2147483647 h 248"/>
                <a:gd name="T16" fmla="*/ 2147483647 w 384"/>
                <a:gd name="T17" fmla="*/ 2147483647 h 248"/>
                <a:gd name="T18" fmla="*/ 2147483647 w 384"/>
                <a:gd name="T19" fmla="*/ 2147483647 h 248"/>
                <a:gd name="T20" fmla="*/ 2147483647 w 384"/>
                <a:gd name="T21" fmla="*/ 2147483647 h 248"/>
                <a:gd name="T22" fmla="*/ 2147483647 w 384"/>
                <a:gd name="T23" fmla="*/ 2147483647 h 248"/>
                <a:gd name="T24" fmla="*/ 2147483647 w 384"/>
                <a:gd name="T25" fmla="*/ 2147483647 h 248"/>
                <a:gd name="T26" fmla="*/ 2147483647 w 384"/>
                <a:gd name="T27" fmla="*/ 2147483647 h 248"/>
                <a:gd name="T28" fmla="*/ 2147483647 w 384"/>
                <a:gd name="T29" fmla="*/ 2147483647 h 248"/>
                <a:gd name="T30" fmla="*/ 2147483647 w 384"/>
                <a:gd name="T31" fmla="*/ 2147483647 h 248"/>
                <a:gd name="T32" fmla="*/ 2147483647 w 384"/>
                <a:gd name="T33" fmla="*/ 2147483647 h 248"/>
                <a:gd name="T34" fmla="*/ 2147483647 w 384"/>
                <a:gd name="T35" fmla="*/ 2147483647 h 248"/>
                <a:gd name="T36" fmla="*/ 2147483647 w 384"/>
                <a:gd name="T37" fmla="*/ 2147483647 h 248"/>
                <a:gd name="T38" fmla="*/ 2147483647 w 384"/>
                <a:gd name="T39" fmla="*/ 2147483647 h 248"/>
                <a:gd name="T40" fmla="*/ 2147483647 w 384"/>
                <a:gd name="T41" fmla="*/ 2147483647 h 248"/>
                <a:gd name="T42" fmla="*/ 2147483647 w 384"/>
                <a:gd name="T43" fmla="*/ 2147483647 h 248"/>
                <a:gd name="T44" fmla="*/ 2147483647 w 384"/>
                <a:gd name="T45" fmla="*/ 2147483647 h 248"/>
                <a:gd name="T46" fmla="*/ 2147483647 w 384"/>
                <a:gd name="T47" fmla="*/ 0 h 248"/>
                <a:gd name="T48" fmla="*/ 0 w 384"/>
                <a:gd name="T49" fmla="*/ 0 h 248"/>
                <a:gd name="T50" fmla="*/ 2147483647 w 384"/>
                <a:gd name="T51" fmla="*/ 2147483647 h 248"/>
                <a:gd name="T52" fmla="*/ 2147483647 w 384"/>
                <a:gd name="T53" fmla="*/ 2147483647 h 248"/>
                <a:gd name="T54" fmla="*/ 2147483647 w 384"/>
                <a:gd name="T55" fmla="*/ 2147483647 h 248"/>
                <a:gd name="T56" fmla="*/ 2147483647 w 384"/>
                <a:gd name="T57" fmla="*/ 2147483647 h 248"/>
                <a:gd name="T58" fmla="*/ 2147483647 w 384"/>
                <a:gd name="T59" fmla="*/ 2147483647 h 248"/>
                <a:gd name="T60" fmla="*/ 2147483647 w 384"/>
                <a:gd name="T61" fmla="*/ 2147483647 h 248"/>
                <a:gd name="T62" fmla="*/ 2147483647 w 384"/>
                <a:gd name="T63" fmla="*/ 2147483647 h 248"/>
                <a:gd name="T64" fmla="*/ 2147483647 w 384"/>
                <a:gd name="T65" fmla="*/ 2147483647 h 248"/>
                <a:gd name="T66" fmla="*/ 2147483647 w 384"/>
                <a:gd name="T67" fmla="*/ 2147483647 h 248"/>
                <a:gd name="T68" fmla="*/ 2147483647 w 384"/>
                <a:gd name="T69" fmla="*/ 2147483647 h 248"/>
                <a:gd name="T70" fmla="*/ 2147483647 w 384"/>
                <a:gd name="T71" fmla="*/ 2147483647 h 248"/>
                <a:gd name="T72" fmla="*/ 2147483647 w 384"/>
                <a:gd name="T73" fmla="*/ 2147483647 h 248"/>
                <a:gd name="T74" fmla="*/ 2147483647 w 384"/>
                <a:gd name="T75" fmla="*/ 2147483647 h 248"/>
                <a:gd name="T76" fmla="*/ 2147483647 w 384"/>
                <a:gd name="T77" fmla="*/ 2147483647 h 248"/>
                <a:gd name="T78" fmla="*/ 2147483647 w 384"/>
                <a:gd name="T79" fmla="*/ 2147483647 h 248"/>
                <a:gd name="T80" fmla="*/ 2147483647 w 384"/>
                <a:gd name="T81" fmla="*/ 2147483647 h 248"/>
                <a:gd name="T82" fmla="*/ 2147483647 w 384"/>
                <a:gd name="T83" fmla="*/ 2147483647 h 248"/>
                <a:gd name="T84" fmla="*/ 2147483647 w 384"/>
                <a:gd name="T85" fmla="*/ 2147483647 h 248"/>
                <a:gd name="T86" fmla="*/ 2147483647 w 384"/>
                <a:gd name="T87" fmla="*/ 2147483647 h 248"/>
                <a:gd name="T88" fmla="*/ 2147483647 w 384"/>
                <a:gd name="T89" fmla="*/ 2147483647 h 248"/>
                <a:gd name="T90" fmla="*/ 2147483647 w 384"/>
                <a:gd name="T91" fmla="*/ 2147483647 h 248"/>
                <a:gd name="T92" fmla="*/ 2147483647 w 384"/>
                <a:gd name="T93" fmla="*/ 2147483647 h 248"/>
                <a:gd name="T94" fmla="*/ 2147483647 w 384"/>
                <a:gd name="T95" fmla="*/ 2147483647 h 248"/>
                <a:gd name="T96" fmla="*/ 2147483647 w 384"/>
                <a:gd name="T97" fmla="*/ 2147483647 h 248"/>
                <a:gd name="T98" fmla="*/ 2147483647 w 384"/>
                <a:gd name="T99" fmla="*/ 2147483647 h 248"/>
                <a:gd name="T100" fmla="*/ 2147483647 w 384"/>
                <a:gd name="T101" fmla="*/ 2147483647 h 248"/>
                <a:gd name="T102" fmla="*/ 2147483647 w 384"/>
                <a:gd name="T103" fmla="*/ 2147483647 h 248"/>
                <a:gd name="T104" fmla="*/ 2147483647 w 384"/>
                <a:gd name="T105" fmla="*/ 2147483647 h 248"/>
                <a:gd name="T106" fmla="*/ 2147483647 w 384"/>
                <a:gd name="T107" fmla="*/ 2147483647 h 248"/>
                <a:gd name="T108" fmla="*/ 2147483647 w 384"/>
                <a:gd name="T109" fmla="*/ 2147483647 h 248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384"/>
                <a:gd name="T166" fmla="*/ 0 h 248"/>
                <a:gd name="T167" fmla="*/ 384 w 384"/>
                <a:gd name="T168" fmla="*/ 248 h 248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384" h="248">
                  <a:moveTo>
                    <a:pt x="320" y="232"/>
                  </a:moveTo>
                  <a:lnTo>
                    <a:pt x="336" y="232"/>
                  </a:lnTo>
                  <a:lnTo>
                    <a:pt x="328" y="216"/>
                  </a:lnTo>
                  <a:lnTo>
                    <a:pt x="336" y="208"/>
                  </a:lnTo>
                  <a:lnTo>
                    <a:pt x="352" y="208"/>
                  </a:lnTo>
                  <a:lnTo>
                    <a:pt x="360" y="200"/>
                  </a:lnTo>
                  <a:lnTo>
                    <a:pt x="376" y="192"/>
                  </a:lnTo>
                  <a:lnTo>
                    <a:pt x="384" y="160"/>
                  </a:lnTo>
                  <a:lnTo>
                    <a:pt x="336" y="168"/>
                  </a:lnTo>
                  <a:lnTo>
                    <a:pt x="312" y="192"/>
                  </a:lnTo>
                  <a:lnTo>
                    <a:pt x="280" y="200"/>
                  </a:lnTo>
                  <a:lnTo>
                    <a:pt x="248" y="160"/>
                  </a:lnTo>
                  <a:lnTo>
                    <a:pt x="248" y="104"/>
                  </a:lnTo>
                  <a:lnTo>
                    <a:pt x="256" y="96"/>
                  </a:lnTo>
                  <a:lnTo>
                    <a:pt x="232" y="88"/>
                  </a:lnTo>
                  <a:lnTo>
                    <a:pt x="216" y="72"/>
                  </a:lnTo>
                  <a:lnTo>
                    <a:pt x="208" y="56"/>
                  </a:lnTo>
                  <a:lnTo>
                    <a:pt x="192" y="40"/>
                  </a:lnTo>
                  <a:lnTo>
                    <a:pt x="168" y="48"/>
                  </a:lnTo>
                  <a:lnTo>
                    <a:pt x="136" y="16"/>
                  </a:lnTo>
                  <a:lnTo>
                    <a:pt x="112" y="8"/>
                  </a:lnTo>
                  <a:lnTo>
                    <a:pt x="104" y="16"/>
                  </a:lnTo>
                  <a:lnTo>
                    <a:pt x="72" y="16"/>
                  </a:lnTo>
                  <a:lnTo>
                    <a:pt x="32" y="0"/>
                  </a:lnTo>
                  <a:lnTo>
                    <a:pt x="0" y="0"/>
                  </a:lnTo>
                  <a:lnTo>
                    <a:pt x="24" y="48"/>
                  </a:lnTo>
                  <a:lnTo>
                    <a:pt x="40" y="72"/>
                  </a:lnTo>
                  <a:lnTo>
                    <a:pt x="32" y="80"/>
                  </a:lnTo>
                  <a:lnTo>
                    <a:pt x="64" y="96"/>
                  </a:lnTo>
                  <a:lnTo>
                    <a:pt x="64" y="120"/>
                  </a:lnTo>
                  <a:lnTo>
                    <a:pt x="80" y="128"/>
                  </a:lnTo>
                  <a:lnTo>
                    <a:pt x="96" y="144"/>
                  </a:lnTo>
                  <a:lnTo>
                    <a:pt x="96" y="128"/>
                  </a:lnTo>
                  <a:lnTo>
                    <a:pt x="80" y="120"/>
                  </a:lnTo>
                  <a:lnTo>
                    <a:pt x="64" y="80"/>
                  </a:lnTo>
                  <a:lnTo>
                    <a:pt x="40" y="40"/>
                  </a:lnTo>
                  <a:lnTo>
                    <a:pt x="32" y="16"/>
                  </a:lnTo>
                  <a:lnTo>
                    <a:pt x="48" y="24"/>
                  </a:lnTo>
                  <a:lnTo>
                    <a:pt x="72" y="64"/>
                  </a:lnTo>
                  <a:lnTo>
                    <a:pt x="80" y="80"/>
                  </a:lnTo>
                  <a:lnTo>
                    <a:pt x="96" y="88"/>
                  </a:lnTo>
                  <a:lnTo>
                    <a:pt x="96" y="104"/>
                  </a:lnTo>
                  <a:lnTo>
                    <a:pt x="112" y="112"/>
                  </a:lnTo>
                  <a:lnTo>
                    <a:pt x="120" y="120"/>
                  </a:lnTo>
                  <a:lnTo>
                    <a:pt x="144" y="144"/>
                  </a:lnTo>
                  <a:lnTo>
                    <a:pt x="144" y="168"/>
                  </a:lnTo>
                  <a:lnTo>
                    <a:pt x="144" y="184"/>
                  </a:lnTo>
                  <a:lnTo>
                    <a:pt x="200" y="216"/>
                  </a:lnTo>
                  <a:lnTo>
                    <a:pt x="224" y="224"/>
                  </a:lnTo>
                  <a:lnTo>
                    <a:pt x="264" y="240"/>
                  </a:lnTo>
                  <a:lnTo>
                    <a:pt x="280" y="232"/>
                  </a:lnTo>
                  <a:lnTo>
                    <a:pt x="288" y="232"/>
                  </a:lnTo>
                  <a:lnTo>
                    <a:pt x="312" y="248"/>
                  </a:lnTo>
                  <a:lnTo>
                    <a:pt x="312" y="240"/>
                  </a:lnTo>
                  <a:lnTo>
                    <a:pt x="320" y="232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4" name="Freeform 809"/>
            <p:cNvSpPr/>
            <p:nvPr/>
          </p:nvSpPr>
          <p:spPr bwMode="auto">
            <a:xfrm>
              <a:off x="3097599" y="3550909"/>
              <a:ext cx="85536" cy="107468"/>
            </a:xfrm>
            <a:custGeom>
              <a:avLst/>
              <a:gdLst>
                <a:gd name="T0" fmla="*/ 2147483647 w 64"/>
                <a:gd name="T1" fmla="*/ 2147483647 h 80"/>
                <a:gd name="T2" fmla="*/ 2147483647 w 64"/>
                <a:gd name="T3" fmla="*/ 2147483647 h 80"/>
                <a:gd name="T4" fmla="*/ 2147483647 w 64"/>
                <a:gd name="T5" fmla="*/ 2147483647 h 80"/>
                <a:gd name="T6" fmla="*/ 2147483647 w 64"/>
                <a:gd name="T7" fmla="*/ 2147483647 h 80"/>
                <a:gd name="T8" fmla="*/ 2147483647 w 64"/>
                <a:gd name="T9" fmla="*/ 2147483647 h 80"/>
                <a:gd name="T10" fmla="*/ 2147483647 w 64"/>
                <a:gd name="T11" fmla="*/ 2147483647 h 80"/>
                <a:gd name="T12" fmla="*/ 2147483647 w 64"/>
                <a:gd name="T13" fmla="*/ 0 h 80"/>
                <a:gd name="T14" fmla="*/ 2147483647 w 64"/>
                <a:gd name="T15" fmla="*/ 2147483647 h 80"/>
                <a:gd name="T16" fmla="*/ 0 w 64"/>
                <a:gd name="T17" fmla="*/ 2147483647 h 80"/>
                <a:gd name="T18" fmla="*/ 2147483647 w 64"/>
                <a:gd name="T19" fmla="*/ 2147483647 h 80"/>
                <a:gd name="T20" fmla="*/ 0 w 64"/>
                <a:gd name="T21" fmla="*/ 2147483647 h 80"/>
                <a:gd name="T22" fmla="*/ 0 w 64"/>
                <a:gd name="T23" fmla="*/ 2147483647 h 80"/>
                <a:gd name="T24" fmla="*/ 2147483647 w 64"/>
                <a:gd name="T25" fmla="*/ 2147483647 h 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80"/>
                <a:gd name="T41" fmla="*/ 64 w 64"/>
                <a:gd name="T42" fmla="*/ 80 h 8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80">
                  <a:moveTo>
                    <a:pt x="16" y="80"/>
                  </a:moveTo>
                  <a:lnTo>
                    <a:pt x="32" y="64"/>
                  </a:lnTo>
                  <a:lnTo>
                    <a:pt x="40" y="56"/>
                  </a:lnTo>
                  <a:lnTo>
                    <a:pt x="56" y="40"/>
                  </a:lnTo>
                  <a:lnTo>
                    <a:pt x="64" y="24"/>
                  </a:lnTo>
                  <a:lnTo>
                    <a:pt x="48" y="16"/>
                  </a:lnTo>
                  <a:lnTo>
                    <a:pt x="16" y="0"/>
                  </a:lnTo>
                  <a:lnTo>
                    <a:pt x="16" y="8"/>
                  </a:lnTo>
                  <a:lnTo>
                    <a:pt x="0" y="48"/>
                  </a:lnTo>
                  <a:lnTo>
                    <a:pt x="8" y="64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16" y="8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5" name="Freeform 810"/>
            <p:cNvSpPr/>
            <p:nvPr/>
          </p:nvSpPr>
          <p:spPr bwMode="auto">
            <a:xfrm>
              <a:off x="2474721" y="2992731"/>
              <a:ext cx="515410" cy="332275"/>
            </a:xfrm>
            <a:custGeom>
              <a:avLst/>
              <a:gdLst>
                <a:gd name="T0" fmla="*/ 2147483647 w 384"/>
                <a:gd name="T1" fmla="*/ 2147483647 h 248"/>
                <a:gd name="T2" fmla="*/ 2147483647 w 384"/>
                <a:gd name="T3" fmla="*/ 2147483647 h 248"/>
                <a:gd name="T4" fmla="*/ 2147483647 w 384"/>
                <a:gd name="T5" fmla="*/ 2147483647 h 248"/>
                <a:gd name="T6" fmla="*/ 2147483647 w 384"/>
                <a:gd name="T7" fmla="*/ 2147483647 h 248"/>
                <a:gd name="T8" fmla="*/ 2147483647 w 384"/>
                <a:gd name="T9" fmla="*/ 2147483647 h 248"/>
                <a:gd name="T10" fmla="*/ 2147483647 w 384"/>
                <a:gd name="T11" fmla="*/ 2147483647 h 248"/>
                <a:gd name="T12" fmla="*/ 2147483647 w 384"/>
                <a:gd name="T13" fmla="*/ 2147483647 h 248"/>
                <a:gd name="T14" fmla="*/ 2147483647 w 384"/>
                <a:gd name="T15" fmla="*/ 2147483647 h 248"/>
                <a:gd name="T16" fmla="*/ 2147483647 w 384"/>
                <a:gd name="T17" fmla="*/ 2147483647 h 248"/>
                <a:gd name="T18" fmla="*/ 2147483647 w 384"/>
                <a:gd name="T19" fmla="*/ 2147483647 h 248"/>
                <a:gd name="T20" fmla="*/ 2147483647 w 384"/>
                <a:gd name="T21" fmla="*/ 2147483647 h 248"/>
                <a:gd name="T22" fmla="*/ 2147483647 w 384"/>
                <a:gd name="T23" fmla="*/ 2147483647 h 248"/>
                <a:gd name="T24" fmla="*/ 2147483647 w 384"/>
                <a:gd name="T25" fmla="*/ 2147483647 h 248"/>
                <a:gd name="T26" fmla="*/ 2147483647 w 384"/>
                <a:gd name="T27" fmla="*/ 2147483647 h 248"/>
                <a:gd name="T28" fmla="*/ 2147483647 w 384"/>
                <a:gd name="T29" fmla="*/ 2147483647 h 248"/>
                <a:gd name="T30" fmla="*/ 2147483647 w 384"/>
                <a:gd name="T31" fmla="*/ 2147483647 h 248"/>
                <a:gd name="T32" fmla="*/ 2147483647 w 384"/>
                <a:gd name="T33" fmla="*/ 2147483647 h 248"/>
                <a:gd name="T34" fmla="*/ 2147483647 w 384"/>
                <a:gd name="T35" fmla="*/ 2147483647 h 248"/>
                <a:gd name="T36" fmla="*/ 2147483647 w 384"/>
                <a:gd name="T37" fmla="*/ 2147483647 h 248"/>
                <a:gd name="T38" fmla="*/ 2147483647 w 384"/>
                <a:gd name="T39" fmla="*/ 2147483647 h 248"/>
                <a:gd name="T40" fmla="*/ 2147483647 w 384"/>
                <a:gd name="T41" fmla="*/ 2147483647 h 248"/>
                <a:gd name="T42" fmla="*/ 2147483647 w 384"/>
                <a:gd name="T43" fmla="*/ 2147483647 h 248"/>
                <a:gd name="T44" fmla="*/ 2147483647 w 384"/>
                <a:gd name="T45" fmla="*/ 2147483647 h 248"/>
                <a:gd name="T46" fmla="*/ 2147483647 w 384"/>
                <a:gd name="T47" fmla="*/ 2147483647 h 248"/>
                <a:gd name="T48" fmla="*/ 2147483647 w 384"/>
                <a:gd name="T49" fmla="*/ 0 h 248"/>
                <a:gd name="T50" fmla="*/ 0 w 384"/>
                <a:gd name="T51" fmla="*/ 0 h 248"/>
                <a:gd name="T52" fmla="*/ 2147483647 w 384"/>
                <a:gd name="T53" fmla="*/ 2147483647 h 248"/>
                <a:gd name="T54" fmla="*/ 2147483647 w 384"/>
                <a:gd name="T55" fmla="*/ 2147483647 h 248"/>
                <a:gd name="T56" fmla="*/ 2147483647 w 384"/>
                <a:gd name="T57" fmla="*/ 2147483647 h 248"/>
                <a:gd name="T58" fmla="*/ 2147483647 w 384"/>
                <a:gd name="T59" fmla="*/ 2147483647 h 248"/>
                <a:gd name="T60" fmla="*/ 2147483647 w 384"/>
                <a:gd name="T61" fmla="*/ 2147483647 h 248"/>
                <a:gd name="T62" fmla="*/ 2147483647 w 384"/>
                <a:gd name="T63" fmla="*/ 2147483647 h 248"/>
                <a:gd name="T64" fmla="*/ 2147483647 w 384"/>
                <a:gd name="T65" fmla="*/ 2147483647 h 248"/>
                <a:gd name="T66" fmla="*/ 2147483647 w 384"/>
                <a:gd name="T67" fmla="*/ 2147483647 h 248"/>
                <a:gd name="T68" fmla="*/ 2147483647 w 384"/>
                <a:gd name="T69" fmla="*/ 2147483647 h 248"/>
                <a:gd name="T70" fmla="*/ 2147483647 w 384"/>
                <a:gd name="T71" fmla="*/ 2147483647 h 248"/>
                <a:gd name="T72" fmla="*/ 2147483647 w 384"/>
                <a:gd name="T73" fmla="*/ 2147483647 h 248"/>
                <a:gd name="T74" fmla="*/ 2147483647 w 384"/>
                <a:gd name="T75" fmla="*/ 2147483647 h 248"/>
                <a:gd name="T76" fmla="*/ 2147483647 w 384"/>
                <a:gd name="T77" fmla="*/ 2147483647 h 248"/>
                <a:gd name="T78" fmla="*/ 2147483647 w 384"/>
                <a:gd name="T79" fmla="*/ 2147483647 h 248"/>
                <a:gd name="T80" fmla="*/ 2147483647 w 384"/>
                <a:gd name="T81" fmla="*/ 2147483647 h 248"/>
                <a:gd name="T82" fmla="*/ 2147483647 w 384"/>
                <a:gd name="T83" fmla="*/ 2147483647 h 248"/>
                <a:gd name="T84" fmla="*/ 2147483647 w 384"/>
                <a:gd name="T85" fmla="*/ 2147483647 h 248"/>
                <a:gd name="T86" fmla="*/ 2147483647 w 384"/>
                <a:gd name="T87" fmla="*/ 2147483647 h 248"/>
                <a:gd name="T88" fmla="*/ 2147483647 w 384"/>
                <a:gd name="T89" fmla="*/ 2147483647 h 248"/>
                <a:gd name="T90" fmla="*/ 2147483647 w 384"/>
                <a:gd name="T91" fmla="*/ 2147483647 h 248"/>
                <a:gd name="T92" fmla="*/ 2147483647 w 384"/>
                <a:gd name="T93" fmla="*/ 2147483647 h 248"/>
                <a:gd name="T94" fmla="*/ 2147483647 w 384"/>
                <a:gd name="T95" fmla="*/ 2147483647 h 248"/>
                <a:gd name="T96" fmla="*/ 2147483647 w 384"/>
                <a:gd name="T97" fmla="*/ 2147483647 h 248"/>
                <a:gd name="T98" fmla="*/ 2147483647 w 384"/>
                <a:gd name="T99" fmla="*/ 2147483647 h 248"/>
                <a:gd name="T100" fmla="*/ 2147483647 w 384"/>
                <a:gd name="T101" fmla="*/ 2147483647 h 248"/>
                <a:gd name="T102" fmla="*/ 2147483647 w 384"/>
                <a:gd name="T103" fmla="*/ 2147483647 h 248"/>
                <a:gd name="T104" fmla="*/ 2147483647 w 384"/>
                <a:gd name="T105" fmla="*/ 2147483647 h 248"/>
                <a:gd name="T106" fmla="*/ 2147483647 w 384"/>
                <a:gd name="T107" fmla="*/ 2147483647 h 248"/>
                <a:gd name="T108" fmla="*/ 2147483647 w 384"/>
                <a:gd name="T109" fmla="*/ 2147483647 h 248"/>
                <a:gd name="T110" fmla="*/ 2147483647 w 384"/>
                <a:gd name="T111" fmla="*/ 2147483647 h 24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384"/>
                <a:gd name="T169" fmla="*/ 0 h 248"/>
                <a:gd name="T170" fmla="*/ 384 w 384"/>
                <a:gd name="T171" fmla="*/ 248 h 248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384" h="248">
                  <a:moveTo>
                    <a:pt x="320" y="232"/>
                  </a:moveTo>
                  <a:lnTo>
                    <a:pt x="336" y="232"/>
                  </a:lnTo>
                  <a:lnTo>
                    <a:pt x="328" y="216"/>
                  </a:lnTo>
                  <a:lnTo>
                    <a:pt x="336" y="208"/>
                  </a:lnTo>
                  <a:lnTo>
                    <a:pt x="352" y="208"/>
                  </a:lnTo>
                  <a:lnTo>
                    <a:pt x="360" y="200"/>
                  </a:lnTo>
                  <a:lnTo>
                    <a:pt x="376" y="192"/>
                  </a:lnTo>
                  <a:lnTo>
                    <a:pt x="384" y="160"/>
                  </a:lnTo>
                  <a:lnTo>
                    <a:pt x="336" y="168"/>
                  </a:lnTo>
                  <a:lnTo>
                    <a:pt x="312" y="192"/>
                  </a:lnTo>
                  <a:lnTo>
                    <a:pt x="280" y="200"/>
                  </a:lnTo>
                  <a:lnTo>
                    <a:pt x="248" y="160"/>
                  </a:lnTo>
                  <a:lnTo>
                    <a:pt x="248" y="104"/>
                  </a:lnTo>
                  <a:lnTo>
                    <a:pt x="256" y="96"/>
                  </a:lnTo>
                  <a:lnTo>
                    <a:pt x="232" y="88"/>
                  </a:lnTo>
                  <a:lnTo>
                    <a:pt x="216" y="72"/>
                  </a:lnTo>
                  <a:lnTo>
                    <a:pt x="208" y="56"/>
                  </a:lnTo>
                  <a:lnTo>
                    <a:pt x="192" y="40"/>
                  </a:lnTo>
                  <a:lnTo>
                    <a:pt x="168" y="48"/>
                  </a:lnTo>
                  <a:lnTo>
                    <a:pt x="136" y="16"/>
                  </a:lnTo>
                  <a:lnTo>
                    <a:pt x="112" y="8"/>
                  </a:lnTo>
                  <a:lnTo>
                    <a:pt x="104" y="16"/>
                  </a:lnTo>
                  <a:lnTo>
                    <a:pt x="72" y="16"/>
                  </a:lnTo>
                  <a:lnTo>
                    <a:pt x="32" y="0"/>
                  </a:lnTo>
                  <a:lnTo>
                    <a:pt x="0" y="0"/>
                  </a:lnTo>
                  <a:lnTo>
                    <a:pt x="24" y="48"/>
                  </a:lnTo>
                  <a:lnTo>
                    <a:pt x="40" y="72"/>
                  </a:lnTo>
                  <a:lnTo>
                    <a:pt x="32" y="80"/>
                  </a:lnTo>
                  <a:lnTo>
                    <a:pt x="64" y="96"/>
                  </a:lnTo>
                  <a:lnTo>
                    <a:pt x="64" y="120"/>
                  </a:lnTo>
                  <a:lnTo>
                    <a:pt x="80" y="128"/>
                  </a:lnTo>
                  <a:lnTo>
                    <a:pt x="96" y="144"/>
                  </a:lnTo>
                  <a:lnTo>
                    <a:pt x="96" y="128"/>
                  </a:lnTo>
                  <a:lnTo>
                    <a:pt x="80" y="120"/>
                  </a:lnTo>
                  <a:lnTo>
                    <a:pt x="64" y="80"/>
                  </a:lnTo>
                  <a:lnTo>
                    <a:pt x="40" y="40"/>
                  </a:lnTo>
                  <a:lnTo>
                    <a:pt x="32" y="16"/>
                  </a:lnTo>
                  <a:lnTo>
                    <a:pt x="48" y="24"/>
                  </a:lnTo>
                  <a:lnTo>
                    <a:pt x="72" y="64"/>
                  </a:lnTo>
                  <a:lnTo>
                    <a:pt x="80" y="80"/>
                  </a:lnTo>
                  <a:lnTo>
                    <a:pt x="96" y="88"/>
                  </a:lnTo>
                  <a:lnTo>
                    <a:pt x="96" y="104"/>
                  </a:lnTo>
                  <a:lnTo>
                    <a:pt x="112" y="112"/>
                  </a:lnTo>
                  <a:lnTo>
                    <a:pt x="120" y="120"/>
                  </a:lnTo>
                  <a:lnTo>
                    <a:pt x="144" y="144"/>
                  </a:lnTo>
                  <a:lnTo>
                    <a:pt x="144" y="168"/>
                  </a:lnTo>
                  <a:lnTo>
                    <a:pt x="144" y="184"/>
                  </a:lnTo>
                  <a:lnTo>
                    <a:pt x="200" y="216"/>
                  </a:lnTo>
                  <a:lnTo>
                    <a:pt x="224" y="224"/>
                  </a:lnTo>
                  <a:lnTo>
                    <a:pt x="264" y="240"/>
                  </a:lnTo>
                  <a:lnTo>
                    <a:pt x="280" y="232"/>
                  </a:lnTo>
                  <a:lnTo>
                    <a:pt x="288" y="232"/>
                  </a:lnTo>
                  <a:lnTo>
                    <a:pt x="312" y="248"/>
                  </a:lnTo>
                  <a:lnTo>
                    <a:pt x="312" y="240"/>
                  </a:lnTo>
                  <a:lnTo>
                    <a:pt x="320" y="232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6" name="Freeform 778"/>
            <p:cNvSpPr/>
            <p:nvPr/>
          </p:nvSpPr>
          <p:spPr bwMode="auto">
            <a:xfrm>
              <a:off x="2071166" y="1789743"/>
              <a:ext cx="1449727" cy="999017"/>
            </a:xfrm>
            <a:custGeom>
              <a:avLst/>
              <a:gdLst>
                <a:gd name="T0" fmla="*/ 2147483647 w 1080"/>
                <a:gd name="T1" fmla="*/ 2147483647 h 744"/>
                <a:gd name="T2" fmla="*/ 2147483647 w 1080"/>
                <a:gd name="T3" fmla="*/ 2147483647 h 744"/>
                <a:gd name="T4" fmla="*/ 2147483647 w 1080"/>
                <a:gd name="T5" fmla="*/ 2147483647 h 744"/>
                <a:gd name="T6" fmla="*/ 2147483647 w 1080"/>
                <a:gd name="T7" fmla="*/ 2147483647 h 744"/>
                <a:gd name="T8" fmla="*/ 2147483647 w 1080"/>
                <a:gd name="T9" fmla="*/ 2147483647 h 744"/>
                <a:gd name="T10" fmla="*/ 2147483647 w 1080"/>
                <a:gd name="T11" fmla="*/ 2147483647 h 744"/>
                <a:gd name="T12" fmla="*/ 2147483647 w 1080"/>
                <a:gd name="T13" fmla="*/ 2147483647 h 744"/>
                <a:gd name="T14" fmla="*/ 2147483647 w 1080"/>
                <a:gd name="T15" fmla="*/ 2147483647 h 744"/>
                <a:gd name="T16" fmla="*/ 2147483647 w 1080"/>
                <a:gd name="T17" fmla="*/ 2147483647 h 744"/>
                <a:gd name="T18" fmla="*/ 2147483647 w 1080"/>
                <a:gd name="T19" fmla="*/ 2147483647 h 744"/>
                <a:gd name="T20" fmla="*/ 2147483647 w 1080"/>
                <a:gd name="T21" fmla="*/ 2147483647 h 744"/>
                <a:gd name="T22" fmla="*/ 2147483647 w 1080"/>
                <a:gd name="T23" fmla="*/ 2147483647 h 744"/>
                <a:gd name="T24" fmla="*/ 2147483647 w 1080"/>
                <a:gd name="T25" fmla="*/ 2147483647 h 744"/>
                <a:gd name="T26" fmla="*/ 2147483647 w 1080"/>
                <a:gd name="T27" fmla="*/ 2147483647 h 744"/>
                <a:gd name="T28" fmla="*/ 2147483647 w 1080"/>
                <a:gd name="T29" fmla="*/ 2147483647 h 744"/>
                <a:gd name="T30" fmla="*/ 2147483647 w 1080"/>
                <a:gd name="T31" fmla="*/ 2147483647 h 744"/>
                <a:gd name="T32" fmla="*/ 2147483647 w 1080"/>
                <a:gd name="T33" fmla="*/ 2147483647 h 744"/>
                <a:gd name="T34" fmla="*/ 2147483647 w 1080"/>
                <a:gd name="T35" fmla="*/ 2147483647 h 744"/>
                <a:gd name="T36" fmla="*/ 2147483647 w 1080"/>
                <a:gd name="T37" fmla="*/ 2147483647 h 744"/>
                <a:gd name="T38" fmla="*/ 2147483647 w 1080"/>
                <a:gd name="T39" fmla="*/ 2147483647 h 744"/>
                <a:gd name="T40" fmla="*/ 2147483647 w 1080"/>
                <a:gd name="T41" fmla="*/ 2147483647 h 744"/>
                <a:gd name="T42" fmla="*/ 2147483647 w 1080"/>
                <a:gd name="T43" fmla="*/ 2147483647 h 744"/>
                <a:gd name="T44" fmla="*/ 2147483647 w 1080"/>
                <a:gd name="T45" fmla="*/ 2147483647 h 744"/>
                <a:gd name="T46" fmla="*/ 2147483647 w 1080"/>
                <a:gd name="T47" fmla="*/ 2147483647 h 744"/>
                <a:gd name="T48" fmla="*/ 2147483647 w 1080"/>
                <a:gd name="T49" fmla="*/ 2147483647 h 744"/>
                <a:gd name="T50" fmla="*/ 2147483647 w 1080"/>
                <a:gd name="T51" fmla="*/ 2147483647 h 744"/>
                <a:gd name="T52" fmla="*/ 2147483647 w 1080"/>
                <a:gd name="T53" fmla="*/ 2147483647 h 744"/>
                <a:gd name="T54" fmla="*/ 2147483647 w 1080"/>
                <a:gd name="T55" fmla="*/ 2147483647 h 744"/>
                <a:gd name="T56" fmla="*/ 2147483647 w 1080"/>
                <a:gd name="T57" fmla="*/ 2147483647 h 744"/>
                <a:gd name="T58" fmla="*/ 2147483647 w 1080"/>
                <a:gd name="T59" fmla="*/ 2147483647 h 744"/>
                <a:gd name="T60" fmla="*/ 2147483647 w 1080"/>
                <a:gd name="T61" fmla="*/ 2147483647 h 744"/>
                <a:gd name="T62" fmla="*/ 2147483647 w 1080"/>
                <a:gd name="T63" fmla="*/ 2147483647 h 744"/>
                <a:gd name="T64" fmla="*/ 2147483647 w 1080"/>
                <a:gd name="T65" fmla="*/ 2147483647 h 744"/>
                <a:gd name="T66" fmla="*/ 2147483647 w 1080"/>
                <a:gd name="T67" fmla="*/ 2147483647 h 744"/>
                <a:gd name="T68" fmla="*/ 2147483647 w 1080"/>
                <a:gd name="T69" fmla="*/ 2147483647 h 744"/>
                <a:gd name="T70" fmla="*/ 2147483647 w 1080"/>
                <a:gd name="T71" fmla="*/ 2147483647 h 744"/>
                <a:gd name="T72" fmla="*/ 2147483647 w 1080"/>
                <a:gd name="T73" fmla="*/ 2147483647 h 744"/>
                <a:gd name="T74" fmla="*/ 2147483647 w 1080"/>
                <a:gd name="T75" fmla="*/ 2147483647 h 744"/>
                <a:gd name="T76" fmla="*/ 2147483647 w 1080"/>
                <a:gd name="T77" fmla="*/ 2147483647 h 744"/>
                <a:gd name="T78" fmla="*/ 2147483647 w 1080"/>
                <a:gd name="T79" fmla="*/ 2147483647 h 744"/>
                <a:gd name="T80" fmla="*/ 2147483647 w 1080"/>
                <a:gd name="T81" fmla="*/ 0 h 744"/>
                <a:gd name="T82" fmla="*/ 2147483647 w 1080"/>
                <a:gd name="T83" fmla="*/ 2147483647 h 744"/>
                <a:gd name="T84" fmla="*/ 2147483647 w 1080"/>
                <a:gd name="T85" fmla="*/ 2147483647 h 744"/>
                <a:gd name="T86" fmla="*/ 2147483647 w 1080"/>
                <a:gd name="T87" fmla="*/ 2147483647 h 744"/>
                <a:gd name="T88" fmla="*/ 2147483647 w 1080"/>
                <a:gd name="T89" fmla="*/ 2147483647 h 744"/>
                <a:gd name="T90" fmla="*/ 2147483647 w 1080"/>
                <a:gd name="T91" fmla="*/ 2147483647 h 744"/>
                <a:gd name="T92" fmla="*/ 2147483647 w 1080"/>
                <a:gd name="T93" fmla="*/ 2147483647 h 744"/>
                <a:gd name="T94" fmla="*/ 2147483647 w 1080"/>
                <a:gd name="T95" fmla="*/ 2147483647 h 744"/>
                <a:gd name="T96" fmla="*/ 2147483647 w 1080"/>
                <a:gd name="T97" fmla="*/ 2147483647 h 744"/>
                <a:gd name="T98" fmla="*/ 2147483647 w 1080"/>
                <a:gd name="T99" fmla="*/ 2147483647 h 744"/>
                <a:gd name="T100" fmla="*/ 2147483647 w 1080"/>
                <a:gd name="T101" fmla="*/ 2147483647 h 744"/>
                <a:gd name="T102" fmla="*/ 2147483647 w 1080"/>
                <a:gd name="T103" fmla="*/ 2147483647 h 744"/>
                <a:gd name="T104" fmla="*/ 2147483647 w 1080"/>
                <a:gd name="T105" fmla="*/ 2147483647 h 744"/>
                <a:gd name="T106" fmla="*/ 2147483647 w 1080"/>
                <a:gd name="T107" fmla="*/ 2147483647 h 744"/>
                <a:gd name="T108" fmla="*/ 2147483647 w 1080"/>
                <a:gd name="T109" fmla="*/ 2147483647 h 744"/>
                <a:gd name="T110" fmla="*/ 0 w 1080"/>
                <a:gd name="T111" fmla="*/ 2147483647 h 744"/>
                <a:gd name="T112" fmla="*/ 2147483647 w 1080"/>
                <a:gd name="T113" fmla="*/ 2147483647 h 744"/>
                <a:gd name="T114" fmla="*/ 2147483647 w 1080"/>
                <a:gd name="T115" fmla="*/ 2147483647 h 744"/>
                <a:gd name="T116" fmla="*/ 2147483647 w 1080"/>
                <a:gd name="T117" fmla="*/ 2147483647 h 744"/>
                <a:gd name="T118" fmla="*/ 2147483647 w 1080"/>
                <a:gd name="T119" fmla="*/ 2147483647 h 744"/>
                <a:gd name="T120" fmla="*/ 2147483647 w 1080"/>
                <a:gd name="T121" fmla="*/ 2147483647 h 744"/>
                <a:gd name="T122" fmla="*/ 2147483647 w 1080"/>
                <a:gd name="T123" fmla="*/ 2147483647 h 74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080"/>
                <a:gd name="T187" fmla="*/ 0 h 744"/>
                <a:gd name="T188" fmla="*/ 1080 w 1080"/>
                <a:gd name="T189" fmla="*/ 744 h 744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080" h="744">
                  <a:moveTo>
                    <a:pt x="624" y="632"/>
                  </a:moveTo>
                  <a:lnTo>
                    <a:pt x="648" y="640"/>
                  </a:lnTo>
                  <a:lnTo>
                    <a:pt x="720" y="672"/>
                  </a:lnTo>
                  <a:lnTo>
                    <a:pt x="744" y="720"/>
                  </a:lnTo>
                  <a:lnTo>
                    <a:pt x="744" y="744"/>
                  </a:lnTo>
                  <a:lnTo>
                    <a:pt x="792" y="728"/>
                  </a:lnTo>
                  <a:lnTo>
                    <a:pt x="824" y="704"/>
                  </a:lnTo>
                  <a:lnTo>
                    <a:pt x="840" y="704"/>
                  </a:lnTo>
                  <a:lnTo>
                    <a:pt x="880" y="696"/>
                  </a:lnTo>
                  <a:lnTo>
                    <a:pt x="912" y="656"/>
                  </a:lnTo>
                  <a:lnTo>
                    <a:pt x="928" y="656"/>
                  </a:lnTo>
                  <a:lnTo>
                    <a:pt x="936" y="696"/>
                  </a:lnTo>
                  <a:lnTo>
                    <a:pt x="952" y="688"/>
                  </a:lnTo>
                  <a:lnTo>
                    <a:pt x="968" y="688"/>
                  </a:lnTo>
                  <a:lnTo>
                    <a:pt x="960" y="704"/>
                  </a:lnTo>
                  <a:lnTo>
                    <a:pt x="968" y="720"/>
                  </a:lnTo>
                  <a:lnTo>
                    <a:pt x="1000" y="688"/>
                  </a:lnTo>
                  <a:lnTo>
                    <a:pt x="1016" y="672"/>
                  </a:lnTo>
                  <a:lnTo>
                    <a:pt x="976" y="672"/>
                  </a:lnTo>
                  <a:lnTo>
                    <a:pt x="960" y="648"/>
                  </a:lnTo>
                  <a:lnTo>
                    <a:pt x="976" y="632"/>
                  </a:lnTo>
                  <a:lnTo>
                    <a:pt x="976" y="616"/>
                  </a:lnTo>
                  <a:lnTo>
                    <a:pt x="920" y="632"/>
                  </a:lnTo>
                  <a:lnTo>
                    <a:pt x="896" y="656"/>
                  </a:lnTo>
                  <a:lnTo>
                    <a:pt x="904" y="624"/>
                  </a:lnTo>
                  <a:lnTo>
                    <a:pt x="936" y="608"/>
                  </a:lnTo>
                  <a:lnTo>
                    <a:pt x="952" y="592"/>
                  </a:lnTo>
                  <a:lnTo>
                    <a:pt x="1000" y="600"/>
                  </a:lnTo>
                  <a:lnTo>
                    <a:pt x="1032" y="592"/>
                  </a:lnTo>
                  <a:lnTo>
                    <a:pt x="1064" y="576"/>
                  </a:lnTo>
                  <a:lnTo>
                    <a:pt x="1080" y="560"/>
                  </a:lnTo>
                  <a:lnTo>
                    <a:pt x="1064" y="520"/>
                  </a:lnTo>
                  <a:lnTo>
                    <a:pt x="1064" y="496"/>
                  </a:lnTo>
                  <a:lnTo>
                    <a:pt x="1008" y="472"/>
                  </a:lnTo>
                  <a:lnTo>
                    <a:pt x="1008" y="456"/>
                  </a:lnTo>
                  <a:lnTo>
                    <a:pt x="968" y="368"/>
                  </a:lnTo>
                  <a:lnTo>
                    <a:pt x="952" y="408"/>
                  </a:lnTo>
                  <a:lnTo>
                    <a:pt x="928" y="416"/>
                  </a:lnTo>
                  <a:lnTo>
                    <a:pt x="920" y="408"/>
                  </a:lnTo>
                  <a:lnTo>
                    <a:pt x="904" y="408"/>
                  </a:lnTo>
                  <a:lnTo>
                    <a:pt x="904" y="352"/>
                  </a:lnTo>
                  <a:lnTo>
                    <a:pt x="880" y="344"/>
                  </a:lnTo>
                  <a:lnTo>
                    <a:pt x="864" y="320"/>
                  </a:lnTo>
                  <a:lnTo>
                    <a:pt x="840" y="320"/>
                  </a:lnTo>
                  <a:lnTo>
                    <a:pt x="816" y="312"/>
                  </a:lnTo>
                  <a:lnTo>
                    <a:pt x="800" y="320"/>
                  </a:lnTo>
                  <a:lnTo>
                    <a:pt x="800" y="336"/>
                  </a:lnTo>
                  <a:lnTo>
                    <a:pt x="800" y="360"/>
                  </a:lnTo>
                  <a:lnTo>
                    <a:pt x="800" y="400"/>
                  </a:lnTo>
                  <a:lnTo>
                    <a:pt x="792" y="416"/>
                  </a:lnTo>
                  <a:lnTo>
                    <a:pt x="816" y="464"/>
                  </a:lnTo>
                  <a:lnTo>
                    <a:pt x="776" y="504"/>
                  </a:lnTo>
                  <a:lnTo>
                    <a:pt x="784" y="560"/>
                  </a:lnTo>
                  <a:lnTo>
                    <a:pt x="768" y="576"/>
                  </a:lnTo>
                  <a:lnTo>
                    <a:pt x="752" y="568"/>
                  </a:lnTo>
                  <a:lnTo>
                    <a:pt x="744" y="496"/>
                  </a:lnTo>
                  <a:lnTo>
                    <a:pt x="704" y="488"/>
                  </a:lnTo>
                  <a:lnTo>
                    <a:pt x="632" y="448"/>
                  </a:lnTo>
                  <a:lnTo>
                    <a:pt x="616" y="448"/>
                  </a:lnTo>
                  <a:lnTo>
                    <a:pt x="600" y="408"/>
                  </a:lnTo>
                  <a:lnTo>
                    <a:pt x="592" y="400"/>
                  </a:lnTo>
                  <a:lnTo>
                    <a:pt x="624" y="304"/>
                  </a:lnTo>
                  <a:lnTo>
                    <a:pt x="640" y="280"/>
                  </a:lnTo>
                  <a:lnTo>
                    <a:pt x="664" y="272"/>
                  </a:lnTo>
                  <a:lnTo>
                    <a:pt x="672" y="272"/>
                  </a:lnTo>
                  <a:lnTo>
                    <a:pt x="688" y="232"/>
                  </a:lnTo>
                  <a:lnTo>
                    <a:pt x="696" y="200"/>
                  </a:lnTo>
                  <a:lnTo>
                    <a:pt x="736" y="192"/>
                  </a:lnTo>
                  <a:lnTo>
                    <a:pt x="752" y="176"/>
                  </a:lnTo>
                  <a:lnTo>
                    <a:pt x="744" y="136"/>
                  </a:lnTo>
                  <a:lnTo>
                    <a:pt x="752" y="112"/>
                  </a:lnTo>
                  <a:lnTo>
                    <a:pt x="736" y="96"/>
                  </a:lnTo>
                  <a:lnTo>
                    <a:pt x="712" y="88"/>
                  </a:lnTo>
                  <a:lnTo>
                    <a:pt x="704" y="128"/>
                  </a:lnTo>
                  <a:lnTo>
                    <a:pt x="680" y="168"/>
                  </a:lnTo>
                  <a:lnTo>
                    <a:pt x="672" y="120"/>
                  </a:lnTo>
                  <a:lnTo>
                    <a:pt x="656" y="104"/>
                  </a:lnTo>
                  <a:lnTo>
                    <a:pt x="640" y="128"/>
                  </a:lnTo>
                  <a:lnTo>
                    <a:pt x="632" y="104"/>
                  </a:lnTo>
                  <a:lnTo>
                    <a:pt x="616" y="80"/>
                  </a:lnTo>
                  <a:lnTo>
                    <a:pt x="608" y="40"/>
                  </a:lnTo>
                  <a:lnTo>
                    <a:pt x="584" y="0"/>
                  </a:lnTo>
                  <a:lnTo>
                    <a:pt x="568" y="56"/>
                  </a:lnTo>
                  <a:lnTo>
                    <a:pt x="568" y="80"/>
                  </a:lnTo>
                  <a:lnTo>
                    <a:pt x="592" y="104"/>
                  </a:lnTo>
                  <a:lnTo>
                    <a:pt x="600" y="128"/>
                  </a:lnTo>
                  <a:lnTo>
                    <a:pt x="576" y="144"/>
                  </a:lnTo>
                  <a:lnTo>
                    <a:pt x="568" y="136"/>
                  </a:lnTo>
                  <a:lnTo>
                    <a:pt x="552" y="136"/>
                  </a:lnTo>
                  <a:lnTo>
                    <a:pt x="544" y="160"/>
                  </a:lnTo>
                  <a:lnTo>
                    <a:pt x="512" y="152"/>
                  </a:lnTo>
                  <a:lnTo>
                    <a:pt x="472" y="152"/>
                  </a:lnTo>
                  <a:lnTo>
                    <a:pt x="448" y="136"/>
                  </a:lnTo>
                  <a:lnTo>
                    <a:pt x="416" y="144"/>
                  </a:lnTo>
                  <a:lnTo>
                    <a:pt x="416" y="152"/>
                  </a:lnTo>
                  <a:lnTo>
                    <a:pt x="424" y="176"/>
                  </a:lnTo>
                  <a:lnTo>
                    <a:pt x="408" y="176"/>
                  </a:lnTo>
                  <a:lnTo>
                    <a:pt x="392" y="152"/>
                  </a:lnTo>
                  <a:lnTo>
                    <a:pt x="344" y="160"/>
                  </a:lnTo>
                  <a:lnTo>
                    <a:pt x="328" y="144"/>
                  </a:lnTo>
                  <a:lnTo>
                    <a:pt x="336" y="128"/>
                  </a:lnTo>
                  <a:lnTo>
                    <a:pt x="304" y="120"/>
                  </a:lnTo>
                  <a:lnTo>
                    <a:pt x="272" y="104"/>
                  </a:lnTo>
                  <a:lnTo>
                    <a:pt x="232" y="88"/>
                  </a:lnTo>
                  <a:lnTo>
                    <a:pt x="200" y="96"/>
                  </a:lnTo>
                  <a:lnTo>
                    <a:pt x="176" y="64"/>
                  </a:lnTo>
                  <a:lnTo>
                    <a:pt x="96" y="104"/>
                  </a:lnTo>
                  <a:lnTo>
                    <a:pt x="80" y="120"/>
                  </a:lnTo>
                  <a:lnTo>
                    <a:pt x="48" y="112"/>
                  </a:lnTo>
                  <a:lnTo>
                    <a:pt x="24" y="96"/>
                  </a:lnTo>
                  <a:lnTo>
                    <a:pt x="0" y="88"/>
                  </a:lnTo>
                  <a:lnTo>
                    <a:pt x="0" y="368"/>
                  </a:lnTo>
                  <a:lnTo>
                    <a:pt x="40" y="392"/>
                  </a:lnTo>
                  <a:lnTo>
                    <a:pt x="72" y="376"/>
                  </a:lnTo>
                  <a:lnTo>
                    <a:pt x="120" y="456"/>
                  </a:lnTo>
                  <a:lnTo>
                    <a:pt x="144" y="472"/>
                  </a:lnTo>
                  <a:lnTo>
                    <a:pt x="144" y="504"/>
                  </a:lnTo>
                  <a:lnTo>
                    <a:pt x="152" y="528"/>
                  </a:lnTo>
                  <a:lnTo>
                    <a:pt x="184" y="576"/>
                  </a:lnTo>
                  <a:lnTo>
                    <a:pt x="232" y="600"/>
                  </a:lnTo>
                  <a:lnTo>
                    <a:pt x="232" y="624"/>
                  </a:lnTo>
                  <a:lnTo>
                    <a:pt x="584" y="624"/>
                  </a:lnTo>
                  <a:lnTo>
                    <a:pt x="624" y="632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4207246" y="2921669"/>
            <a:ext cx="6780179" cy="94531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609600"/>
            <a:r>
              <a:rPr lang="zh-CN" altLang="en-US" sz="2800" b="1" dirty="0">
                <a:solidFill>
                  <a:srgbClr val="676661"/>
                </a:solidFill>
                <a:ea typeface="微软雅黑" charset="0"/>
              </a:rPr>
              <a:t>▷现有的时间管理工具功能繁杂，并非为      学生自习场景量身定制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55" y="2266450"/>
            <a:ext cx="3040520" cy="2255849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4815840" y="3400425"/>
            <a:ext cx="309880" cy="36830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268" name="矩形 267"/>
          <p:cNvSpPr/>
          <p:nvPr/>
        </p:nvSpPr>
        <p:spPr>
          <a:xfrm>
            <a:off x="4207246" y="4569006"/>
            <a:ext cx="7003207" cy="123613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609600"/>
            <a:r>
              <a:rPr lang="zh-CN" altLang="en-US" sz="2800" b="1" dirty="0">
                <a:solidFill>
                  <a:srgbClr val="676661"/>
                </a:solidFill>
                <a:ea typeface="微软雅黑" charset="0"/>
              </a:rPr>
              <a:t>▷我们旨在解决‘学习过程黑盒化’的问题，让每一份努力都可见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F9D8394-1EC3-D7DA-5782-FFEDC5FD72CE}"/>
              </a:ext>
            </a:extLst>
          </p:cNvPr>
          <p:cNvSpPr txBox="1"/>
          <p:nvPr/>
        </p:nvSpPr>
        <p:spPr>
          <a:xfrm>
            <a:off x="2079938" y="133296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话术有优化空间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34" y="-237467"/>
            <a:ext cx="12193057" cy="6078239"/>
          </a:xfrm>
          <a:prstGeom prst="rect">
            <a:avLst/>
          </a:prstGeom>
        </p:spPr>
      </p:pic>
      <p:sp>
        <p:nvSpPr>
          <p:cNvPr id="6" name="任意多边形 5"/>
          <p:cNvSpPr/>
          <p:nvPr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5" name="组合 144"/>
          <p:cNvGrpSpPr/>
          <p:nvPr/>
        </p:nvGrpSpPr>
        <p:grpSpPr>
          <a:xfrm>
            <a:off x="3683901" y="345797"/>
            <a:ext cx="4820918" cy="4822970"/>
            <a:chOff x="4170953" y="833056"/>
            <a:chExt cx="3846813" cy="3848451"/>
          </a:xfrm>
        </p:grpSpPr>
        <p:grpSp>
          <p:nvGrpSpPr>
            <p:cNvPr id="131" name="组合 130"/>
            <p:cNvGrpSpPr/>
            <p:nvPr/>
          </p:nvGrpSpPr>
          <p:grpSpPr>
            <a:xfrm>
              <a:off x="4170953" y="833056"/>
              <a:ext cx="3846813" cy="3848451"/>
              <a:chOff x="4170953" y="833056"/>
              <a:chExt cx="3846813" cy="3848451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4273247" y="926495"/>
                <a:ext cx="3645505" cy="3645505"/>
                <a:chOff x="3651549" y="975481"/>
                <a:chExt cx="2929467" cy="2929467"/>
              </a:xfrm>
            </p:grpSpPr>
            <p:sp>
              <p:nvSpPr>
                <p:cNvPr id="10" name="椭圆 9"/>
                <p:cNvSpPr/>
                <p:nvPr/>
              </p:nvSpPr>
              <p:spPr>
                <a:xfrm>
                  <a:off x="3651549" y="975481"/>
                  <a:ext cx="2929467" cy="2929467"/>
                </a:xfrm>
                <a:prstGeom prst="ellipse">
                  <a:avLst/>
                </a:prstGeom>
                <a:solidFill>
                  <a:srgbClr val="F5F0E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椭圆 10"/>
                <p:cNvSpPr/>
                <p:nvPr/>
              </p:nvSpPr>
              <p:spPr>
                <a:xfrm>
                  <a:off x="3856282" y="1186757"/>
                  <a:ext cx="2520000" cy="2519829"/>
                </a:xfrm>
                <a:prstGeom prst="ellipse">
                  <a:avLst/>
                </a:prstGeom>
                <a:solidFill>
                  <a:srgbClr val="79A5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1" name="直接连接符 30"/>
              <p:cNvCxnSpPr/>
              <p:nvPr/>
            </p:nvCxnSpPr>
            <p:spPr>
              <a:xfrm rot="-5400000" flipH="1">
                <a:off x="4224639" y="255943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 rot="-4976471" flipH="1">
                <a:off x="4237730" y="234718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rot="-4552941" flipH="1">
                <a:off x="4276806" y="21381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rot="-4129412" flipH="1">
                <a:off x="4341273" y="193550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-3705882" flipH="1">
                <a:off x="4430155" y="174231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rot="-3282353" flipH="1">
                <a:off x="4542104" y="156150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rot="-2858823" flipH="1">
                <a:off x="4675423" y="139583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rot="-2435294" flipH="1">
                <a:off x="4828091" y="124779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rot="-2011765" flipH="1">
                <a:off x="4997794" y="111963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rot="-1588235" flipH="1">
                <a:off x="5181960" y="101331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rot="-1164706" flipH="1">
                <a:off x="5377796" y="93042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rot="-741177" flipH="1">
                <a:off x="5582334" y="8722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 rot="-317647" flipH="1">
                <a:off x="5792473" y="83960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rot="105883" flipH="1">
                <a:off x="6005028" y="83305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rot="529412" flipH="1">
                <a:off x="6216777" y="85267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 rot="952941" flipH="1">
                <a:off x="6424510" y="8981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rot="1376471" flipH="1">
                <a:off x="6625077" y="9688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rot="1800000" flipH="1">
                <a:off x="6815439" y="10636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rot="2223529" flipH="1">
                <a:off x="6992710" y="11811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 rot="2647059" flipH="1">
                <a:off x="7154201" y="13194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rot="3070588" flipH="1">
                <a:off x="7297467" y="147661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rot="3494117" flipH="1">
                <a:off x="7420334" y="165018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rot="3917647" flipH="1">
                <a:off x="7520940" y="18375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rot="4341176" flipH="1">
                <a:off x="7597760" y="203583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rot="4764706" flipH="1">
                <a:off x="7649630" y="22420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rot="5188236" flipH="1">
                <a:off x="7675763" y="24531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rot="5611765" flipH="1">
                <a:off x="7675763" y="26657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rot="6035294" flipH="1">
                <a:off x="7649630" y="28768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rot="6458824" flipH="1">
                <a:off x="7597760" y="308304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rot="6882353" flipH="1">
                <a:off x="7520940" y="32813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rot="7305883" flipH="1">
                <a:off x="7420334" y="346869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rot="7729412" flipH="1">
                <a:off x="7297467" y="36422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rot="8152941" flipH="1">
                <a:off x="7154201" y="379941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 rot="8576471" flipH="1">
                <a:off x="6992710" y="39377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 rot="9000000" flipH="1">
                <a:off x="6815439" y="40552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 rot="9423529" flipH="1">
                <a:off x="6625077" y="41500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rot="9847059" flipH="1">
                <a:off x="6424509" y="42207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rot="10270589" flipH="1">
                <a:off x="6216777" y="426619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 rot="10694117" flipH="1">
                <a:off x="6005028" y="428581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rot="11117648" flipH="1">
                <a:off x="5792473" y="42792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 rot="11541176" flipH="1">
                <a:off x="5582334" y="42466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 rot="11964706" flipH="1">
                <a:off x="5377796" y="418845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 rot="12388235" flipH="1">
                <a:off x="5181960" y="410556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 rot="12811765" flipH="1">
                <a:off x="4997794" y="399923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 rot="13235294" flipH="1">
                <a:off x="4828092" y="387108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rot="13658824" flipH="1">
                <a:off x="4675423" y="372304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rot="14082352" flipH="1">
                <a:off x="4542104" y="35573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rot="14505883" flipH="1">
                <a:off x="4430155" y="337656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rot="14929413" flipH="1">
                <a:off x="4341273" y="318337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 rot="15352941" flipH="1">
                <a:off x="4276806" y="29807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rot="15776472" flipH="1">
                <a:off x="4237730" y="277168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组合 136"/>
            <p:cNvGrpSpPr/>
            <p:nvPr/>
          </p:nvGrpSpPr>
          <p:grpSpPr>
            <a:xfrm>
              <a:off x="5093797" y="2186051"/>
              <a:ext cx="1999050" cy="158900"/>
              <a:chOff x="5010088" y="1993966"/>
              <a:chExt cx="1999050" cy="158900"/>
            </a:xfrm>
          </p:grpSpPr>
          <p:cxnSp>
            <p:nvCxnSpPr>
              <p:cNvPr id="133" name="直接连接符 132"/>
              <p:cNvCxnSpPr/>
              <p:nvPr/>
            </p:nvCxnSpPr>
            <p:spPr>
              <a:xfrm>
                <a:off x="5010088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>
                <a:off x="6109586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椭圆 135"/>
              <p:cNvSpPr/>
              <p:nvPr/>
            </p:nvSpPr>
            <p:spPr>
              <a:xfrm>
                <a:off x="5932484" y="1993966"/>
                <a:ext cx="158900" cy="158900"/>
              </a:xfrm>
              <a:prstGeom prst="ellipse">
                <a:avLst/>
              </a:prstGeom>
              <a:noFill/>
              <a:ln>
                <a:solidFill>
                  <a:srgbClr val="F5F0E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38" name="矩形 137"/>
            <p:cNvSpPr/>
            <p:nvPr/>
          </p:nvSpPr>
          <p:spPr>
            <a:xfrm>
              <a:off x="5282883" y="1616208"/>
              <a:ext cx="1620880" cy="5157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 defTabSz="914400"/>
              <a:r>
                <a:rPr lang="zh-CN" altLang="en-US" sz="3600" kern="0" dirty="0">
                  <a:solidFill>
                    <a:srgbClr val="F5F0E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第二部分</a:t>
              </a:r>
            </a:p>
          </p:txBody>
        </p:sp>
        <p:sp>
          <p:nvSpPr>
            <p:cNvPr id="139" name="矩形 138"/>
            <p:cNvSpPr/>
            <p:nvPr/>
          </p:nvSpPr>
          <p:spPr>
            <a:xfrm>
              <a:off x="4559561" y="2396875"/>
              <a:ext cx="3067521" cy="6622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rgbClr val="F5F0EA"/>
                  </a:solidFill>
                </a:rPr>
                <a:t>『</a:t>
              </a:r>
              <a:r>
                <a:rPr lang="zh-CN" altLang="en-US" sz="4800" b="1" dirty="0">
                  <a:solidFill>
                    <a:srgbClr val="F5F0EA"/>
                  </a:solidFill>
                </a:rPr>
                <a:t>项目简介</a:t>
              </a:r>
              <a:r>
                <a:rPr lang="en-US" altLang="zh-CN" sz="4800" b="1" dirty="0">
                  <a:solidFill>
                    <a:srgbClr val="F5F0EA"/>
                  </a:solidFill>
                </a:rPr>
                <a:t>』</a:t>
              </a:r>
            </a:p>
          </p:txBody>
        </p:sp>
        <p:grpSp>
          <p:nvGrpSpPr>
            <p:cNvPr id="140" name="Group 67"/>
            <p:cNvGrpSpPr>
              <a:grpSpLocks noChangeAspect="1"/>
            </p:cNvGrpSpPr>
            <p:nvPr/>
          </p:nvGrpSpPr>
          <p:grpSpPr bwMode="auto">
            <a:xfrm>
              <a:off x="5486103" y="3161047"/>
              <a:ext cx="1214438" cy="898525"/>
              <a:chOff x="6149" y="2123"/>
              <a:chExt cx="765" cy="566"/>
            </a:xfrm>
            <a:solidFill>
              <a:srgbClr val="F5F0EA"/>
            </a:solidFill>
          </p:grpSpPr>
          <p:sp>
            <p:nvSpPr>
              <p:cNvPr id="141" name="Freeform 68"/>
              <p:cNvSpPr/>
              <p:nvPr/>
            </p:nvSpPr>
            <p:spPr bwMode="auto">
              <a:xfrm>
                <a:off x="6281" y="2401"/>
                <a:ext cx="501" cy="288"/>
              </a:xfrm>
              <a:custGeom>
                <a:avLst/>
                <a:gdLst>
                  <a:gd name="T0" fmla="*/ 485 w 524"/>
                  <a:gd name="T1" fmla="*/ 56 h 300"/>
                  <a:gd name="T2" fmla="*/ 473 w 524"/>
                  <a:gd name="T3" fmla="*/ 36 h 300"/>
                  <a:gd name="T4" fmla="*/ 450 w 524"/>
                  <a:gd name="T5" fmla="*/ 26 h 300"/>
                  <a:gd name="T6" fmla="*/ 318 w 524"/>
                  <a:gd name="T7" fmla="*/ 0 h 300"/>
                  <a:gd name="T8" fmla="*/ 356 w 524"/>
                  <a:gd name="T9" fmla="*/ 25 h 300"/>
                  <a:gd name="T10" fmla="*/ 296 w 524"/>
                  <a:gd name="T11" fmla="*/ 215 h 300"/>
                  <a:gd name="T12" fmla="*/ 262 w 524"/>
                  <a:gd name="T13" fmla="*/ 74 h 300"/>
                  <a:gd name="T14" fmla="*/ 228 w 524"/>
                  <a:gd name="T15" fmla="*/ 215 h 300"/>
                  <a:gd name="T16" fmla="*/ 168 w 524"/>
                  <a:gd name="T17" fmla="*/ 25 h 300"/>
                  <a:gd name="T18" fmla="*/ 206 w 524"/>
                  <a:gd name="T19" fmla="*/ 0 h 300"/>
                  <a:gd name="T20" fmla="*/ 74 w 524"/>
                  <a:gd name="T21" fmla="*/ 26 h 300"/>
                  <a:gd name="T22" fmla="*/ 51 w 524"/>
                  <a:gd name="T23" fmla="*/ 36 h 300"/>
                  <a:gd name="T24" fmla="*/ 39 w 524"/>
                  <a:gd name="T25" fmla="*/ 56 h 300"/>
                  <a:gd name="T26" fmla="*/ 0 w 524"/>
                  <a:gd name="T27" fmla="*/ 228 h 300"/>
                  <a:gd name="T28" fmla="*/ 73 w 524"/>
                  <a:gd name="T29" fmla="*/ 254 h 300"/>
                  <a:gd name="T30" fmla="*/ 249 w 524"/>
                  <a:gd name="T31" fmla="*/ 300 h 300"/>
                  <a:gd name="T32" fmla="*/ 262 w 524"/>
                  <a:gd name="T33" fmla="*/ 300 h 300"/>
                  <a:gd name="T34" fmla="*/ 275 w 524"/>
                  <a:gd name="T35" fmla="*/ 300 h 300"/>
                  <a:gd name="T36" fmla="*/ 451 w 524"/>
                  <a:gd name="T37" fmla="*/ 254 h 300"/>
                  <a:gd name="T38" fmla="*/ 524 w 524"/>
                  <a:gd name="T39" fmla="*/ 228 h 300"/>
                  <a:gd name="T40" fmla="*/ 485 w 524"/>
                  <a:gd name="T41" fmla="*/ 56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24" h="300">
                    <a:moveTo>
                      <a:pt x="485" y="56"/>
                    </a:moveTo>
                    <a:cubicBezTo>
                      <a:pt x="484" y="48"/>
                      <a:pt x="479" y="41"/>
                      <a:pt x="473" y="36"/>
                    </a:cubicBezTo>
                    <a:cubicBezTo>
                      <a:pt x="467" y="30"/>
                      <a:pt x="459" y="27"/>
                      <a:pt x="450" y="26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56" y="25"/>
                      <a:pt x="356" y="25"/>
                      <a:pt x="356" y="25"/>
                    </a:cubicBezTo>
                    <a:cubicBezTo>
                      <a:pt x="296" y="215"/>
                      <a:pt x="296" y="215"/>
                      <a:pt x="296" y="215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28" y="215"/>
                      <a:pt x="228" y="215"/>
                      <a:pt x="228" y="215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206" y="0"/>
                      <a:pt x="206" y="0"/>
                      <a:pt x="206" y="0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65" y="27"/>
                      <a:pt x="57" y="30"/>
                      <a:pt x="51" y="36"/>
                    </a:cubicBezTo>
                    <a:cubicBezTo>
                      <a:pt x="45" y="41"/>
                      <a:pt x="40" y="48"/>
                      <a:pt x="39" y="56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3" y="254"/>
                      <a:pt x="73" y="254"/>
                      <a:pt x="73" y="254"/>
                    </a:cubicBezTo>
                    <a:cubicBezTo>
                      <a:pt x="98" y="279"/>
                      <a:pt x="167" y="298"/>
                      <a:pt x="249" y="300"/>
                    </a:cubicBezTo>
                    <a:cubicBezTo>
                      <a:pt x="262" y="300"/>
                      <a:pt x="262" y="300"/>
                      <a:pt x="262" y="300"/>
                    </a:cubicBezTo>
                    <a:cubicBezTo>
                      <a:pt x="275" y="300"/>
                      <a:pt x="275" y="300"/>
                      <a:pt x="275" y="300"/>
                    </a:cubicBezTo>
                    <a:cubicBezTo>
                      <a:pt x="357" y="298"/>
                      <a:pt x="426" y="279"/>
                      <a:pt x="451" y="254"/>
                    </a:cubicBezTo>
                    <a:cubicBezTo>
                      <a:pt x="524" y="228"/>
                      <a:pt x="524" y="228"/>
                      <a:pt x="524" y="228"/>
                    </a:cubicBezTo>
                    <a:lnTo>
                      <a:pt x="48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2" name="Freeform 69"/>
              <p:cNvSpPr/>
              <p:nvPr/>
            </p:nvSpPr>
            <p:spPr bwMode="auto">
              <a:xfrm>
                <a:off x="6503" y="2419"/>
                <a:ext cx="57" cy="53"/>
              </a:xfrm>
              <a:custGeom>
                <a:avLst/>
                <a:gdLst>
                  <a:gd name="T0" fmla="*/ 29 w 57"/>
                  <a:gd name="T1" fmla="*/ 0 h 53"/>
                  <a:gd name="T2" fmla="*/ 0 w 57"/>
                  <a:gd name="T3" fmla="*/ 11 h 53"/>
                  <a:gd name="T4" fmla="*/ 29 w 57"/>
                  <a:gd name="T5" fmla="*/ 53 h 53"/>
                  <a:gd name="T6" fmla="*/ 57 w 57"/>
                  <a:gd name="T7" fmla="*/ 11 h 53"/>
                  <a:gd name="T8" fmla="*/ 29 w 57"/>
                  <a:gd name="T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3">
                    <a:moveTo>
                      <a:pt x="29" y="0"/>
                    </a:moveTo>
                    <a:lnTo>
                      <a:pt x="0" y="11"/>
                    </a:lnTo>
                    <a:lnTo>
                      <a:pt x="29" y="53"/>
                    </a:lnTo>
                    <a:lnTo>
                      <a:pt x="57" y="1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3" name="Freeform 70"/>
              <p:cNvSpPr/>
              <p:nvPr/>
            </p:nvSpPr>
            <p:spPr bwMode="auto">
              <a:xfrm>
                <a:off x="6410" y="2123"/>
                <a:ext cx="243" cy="292"/>
              </a:xfrm>
              <a:custGeom>
                <a:avLst/>
                <a:gdLst>
                  <a:gd name="T0" fmla="*/ 240 w 254"/>
                  <a:gd name="T1" fmla="*/ 140 h 304"/>
                  <a:gd name="T2" fmla="*/ 127 w 254"/>
                  <a:gd name="T3" fmla="*/ 0 h 304"/>
                  <a:gd name="T4" fmla="*/ 14 w 254"/>
                  <a:gd name="T5" fmla="*/ 140 h 304"/>
                  <a:gd name="T6" fmla="*/ 8 w 254"/>
                  <a:gd name="T7" fmla="*/ 177 h 304"/>
                  <a:gd name="T8" fmla="*/ 26 w 254"/>
                  <a:gd name="T9" fmla="*/ 202 h 304"/>
                  <a:gd name="T10" fmla="*/ 127 w 254"/>
                  <a:gd name="T11" fmla="*/ 304 h 304"/>
                  <a:gd name="T12" fmla="*/ 228 w 254"/>
                  <a:gd name="T13" fmla="*/ 202 h 304"/>
                  <a:gd name="T14" fmla="*/ 246 w 254"/>
                  <a:gd name="T15" fmla="*/ 177 h 304"/>
                  <a:gd name="T16" fmla="*/ 240 w 254"/>
                  <a:gd name="T17" fmla="*/ 14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4" h="304">
                    <a:moveTo>
                      <a:pt x="240" y="140"/>
                    </a:moveTo>
                    <a:cubicBezTo>
                      <a:pt x="240" y="61"/>
                      <a:pt x="208" y="0"/>
                      <a:pt x="127" y="0"/>
                    </a:cubicBezTo>
                    <a:cubicBezTo>
                      <a:pt x="46" y="0"/>
                      <a:pt x="14" y="62"/>
                      <a:pt x="14" y="140"/>
                    </a:cubicBezTo>
                    <a:cubicBezTo>
                      <a:pt x="5" y="144"/>
                      <a:pt x="0" y="154"/>
                      <a:pt x="8" y="177"/>
                    </a:cubicBezTo>
                    <a:cubicBezTo>
                      <a:pt x="12" y="188"/>
                      <a:pt x="20" y="197"/>
                      <a:pt x="26" y="202"/>
                    </a:cubicBezTo>
                    <a:cubicBezTo>
                      <a:pt x="49" y="260"/>
                      <a:pt x="94" y="304"/>
                      <a:pt x="127" y="304"/>
                    </a:cubicBezTo>
                    <a:cubicBezTo>
                      <a:pt x="160" y="304"/>
                      <a:pt x="205" y="260"/>
                      <a:pt x="228" y="202"/>
                    </a:cubicBezTo>
                    <a:cubicBezTo>
                      <a:pt x="234" y="197"/>
                      <a:pt x="242" y="188"/>
                      <a:pt x="246" y="177"/>
                    </a:cubicBezTo>
                    <a:cubicBezTo>
                      <a:pt x="254" y="154"/>
                      <a:pt x="249" y="144"/>
                      <a:pt x="240" y="1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4" name="Freeform 71"/>
              <p:cNvSpPr>
                <a:spLocks noEditPoints="1"/>
              </p:cNvSpPr>
              <p:nvPr/>
            </p:nvSpPr>
            <p:spPr bwMode="auto">
              <a:xfrm>
                <a:off x="6149" y="2218"/>
                <a:ext cx="765" cy="365"/>
              </a:xfrm>
              <a:custGeom>
                <a:avLst/>
                <a:gdLst>
                  <a:gd name="T0" fmla="*/ 128 w 800"/>
                  <a:gd name="T1" fmla="*/ 380 h 380"/>
                  <a:gd name="T2" fmla="*/ 48 w 800"/>
                  <a:gd name="T3" fmla="*/ 352 h 380"/>
                  <a:gd name="T4" fmla="*/ 0 w 800"/>
                  <a:gd name="T5" fmla="*/ 336 h 380"/>
                  <a:gd name="T6" fmla="*/ 25 w 800"/>
                  <a:gd name="T7" fmla="*/ 224 h 380"/>
                  <a:gd name="T8" fmla="*/ 33 w 800"/>
                  <a:gd name="T9" fmla="*/ 211 h 380"/>
                  <a:gd name="T10" fmla="*/ 48 w 800"/>
                  <a:gd name="T11" fmla="*/ 204 h 380"/>
                  <a:gd name="T12" fmla="*/ 141 w 800"/>
                  <a:gd name="T13" fmla="*/ 183 h 380"/>
                  <a:gd name="T14" fmla="*/ 105 w 800"/>
                  <a:gd name="T15" fmla="*/ 131 h 380"/>
                  <a:gd name="T16" fmla="*/ 93 w 800"/>
                  <a:gd name="T17" fmla="*/ 114 h 380"/>
                  <a:gd name="T18" fmla="*/ 97 w 800"/>
                  <a:gd name="T19" fmla="*/ 90 h 380"/>
                  <a:gd name="T20" fmla="*/ 170 w 800"/>
                  <a:gd name="T21" fmla="*/ 0 h 380"/>
                  <a:gd name="T22" fmla="*/ 170 w 800"/>
                  <a:gd name="T23" fmla="*/ 0 h 380"/>
                  <a:gd name="T24" fmla="*/ 244 w 800"/>
                  <a:gd name="T25" fmla="*/ 90 h 380"/>
                  <a:gd name="T26" fmla="*/ 247 w 800"/>
                  <a:gd name="T27" fmla="*/ 114 h 380"/>
                  <a:gd name="T28" fmla="*/ 236 w 800"/>
                  <a:gd name="T29" fmla="*/ 131 h 380"/>
                  <a:gd name="T30" fmla="*/ 199 w 800"/>
                  <a:gd name="T31" fmla="*/ 183 h 380"/>
                  <a:gd name="T32" fmla="*/ 240 w 800"/>
                  <a:gd name="T33" fmla="*/ 192 h 380"/>
                  <a:gd name="T34" fmla="*/ 209 w 800"/>
                  <a:gd name="T35" fmla="*/ 199 h 380"/>
                  <a:gd name="T36" fmla="*/ 177 w 800"/>
                  <a:gd name="T37" fmla="*/ 213 h 380"/>
                  <a:gd name="T38" fmla="*/ 159 w 800"/>
                  <a:gd name="T39" fmla="*/ 243 h 380"/>
                  <a:gd name="T40" fmla="*/ 128 w 800"/>
                  <a:gd name="T41" fmla="*/ 380 h 380"/>
                  <a:gd name="T42" fmla="*/ 775 w 800"/>
                  <a:gd name="T43" fmla="*/ 224 h 380"/>
                  <a:gd name="T44" fmla="*/ 767 w 800"/>
                  <a:gd name="T45" fmla="*/ 211 h 380"/>
                  <a:gd name="T46" fmla="*/ 752 w 800"/>
                  <a:gd name="T47" fmla="*/ 204 h 380"/>
                  <a:gd name="T48" fmla="*/ 659 w 800"/>
                  <a:gd name="T49" fmla="*/ 183 h 380"/>
                  <a:gd name="T50" fmla="*/ 695 w 800"/>
                  <a:gd name="T51" fmla="*/ 131 h 380"/>
                  <a:gd name="T52" fmla="*/ 707 w 800"/>
                  <a:gd name="T53" fmla="*/ 114 h 380"/>
                  <a:gd name="T54" fmla="*/ 703 w 800"/>
                  <a:gd name="T55" fmla="*/ 90 h 380"/>
                  <a:gd name="T56" fmla="*/ 630 w 800"/>
                  <a:gd name="T57" fmla="*/ 0 h 380"/>
                  <a:gd name="T58" fmla="*/ 630 w 800"/>
                  <a:gd name="T59" fmla="*/ 0 h 380"/>
                  <a:gd name="T60" fmla="*/ 556 w 800"/>
                  <a:gd name="T61" fmla="*/ 90 h 380"/>
                  <a:gd name="T62" fmla="*/ 553 w 800"/>
                  <a:gd name="T63" fmla="*/ 114 h 380"/>
                  <a:gd name="T64" fmla="*/ 564 w 800"/>
                  <a:gd name="T65" fmla="*/ 131 h 380"/>
                  <a:gd name="T66" fmla="*/ 601 w 800"/>
                  <a:gd name="T67" fmla="*/ 183 h 380"/>
                  <a:gd name="T68" fmla="*/ 560 w 800"/>
                  <a:gd name="T69" fmla="*/ 192 h 380"/>
                  <a:gd name="T70" fmla="*/ 591 w 800"/>
                  <a:gd name="T71" fmla="*/ 199 h 380"/>
                  <a:gd name="T72" fmla="*/ 623 w 800"/>
                  <a:gd name="T73" fmla="*/ 213 h 380"/>
                  <a:gd name="T74" fmla="*/ 641 w 800"/>
                  <a:gd name="T75" fmla="*/ 243 h 380"/>
                  <a:gd name="T76" fmla="*/ 672 w 800"/>
                  <a:gd name="T77" fmla="*/ 380 h 380"/>
                  <a:gd name="T78" fmla="*/ 752 w 800"/>
                  <a:gd name="T79" fmla="*/ 352 h 380"/>
                  <a:gd name="T80" fmla="*/ 800 w 800"/>
                  <a:gd name="T81" fmla="*/ 336 h 380"/>
                  <a:gd name="T82" fmla="*/ 775 w 800"/>
                  <a:gd name="T83" fmla="*/ 224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0" h="380">
                    <a:moveTo>
                      <a:pt x="128" y="380"/>
                    </a:moveTo>
                    <a:cubicBezTo>
                      <a:pt x="90" y="375"/>
                      <a:pt x="60" y="365"/>
                      <a:pt x="48" y="352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25" y="224"/>
                      <a:pt x="25" y="224"/>
                      <a:pt x="25" y="224"/>
                    </a:cubicBezTo>
                    <a:cubicBezTo>
                      <a:pt x="27" y="219"/>
                      <a:pt x="29" y="215"/>
                      <a:pt x="33" y="211"/>
                    </a:cubicBezTo>
                    <a:cubicBezTo>
                      <a:pt x="38" y="207"/>
                      <a:pt x="43" y="205"/>
                      <a:pt x="48" y="204"/>
                    </a:cubicBezTo>
                    <a:cubicBezTo>
                      <a:pt x="141" y="183"/>
                      <a:pt x="141" y="183"/>
                      <a:pt x="141" y="183"/>
                    </a:cubicBezTo>
                    <a:cubicBezTo>
                      <a:pt x="127" y="171"/>
                      <a:pt x="113" y="152"/>
                      <a:pt x="105" y="131"/>
                    </a:cubicBezTo>
                    <a:cubicBezTo>
                      <a:pt x="101" y="128"/>
                      <a:pt x="96" y="122"/>
                      <a:pt x="93" y="114"/>
                    </a:cubicBezTo>
                    <a:cubicBezTo>
                      <a:pt x="88" y="100"/>
                      <a:pt x="91" y="93"/>
                      <a:pt x="97" y="90"/>
                    </a:cubicBezTo>
                    <a:cubicBezTo>
                      <a:pt x="97" y="40"/>
                      <a:pt x="118" y="0"/>
                      <a:pt x="170" y="0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223" y="0"/>
                      <a:pt x="244" y="40"/>
                      <a:pt x="244" y="90"/>
                    </a:cubicBezTo>
                    <a:cubicBezTo>
                      <a:pt x="249" y="93"/>
                      <a:pt x="253" y="100"/>
                      <a:pt x="247" y="114"/>
                    </a:cubicBezTo>
                    <a:cubicBezTo>
                      <a:pt x="245" y="122"/>
                      <a:pt x="240" y="128"/>
                      <a:pt x="236" y="131"/>
                    </a:cubicBezTo>
                    <a:cubicBezTo>
                      <a:pt x="227" y="152"/>
                      <a:pt x="213" y="171"/>
                      <a:pt x="199" y="183"/>
                    </a:cubicBezTo>
                    <a:cubicBezTo>
                      <a:pt x="240" y="192"/>
                      <a:pt x="240" y="192"/>
                      <a:pt x="240" y="192"/>
                    </a:cubicBezTo>
                    <a:cubicBezTo>
                      <a:pt x="209" y="199"/>
                      <a:pt x="209" y="199"/>
                      <a:pt x="209" y="199"/>
                    </a:cubicBezTo>
                    <a:cubicBezTo>
                      <a:pt x="197" y="200"/>
                      <a:pt x="186" y="205"/>
                      <a:pt x="177" y="213"/>
                    </a:cubicBezTo>
                    <a:cubicBezTo>
                      <a:pt x="168" y="221"/>
                      <a:pt x="162" y="231"/>
                      <a:pt x="159" y="243"/>
                    </a:cubicBezTo>
                    <a:lnTo>
                      <a:pt x="128" y="380"/>
                    </a:lnTo>
                    <a:close/>
                    <a:moveTo>
                      <a:pt x="775" y="224"/>
                    </a:moveTo>
                    <a:cubicBezTo>
                      <a:pt x="773" y="219"/>
                      <a:pt x="771" y="215"/>
                      <a:pt x="767" y="211"/>
                    </a:cubicBezTo>
                    <a:cubicBezTo>
                      <a:pt x="762" y="207"/>
                      <a:pt x="757" y="205"/>
                      <a:pt x="752" y="204"/>
                    </a:cubicBezTo>
                    <a:cubicBezTo>
                      <a:pt x="659" y="183"/>
                      <a:pt x="659" y="183"/>
                      <a:pt x="659" y="183"/>
                    </a:cubicBezTo>
                    <a:cubicBezTo>
                      <a:pt x="673" y="171"/>
                      <a:pt x="687" y="152"/>
                      <a:pt x="695" y="131"/>
                    </a:cubicBezTo>
                    <a:cubicBezTo>
                      <a:pt x="699" y="128"/>
                      <a:pt x="704" y="121"/>
                      <a:pt x="707" y="114"/>
                    </a:cubicBezTo>
                    <a:cubicBezTo>
                      <a:pt x="712" y="100"/>
                      <a:pt x="709" y="93"/>
                      <a:pt x="703" y="90"/>
                    </a:cubicBezTo>
                    <a:cubicBezTo>
                      <a:pt x="703" y="40"/>
                      <a:pt x="682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ubicBezTo>
                      <a:pt x="577" y="0"/>
                      <a:pt x="556" y="40"/>
                      <a:pt x="556" y="90"/>
                    </a:cubicBezTo>
                    <a:cubicBezTo>
                      <a:pt x="551" y="93"/>
                      <a:pt x="547" y="100"/>
                      <a:pt x="553" y="114"/>
                    </a:cubicBezTo>
                    <a:cubicBezTo>
                      <a:pt x="555" y="121"/>
                      <a:pt x="560" y="128"/>
                      <a:pt x="564" y="131"/>
                    </a:cubicBezTo>
                    <a:cubicBezTo>
                      <a:pt x="573" y="152"/>
                      <a:pt x="587" y="171"/>
                      <a:pt x="601" y="183"/>
                    </a:cubicBezTo>
                    <a:cubicBezTo>
                      <a:pt x="560" y="192"/>
                      <a:pt x="560" y="192"/>
                      <a:pt x="560" y="192"/>
                    </a:cubicBezTo>
                    <a:cubicBezTo>
                      <a:pt x="591" y="199"/>
                      <a:pt x="591" y="199"/>
                      <a:pt x="591" y="199"/>
                    </a:cubicBezTo>
                    <a:cubicBezTo>
                      <a:pt x="603" y="200"/>
                      <a:pt x="614" y="205"/>
                      <a:pt x="623" y="213"/>
                    </a:cubicBezTo>
                    <a:cubicBezTo>
                      <a:pt x="632" y="221"/>
                      <a:pt x="638" y="231"/>
                      <a:pt x="641" y="243"/>
                    </a:cubicBezTo>
                    <a:cubicBezTo>
                      <a:pt x="672" y="380"/>
                      <a:pt x="672" y="380"/>
                      <a:pt x="672" y="380"/>
                    </a:cubicBezTo>
                    <a:cubicBezTo>
                      <a:pt x="710" y="375"/>
                      <a:pt x="740" y="365"/>
                      <a:pt x="752" y="352"/>
                    </a:cubicBezTo>
                    <a:cubicBezTo>
                      <a:pt x="800" y="336"/>
                      <a:pt x="800" y="336"/>
                      <a:pt x="800" y="336"/>
                    </a:cubicBezTo>
                    <a:lnTo>
                      <a:pt x="775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B0BE59F-E076-4F2B-AC69-BB4CCE27F488}"/>
              </a:ext>
            </a:extLst>
          </p:cNvPr>
          <p:cNvSpPr txBox="1"/>
          <p:nvPr/>
        </p:nvSpPr>
        <p:spPr>
          <a:xfrm>
            <a:off x="371769" y="923655"/>
            <a:ext cx="5062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你们有没有看过乔布斯的第一部</a:t>
            </a:r>
            <a:r>
              <a:rPr lang="en-US" altLang="zh-CN" dirty="0"/>
              <a:t>iPhone</a:t>
            </a:r>
            <a:r>
              <a:rPr lang="zh-CN" altLang="en-US" dirty="0"/>
              <a:t>发布会？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EC145F9-24B3-E657-93E3-9166809C7B35}"/>
              </a:ext>
            </a:extLst>
          </p:cNvPr>
          <p:cNvSpPr txBox="1"/>
          <p:nvPr/>
        </p:nvSpPr>
        <p:spPr>
          <a:xfrm>
            <a:off x="352510" y="1500263"/>
            <a:ext cx="5749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当时他先介绍了功能然后推出的产品，可以看一下这个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1A402E6-BDA2-19EA-147F-052BF8F98CF5}"/>
              </a:ext>
            </a:extLst>
          </p:cNvPr>
          <p:cNvSpPr txBox="1"/>
          <p:nvPr/>
        </p:nvSpPr>
        <p:spPr>
          <a:xfrm>
            <a:off x="371769" y="2152874"/>
            <a:ext cx="8249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hlinkClick r:id="rId4"/>
              </a:rPr>
              <a:t>2</a:t>
            </a:r>
            <a:r>
              <a:rPr lang="zh-CN" altLang="en-US" dirty="0">
                <a:hlinkClick r:id="rId4"/>
              </a:rPr>
              <a:t>分钟发布会 </a:t>
            </a:r>
            <a:r>
              <a:rPr lang="en-US" altLang="zh-CN" dirty="0">
                <a:hlinkClick r:id="rId4"/>
              </a:rPr>
              <a:t>| 2007</a:t>
            </a:r>
            <a:r>
              <a:rPr lang="zh-CN" altLang="en-US" dirty="0">
                <a:hlinkClick r:id="rId4"/>
              </a:rPr>
              <a:t>乔布斯发布</a:t>
            </a:r>
            <a:r>
              <a:rPr lang="en-US" altLang="zh-CN" dirty="0">
                <a:hlinkClick r:id="rId4"/>
              </a:rPr>
              <a:t>iPhone</a:t>
            </a:r>
            <a:r>
              <a:rPr lang="zh-CN" altLang="en-US" dirty="0">
                <a:hlinkClick r:id="rId4"/>
              </a:rPr>
              <a:t>初代 当划开屏幕全场沸腾</a:t>
            </a:r>
            <a:r>
              <a:rPr lang="en-US" altLang="zh-CN" dirty="0">
                <a:hlinkClick r:id="rId4"/>
              </a:rPr>
              <a:t>_</a:t>
            </a:r>
            <a:r>
              <a:rPr lang="zh-CN" altLang="en-US" dirty="0">
                <a:hlinkClick r:id="rId4"/>
              </a:rPr>
              <a:t>哔哩哔哩</a:t>
            </a:r>
            <a:r>
              <a:rPr lang="en-US" altLang="zh-CN" dirty="0">
                <a:hlinkClick r:id="rId4"/>
              </a:rPr>
              <a:t>_</a:t>
            </a:r>
            <a:r>
              <a:rPr lang="en-US" altLang="zh-CN" dirty="0" err="1">
                <a:hlinkClick r:id="rId4"/>
              </a:rPr>
              <a:t>bilibili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592B11-6566-1E51-6B63-8121360FEF3F}"/>
              </a:ext>
            </a:extLst>
          </p:cNvPr>
          <p:cNvSpPr txBox="1"/>
          <p:nvPr/>
        </p:nvSpPr>
        <p:spPr>
          <a:xfrm>
            <a:off x="2472744" y="3612651"/>
            <a:ext cx="4714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因此我觉得后面两章幻灯片顺序可以换一下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71418" y="184665"/>
            <a:ext cx="2788042" cy="85633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项目定义</a:t>
            </a:r>
          </a:p>
        </p:txBody>
      </p:sp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2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sp>
        <p:nvSpPr>
          <p:cNvPr id="10" name="菱形 9"/>
          <p:cNvSpPr/>
          <p:nvPr/>
        </p:nvSpPr>
        <p:spPr>
          <a:xfrm>
            <a:off x="3271943" y="719666"/>
            <a:ext cx="5648114" cy="5648114"/>
          </a:xfrm>
          <a:prstGeom prst="diamon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3" name="矩形 12"/>
          <p:cNvSpPr/>
          <p:nvPr/>
        </p:nvSpPr>
        <p:spPr>
          <a:xfrm>
            <a:off x="3889285" y="1789620"/>
            <a:ext cx="4467585" cy="4194350"/>
          </a:xfrm>
          <a:prstGeom prst="rect">
            <a:avLst/>
          </a:prstGeom>
          <a:solidFill>
            <a:srgbClr val="79A5B2"/>
          </a:solidFill>
          <a:ln w="38100">
            <a:solidFill>
              <a:srgbClr val="F5F0EA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8422" tIns="278422" rIns="278422" bIns="278422" numCol="1" spcCol="1270" anchor="ctr" anchorCtr="0">
            <a:noAutofit/>
          </a:bodyPr>
          <a:lstStyle/>
          <a:p>
            <a:pPr lvl="0" algn="ctr" defTabSz="2044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600" kern="1200"/>
          </a:p>
        </p:txBody>
      </p:sp>
      <p:grpSp>
        <p:nvGrpSpPr>
          <p:cNvPr id="25" name="Group 32"/>
          <p:cNvGrpSpPr>
            <a:grpSpLocks noChangeAspect="1"/>
          </p:cNvGrpSpPr>
          <p:nvPr/>
        </p:nvGrpSpPr>
        <p:grpSpPr bwMode="auto">
          <a:xfrm>
            <a:off x="4860455" y="2222653"/>
            <a:ext cx="2390753" cy="1604593"/>
            <a:chOff x="4354" y="1098"/>
            <a:chExt cx="800" cy="568"/>
          </a:xfrm>
          <a:solidFill>
            <a:srgbClr val="F5F0EA"/>
          </a:solidFill>
        </p:grpSpPr>
        <p:sp>
          <p:nvSpPr>
            <p:cNvPr id="26" name="Freeform 33"/>
            <p:cNvSpPr>
              <a:spLocks noEditPoints="1"/>
            </p:cNvSpPr>
            <p:nvPr/>
          </p:nvSpPr>
          <p:spPr bwMode="auto">
            <a:xfrm>
              <a:off x="4441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4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34"/>
            <p:cNvSpPr>
              <a:spLocks noEditPoints="1"/>
            </p:cNvSpPr>
            <p:nvPr/>
          </p:nvSpPr>
          <p:spPr bwMode="auto">
            <a:xfrm>
              <a:off x="4354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35"/>
            <p:cNvSpPr>
              <a:spLocks noEditPoints="1"/>
            </p:cNvSpPr>
            <p:nvPr/>
          </p:nvSpPr>
          <p:spPr bwMode="auto">
            <a:xfrm>
              <a:off x="4355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36"/>
            <p:cNvSpPr/>
            <p:nvPr/>
          </p:nvSpPr>
          <p:spPr bwMode="auto">
            <a:xfrm>
              <a:off x="4702" y="1225"/>
              <a:ext cx="50" cy="48"/>
            </a:xfrm>
            <a:custGeom>
              <a:avLst/>
              <a:gdLst>
                <a:gd name="T0" fmla="*/ 50 w 50"/>
                <a:gd name="T1" fmla="*/ 24 h 48"/>
                <a:gd name="T2" fmla="*/ 47 w 50"/>
                <a:gd name="T3" fmla="*/ 36 h 48"/>
                <a:gd name="T4" fmla="*/ 40 w 50"/>
                <a:gd name="T5" fmla="*/ 30 h 48"/>
                <a:gd name="T6" fmla="*/ 41 w 50"/>
                <a:gd name="T7" fmla="*/ 24 h 48"/>
                <a:gd name="T8" fmla="*/ 25 w 50"/>
                <a:gd name="T9" fmla="*/ 8 h 48"/>
                <a:gd name="T10" fmla="*/ 9 w 50"/>
                <a:gd name="T11" fmla="*/ 24 h 48"/>
                <a:gd name="T12" fmla="*/ 19 w 50"/>
                <a:gd name="T13" fmla="*/ 40 h 48"/>
                <a:gd name="T14" fmla="*/ 19 w 50"/>
                <a:gd name="T15" fmla="*/ 48 h 48"/>
                <a:gd name="T16" fmla="*/ 0 w 50"/>
                <a:gd name="T17" fmla="*/ 24 h 48"/>
                <a:gd name="T18" fmla="*/ 25 w 50"/>
                <a:gd name="T19" fmla="*/ 0 h 48"/>
                <a:gd name="T20" fmla="*/ 50 w 50"/>
                <a:gd name="T21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50" y="24"/>
                  </a:moveTo>
                  <a:cubicBezTo>
                    <a:pt x="50" y="29"/>
                    <a:pt x="48" y="33"/>
                    <a:pt x="47" y="36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8"/>
                    <a:pt x="41" y="26"/>
                    <a:pt x="41" y="24"/>
                  </a:cubicBezTo>
                  <a:cubicBezTo>
                    <a:pt x="41" y="15"/>
                    <a:pt x="34" y="8"/>
                    <a:pt x="25" y="8"/>
                  </a:cubicBezTo>
                  <a:cubicBezTo>
                    <a:pt x="16" y="8"/>
                    <a:pt x="9" y="15"/>
                    <a:pt x="9" y="24"/>
                  </a:cubicBezTo>
                  <a:cubicBezTo>
                    <a:pt x="9" y="31"/>
                    <a:pt x="13" y="37"/>
                    <a:pt x="19" y="40"/>
                  </a:cubicBezTo>
                  <a:cubicBezTo>
                    <a:pt x="19" y="48"/>
                    <a:pt x="19" y="48"/>
                    <a:pt x="19" y="48"/>
                  </a:cubicBezTo>
                  <a:cubicBezTo>
                    <a:pt x="8" y="45"/>
                    <a:pt x="0" y="36"/>
                    <a:pt x="0" y="24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9" y="0"/>
                    <a:pt x="50" y="11"/>
                    <a:pt x="5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37"/>
            <p:cNvSpPr/>
            <p:nvPr/>
          </p:nvSpPr>
          <p:spPr bwMode="auto">
            <a:xfrm>
              <a:off x="4682" y="1204"/>
              <a:ext cx="90" cy="90"/>
            </a:xfrm>
            <a:custGeom>
              <a:avLst/>
              <a:gdLst>
                <a:gd name="T0" fmla="*/ 45 w 90"/>
                <a:gd name="T1" fmla="*/ 0 h 90"/>
                <a:gd name="T2" fmla="*/ 0 w 90"/>
                <a:gd name="T3" fmla="*/ 45 h 90"/>
                <a:gd name="T4" fmla="*/ 39 w 90"/>
                <a:gd name="T5" fmla="*/ 90 h 90"/>
                <a:gd name="T6" fmla="*/ 39 w 90"/>
                <a:gd name="T7" fmla="*/ 82 h 90"/>
                <a:gd name="T8" fmla="*/ 8 w 90"/>
                <a:gd name="T9" fmla="*/ 45 h 90"/>
                <a:gd name="T10" fmla="*/ 45 w 90"/>
                <a:gd name="T11" fmla="*/ 9 h 90"/>
                <a:gd name="T12" fmla="*/ 82 w 90"/>
                <a:gd name="T13" fmla="*/ 45 h 90"/>
                <a:gd name="T14" fmla="*/ 75 w 90"/>
                <a:gd name="T15" fmla="*/ 66 h 90"/>
                <a:gd name="T16" fmla="*/ 81 w 90"/>
                <a:gd name="T17" fmla="*/ 72 h 90"/>
                <a:gd name="T18" fmla="*/ 90 w 90"/>
                <a:gd name="T19" fmla="*/ 45 h 90"/>
                <a:gd name="T20" fmla="*/ 45 w 90"/>
                <a:gd name="T21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90">
                  <a:moveTo>
                    <a:pt x="45" y="0"/>
                  </a:moveTo>
                  <a:cubicBezTo>
                    <a:pt x="20" y="0"/>
                    <a:pt x="0" y="21"/>
                    <a:pt x="0" y="45"/>
                  </a:cubicBezTo>
                  <a:cubicBezTo>
                    <a:pt x="0" y="68"/>
                    <a:pt x="17" y="87"/>
                    <a:pt x="39" y="90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21" y="79"/>
                    <a:pt x="8" y="64"/>
                    <a:pt x="8" y="45"/>
                  </a:cubicBezTo>
                  <a:cubicBezTo>
                    <a:pt x="8" y="25"/>
                    <a:pt x="25" y="9"/>
                    <a:pt x="45" y="9"/>
                  </a:cubicBezTo>
                  <a:cubicBezTo>
                    <a:pt x="65" y="9"/>
                    <a:pt x="82" y="25"/>
                    <a:pt x="82" y="45"/>
                  </a:cubicBezTo>
                  <a:cubicBezTo>
                    <a:pt x="82" y="53"/>
                    <a:pt x="79" y="60"/>
                    <a:pt x="75" y="66"/>
                  </a:cubicBezTo>
                  <a:cubicBezTo>
                    <a:pt x="81" y="72"/>
                    <a:pt x="81" y="72"/>
                    <a:pt x="81" y="72"/>
                  </a:cubicBezTo>
                  <a:cubicBezTo>
                    <a:pt x="87" y="65"/>
                    <a:pt x="90" y="55"/>
                    <a:pt x="90" y="45"/>
                  </a:cubicBezTo>
                  <a:cubicBezTo>
                    <a:pt x="90" y="21"/>
                    <a:pt x="70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38"/>
            <p:cNvSpPr/>
            <p:nvPr/>
          </p:nvSpPr>
          <p:spPr bwMode="auto">
            <a:xfrm>
              <a:off x="4727" y="1248"/>
              <a:ext cx="99" cy="167"/>
            </a:xfrm>
            <a:custGeom>
              <a:avLst/>
              <a:gdLst>
                <a:gd name="T0" fmla="*/ 0 w 99"/>
                <a:gd name="T1" fmla="*/ 1 h 167"/>
                <a:gd name="T2" fmla="*/ 0 w 99"/>
                <a:gd name="T3" fmla="*/ 1 h 167"/>
                <a:gd name="T4" fmla="*/ 0 w 99"/>
                <a:gd name="T5" fmla="*/ 143 h 167"/>
                <a:gd name="T6" fmla="*/ 0 w 99"/>
                <a:gd name="T7" fmla="*/ 143 h 167"/>
                <a:gd name="T8" fmla="*/ 1 w 99"/>
                <a:gd name="T9" fmla="*/ 143 h 167"/>
                <a:gd name="T10" fmla="*/ 1 w 99"/>
                <a:gd name="T11" fmla="*/ 143 h 167"/>
                <a:gd name="T12" fmla="*/ 29 w 99"/>
                <a:gd name="T13" fmla="*/ 119 h 167"/>
                <a:gd name="T14" fmla="*/ 29 w 99"/>
                <a:gd name="T15" fmla="*/ 119 h 167"/>
                <a:gd name="T16" fmla="*/ 29 w 99"/>
                <a:gd name="T17" fmla="*/ 119 h 167"/>
                <a:gd name="T18" fmla="*/ 30 w 99"/>
                <a:gd name="T19" fmla="*/ 119 h 167"/>
                <a:gd name="T20" fmla="*/ 47 w 99"/>
                <a:gd name="T21" fmla="*/ 163 h 167"/>
                <a:gd name="T22" fmla="*/ 50 w 99"/>
                <a:gd name="T23" fmla="*/ 166 h 167"/>
                <a:gd name="T24" fmla="*/ 54 w 99"/>
                <a:gd name="T25" fmla="*/ 166 h 167"/>
                <a:gd name="T26" fmla="*/ 76 w 99"/>
                <a:gd name="T27" fmla="*/ 157 h 167"/>
                <a:gd name="T28" fmla="*/ 79 w 99"/>
                <a:gd name="T29" fmla="*/ 155 h 167"/>
                <a:gd name="T30" fmla="*/ 79 w 99"/>
                <a:gd name="T31" fmla="*/ 151 h 167"/>
                <a:gd name="T32" fmla="*/ 61 w 99"/>
                <a:gd name="T33" fmla="*/ 107 h 167"/>
                <a:gd name="T34" fmla="*/ 61 w 99"/>
                <a:gd name="T35" fmla="*/ 106 h 167"/>
                <a:gd name="T36" fmla="*/ 61 w 99"/>
                <a:gd name="T37" fmla="*/ 106 h 167"/>
                <a:gd name="T38" fmla="*/ 62 w 99"/>
                <a:gd name="T39" fmla="*/ 106 h 167"/>
                <a:gd name="T40" fmla="*/ 98 w 99"/>
                <a:gd name="T41" fmla="*/ 104 h 167"/>
                <a:gd name="T42" fmla="*/ 99 w 99"/>
                <a:gd name="T43" fmla="*/ 104 h 167"/>
                <a:gd name="T44" fmla="*/ 99 w 99"/>
                <a:gd name="T45" fmla="*/ 104 h 167"/>
                <a:gd name="T46" fmla="*/ 99 w 99"/>
                <a:gd name="T47" fmla="*/ 103 h 167"/>
                <a:gd name="T48" fmla="*/ 1 w 99"/>
                <a:gd name="T49" fmla="*/ 1 h 167"/>
                <a:gd name="T50" fmla="*/ 0 w 99"/>
                <a:gd name="T51" fmla="*/ 1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9" h="167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30" y="119"/>
                    <a:pt x="30" y="119"/>
                  </a:cubicBezTo>
                  <a:cubicBezTo>
                    <a:pt x="47" y="163"/>
                    <a:pt x="47" y="163"/>
                    <a:pt x="47" y="163"/>
                  </a:cubicBezTo>
                  <a:cubicBezTo>
                    <a:pt x="48" y="164"/>
                    <a:pt x="49" y="165"/>
                    <a:pt x="50" y="166"/>
                  </a:cubicBezTo>
                  <a:cubicBezTo>
                    <a:pt x="52" y="167"/>
                    <a:pt x="53" y="167"/>
                    <a:pt x="54" y="166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7" y="157"/>
                    <a:pt x="78" y="156"/>
                    <a:pt x="79" y="155"/>
                  </a:cubicBezTo>
                  <a:cubicBezTo>
                    <a:pt x="79" y="153"/>
                    <a:pt x="79" y="152"/>
                    <a:pt x="79" y="151"/>
                  </a:cubicBezTo>
                  <a:cubicBezTo>
                    <a:pt x="61" y="107"/>
                    <a:pt x="61" y="107"/>
                    <a:pt x="61" y="107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2" y="106"/>
                    <a:pt x="62" y="106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98" y="104"/>
                    <a:pt x="98" y="104"/>
                    <a:pt x="99" y="104"/>
                  </a:cubicBezTo>
                  <a:cubicBezTo>
                    <a:pt x="99" y="104"/>
                    <a:pt x="99" y="104"/>
                    <a:pt x="99" y="104"/>
                  </a:cubicBezTo>
                  <a:cubicBezTo>
                    <a:pt x="99" y="104"/>
                    <a:pt x="99" y="103"/>
                    <a:pt x="99" y="103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4172682" y="4127806"/>
            <a:ext cx="3797846" cy="236575"/>
            <a:chOff x="4840431" y="2041402"/>
            <a:chExt cx="2505257" cy="199137"/>
          </a:xfrm>
        </p:grpSpPr>
        <p:cxnSp>
          <p:nvCxnSpPr>
            <p:cNvPr id="70" name="直接连接符 69"/>
            <p:cNvCxnSpPr/>
            <p:nvPr/>
          </p:nvCxnSpPr>
          <p:spPr>
            <a:xfrm>
              <a:off x="4840431" y="2142637"/>
              <a:ext cx="1127340" cy="0"/>
            </a:xfrm>
            <a:prstGeom prst="line">
              <a:avLst/>
            </a:prstGeom>
            <a:ln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>
              <a:off x="6218348" y="2142637"/>
              <a:ext cx="1127340" cy="0"/>
            </a:xfrm>
            <a:prstGeom prst="line">
              <a:avLst/>
            </a:prstGeom>
            <a:ln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椭圆 71"/>
            <p:cNvSpPr/>
            <p:nvPr/>
          </p:nvSpPr>
          <p:spPr>
            <a:xfrm>
              <a:off x="5996400" y="2041402"/>
              <a:ext cx="199137" cy="199137"/>
            </a:xfrm>
            <a:prstGeom prst="ellipse">
              <a:avLst/>
            </a:prstGeom>
            <a:noFill/>
            <a:ln>
              <a:solidFill>
                <a:srgbClr val="F5F0E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75" name="矩形 74"/>
          <p:cNvSpPr/>
          <p:nvPr/>
        </p:nvSpPr>
        <p:spPr>
          <a:xfrm>
            <a:off x="3959516" y="4401041"/>
            <a:ext cx="4316523" cy="101642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zh-CN" altLang="en-US" sz="2400" b="1" dirty="0">
                <a:solidFill>
                  <a:srgbClr val="F5F0EA"/>
                </a:solidFill>
              </a:rPr>
              <a:t>学途</a:t>
            </a:r>
            <a:r>
              <a:rPr lang="zh-CN" altLang="en-US" sz="2000" dirty="0">
                <a:solidFill>
                  <a:srgbClr val="F5F0EA"/>
                </a:solidFill>
              </a:rPr>
              <a:t>    是一个极简的</a:t>
            </a:r>
            <a:r>
              <a:rPr lang="en-US" altLang="zh-CN" sz="2000" dirty="0">
                <a:solidFill>
                  <a:srgbClr val="F5F0EA"/>
                </a:solidFill>
              </a:rPr>
              <a:t>Web</a:t>
            </a:r>
            <a:r>
              <a:rPr lang="zh-CN" altLang="en-US" sz="2000" dirty="0">
                <a:solidFill>
                  <a:srgbClr val="F5F0EA"/>
                </a:solidFill>
              </a:rPr>
              <a:t>应用，帮助用户无负担地记录自习时长，并通过数据可视化提供正向反馈。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2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762148" y="2069753"/>
            <a:ext cx="10782442" cy="643467"/>
            <a:chOff x="715150" y="3107266"/>
            <a:chExt cx="10782442" cy="643467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1037167" y="3429000"/>
              <a:ext cx="10460425" cy="0"/>
            </a:xfrm>
            <a:prstGeom prst="line">
              <a:avLst/>
            </a:prstGeom>
            <a:ln w="50800">
              <a:solidFill>
                <a:srgbClr val="67666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组合 13"/>
            <p:cNvGrpSpPr/>
            <p:nvPr/>
          </p:nvGrpSpPr>
          <p:grpSpPr>
            <a:xfrm>
              <a:off x="715150" y="3107266"/>
              <a:ext cx="760724" cy="643467"/>
              <a:chOff x="877502" y="2895600"/>
              <a:chExt cx="1001802" cy="1066800"/>
            </a:xfrm>
          </p:grpSpPr>
          <p:sp>
            <p:nvSpPr>
              <p:cNvPr id="7" name="平行四边形 6"/>
              <p:cNvSpPr/>
              <p:nvPr/>
            </p:nvSpPr>
            <p:spPr>
              <a:xfrm flipH="1">
                <a:off x="877502" y="2895600"/>
                <a:ext cx="414867" cy="533400"/>
              </a:xfrm>
              <a:prstGeom prst="parallelogram">
                <a:avLst>
                  <a:gd name="adj" fmla="val 41326"/>
                </a:avLst>
              </a:prstGeom>
              <a:solidFill>
                <a:srgbClr val="6766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平行四边形 8"/>
              <p:cNvSpPr/>
              <p:nvPr/>
            </p:nvSpPr>
            <p:spPr>
              <a:xfrm flipH="1">
                <a:off x="1164601" y="2895600"/>
                <a:ext cx="414867" cy="533400"/>
              </a:xfrm>
              <a:prstGeom prst="parallelogram">
                <a:avLst>
                  <a:gd name="adj" fmla="val 41326"/>
                </a:avLst>
              </a:prstGeom>
              <a:solidFill>
                <a:srgbClr val="6766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平行四边形 9"/>
              <p:cNvSpPr/>
              <p:nvPr/>
            </p:nvSpPr>
            <p:spPr>
              <a:xfrm flipH="1">
                <a:off x="1464437" y="2895600"/>
                <a:ext cx="414867" cy="533400"/>
              </a:xfrm>
              <a:prstGeom prst="parallelogram">
                <a:avLst>
                  <a:gd name="adj" fmla="val 41326"/>
                </a:avLst>
              </a:prstGeom>
              <a:solidFill>
                <a:srgbClr val="6766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平行四边形 10"/>
              <p:cNvSpPr/>
              <p:nvPr/>
            </p:nvSpPr>
            <p:spPr>
              <a:xfrm>
                <a:off x="877502" y="3429000"/>
                <a:ext cx="414867" cy="533400"/>
              </a:xfrm>
              <a:prstGeom prst="parallelogram">
                <a:avLst>
                  <a:gd name="adj" fmla="val 41326"/>
                </a:avLst>
              </a:prstGeom>
              <a:solidFill>
                <a:srgbClr val="6766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平行四边形 11"/>
              <p:cNvSpPr/>
              <p:nvPr/>
            </p:nvSpPr>
            <p:spPr>
              <a:xfrm>
                <a:off x="1164601" y="3429000"/>
                <a:ext cx="414867" cy="533400"/>
              </a:xfrm>
              <a:prstGeom prst="parallelogram">
                <a:avLst>
                  <a:gd name="adj" fmla="val 41326"/>
                </a:avLst>
              </a:prstGeom>
              <a:solidFill>
                <a:srgbClr val="6766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平行四边形 12"/>
              <p:cNvSpPr/>
              <p:nvPr/>
            </p:nvSpPr>
            <p:spPr>
              <a:xfrm>
                <a:off x="1464437" y="3429000"/>
                <a:ext cx="414867" cy="533400"/>
              </a:xfrm>
              <a:prstGeom prst="parallelogram">
                <a:avLst>
                  <a:gd name="adj" fmla="val 41326"/>
                </a:avLst>
              </a:prstGeom>
              <a:solidFill>
                <a:srgbClr val="6766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6" name="矩形 15"/>
          <p:cNvSpPr/>
          <p:nvPr/>
        </p:nvSpPr>
        <p:spPr>
          <a:xfrm>
            <a:off x="2092664" y="2209454"/>
            <a:ext cx="2175933" cy="1007534"/>
          </a:xfrm>
          <a:prstGeom prst="rect">
            <a:avLst/>
          </a:prstGeom>
          <a:solidFill>
            <a:srgbClr val="79A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5F0EA"/>
                </a:solidFill>
                <a:ea typeface="微软雅黑" charset="0"/>
              </a:rPr>
              <a:t>一键计时</a:t>
            </a:r>
          </a:p>
        </p:txBody>
      </p:sp>
      <p:sp>
        <p:nvSpPr>
          <p:cNvPr id="17" name="矩形 16"/>
          <p:cNvSpPr/>
          <p:nvPr/>
        </p:nvSpPr>
        <p:spPr>
          <a:xfrm>
            <a:off x="5382401" y="2209453"/>
            <a:ext cx="2175933" cy="1007534"/>
          </a:xfrm>
          <a:prstGeom prst="rect">
            <a:avLst/>
          </a:prstGeom>
          <a:solidFill>
            <a:srgbClr val="79A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5F0EA"/>
                </a:solidFill>
                <a:ea typeface="微软雅黑" charset="0"/>
              </a:rPr>
              <a:t> </a:t>
            </a:r>
            <a:r>
              <a:rPr lang="zh-CN" altLang="en-US" b="1" dirty="0">
                <a:solidFill>
                  <a:srgbClr val="F5F0EA"/>
                </a:solidFill>
                <a:ea typeface="微软雅黑" charset="0"/>
              </a:rPr>
              <a:t>数据看板</a:t>
            </a:r>
          </a:p>
        </p:txBody>
      </p:sp>
      <p:sp>
        <p:nvSpPr>
          <p:cNvPr id="18" name="矩形 17"/>
          <p:cNvSpPr/>
          <p:nvPr/>
        </p:nvSpPr>
        <p:spPr>
          <a:xfrm>
            <a:off x="8672138" y="2209453"/>
            <a:ext cx="2175933" cy="1007489"/>
          </a:xfrm>
          <a:prstGeom prst="rect">
            <a:avLst/>
          </a:prstGeom>
          <a:solidFill>
            <a:srgbClr val="79A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5F0EA"/>
                </a:solidFill>
                <a:ea typeface="微软雅黑" charset="0"/>
              </a:rPr>
              <a:t> </a:t>
            </a:r>
            <a:r>
              <a:rPr lang="zh-CN" altLang="en-US" b="1" dirty="0">
                <a:solidFill>
                  <a:srgbClr val="F5F0EA"/>
                </a:solidFill>
                <a:ea typeface="微软雅黑" charset="0"/>
              </a:rPr>
              <a:t>匿名社区</a:t>
            </a:r>
          </a:p>
        </p:txBody>
      </p:sp>
      <p:sp>
        <p:nvSpPr>
          <p:cNvPr id="19" name="等腰三角形 18"/>
          <p:cNvSpPr/>
          <p:nvPr/>
        </p:nvSpPr>
        <p:spPr>
          <a:xfrm flipH="1">
            <a:off x="1950551" y="2209453"/>
            <a:ext cx="142113" cy="182033"/>
          </a:xfrm>
          <a:prstGeom prst="triangle">
            <a:avLst>
              <a:gd name="adj" fmla="val 0"/>
            </a:avLst>
          </a:prstGeom>
          <a:solidFill>
            <a:srgbClr val="3C5E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等腰三角形 20"/>
          <p:cNvSpPr/>
          <p:nvPr/>
        </p:nvSpPr>
        <p:spPr>
          <a:xfrm flipH="1">
            <a:off x="5240288" y="2209453"/>
            <a:ext cx="142113" cy="182033"/>
          </a:xfrm>
          <a:prstGeom prst="triangle">
            <a:avLst>
              <a:gd name="adj" fmla="val 0"/>
            </a:avLst>
          </a:prstGeom>
          <a:solidFill>
            <a:srgbClr val="3C5E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等腰三角形 21"/>
          <p:cNvSpPr/>
          <p:nvPr/>
        </p:nvSpPr>
        <p:spPr>
          <a:xfrm flipH="1">
            <a:off x="8530025" y="2209453"/>
            <a:ext cx="142113" cy="182033"/>
          </a:xfrm>
          <a:prstGeom prst="triangle">
            <a:avLst>
              <a:gd name="adj" fmla="val 0"/>
            </a:avLst>
          </a:prstGeom>
          <a:solidFill>
            <a:srgbClr val="3C5E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2092663" y="3360116"/>
            <a:ext cx="2175933" cy="755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/>
              <a:t>简洁的计时器，专注当下。   </a:t>
            </a:r>
          </a:p>
        </p:txBody>
      </p:sp>
      <p:sp>
        <p:nvSpPr>
          <p:cNvPr id="29" name="矩形 28"/>
          <p:cNvSpPr/>
          <p:nvPr/>
        </p:nvSpPr>
        <p:spPr>
          <a:xfrm>
            <a:off x="5382400" y="3360116"/>
            <a:ext cx="2175933" cy="108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/>
              <a:t>直观的图表（如每日</a:t>
            </a:r>
            <a:r>
              <a:rPr lang="en-US" altLang="zh-CN" dirty="0"/>
              <a:t>/</a:t>
            </a:r>
            <a:r>
              <a:rPr lang="zh-CN" altLang="en-US" dirty="0"/>
              <a:t>每周学习时长曲线）。   </a:t>
            </a:r>
          </a:p>
        </p:txBody>
      </p:sp>
      <p:sp>
        <p:nvSpPr>
          <p:cNvPr id="30" name="矩形 29"/>
          <p:cNvSpPr/>
          <p:nvPr/>
        </p:nvSpPr>
        <p:spPr>
          <a:xfrm>
            <a:off x="8691649" y="3360116"/>
            <a:ext cx="2175933" cy="108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/>
              <a:t>显示自习室“在线人数”，营造共同学习的氛围。</a:t>
            </a:r>
          </a:p>
        </p:txBody>
      </p:sp>
      <p:grpSp>
        <p:nvGrpSpPr>
          <p:cNvPr id="40" name="组合 39"/>
          <p:cNvGrpSpPr/>
          <p:nvPr/>
        </p:nvGrpSpPr>
        <p:grpSpPr>
          <a:xfrm>
            <a:off x="2186940" y="4683226"/>
            <a:ext cx="2081686" cy="137456"/>
            <a:chOff x="2186940" y="5110307"/>
            <a:chExt cx="1981835" cy="161214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21869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34061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平行四边形 35"/>
            <p:cNvSpPr/>
            <p:nvPr/>
          </p:nvSpPr>
          <p:spPr>
            <a:xfrm flipH="1">
              <a:off x="3131018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平行四边形 37"/>
            <p:cNvSpPr/>
            <p:nvPr/>
          </p:nvSpPr>
          <p:spPr>
            <a:xfrm flipH="1">
              <a:off x="3067986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平行四边形 38"/>
            <p:cNvSpPr/>
            <p:nvPr/>
          </p:nvSpPr>
          <p:spPr>
            <a:xfrm flipH="1">
              <a:off x="3191343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5479448" y="4672644"/>
            <a:ext cx="1981835" cy="161214"/>
            <a:chOff x="2186940" y="5110307"/>
            <a:chExt cx="1981835" cy="161214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1869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34061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平行四边形 43"/>
            <p:cNvSpPr/>
            <p:nvPr/>
          </p:nvSpPr>
          <p:spPr>
            <a:xfrm flipH="1">
              <a:off x="3131018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平行四边形 44"/>
            <p:cNvSpPr/>
            <p:nvPr/>
          </p:nvSpPr>
          <p:spPr>
            <a:xfrm flipH="1">
              <a:off x="3067986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平行四边形 45"/>
            <p:cNvSpPr/>
            <p:nvPr/>
          </p:nvSpPr>
          <p:spPr>
            <a:xfrm flipH="1">
              <a:off x="3191343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8769186" y="4672644"/>
            <a:ext cx="1981835" cy="161214"/>
            <a:chOff x="2186940" y="5110307"/>
            <a:chExt cx="1981835" cy="161214"/>
          </a:xfrm>
        </p:grpSpPr>
        <p:cxnSp>
          <p:nvCxnSpPr>
            <p:cNvPr id="48" name="直接连接符 47"/>
            <p:cNvCxnSpPr/>
            <p:nvPr/>
          </p:nvCxnSpPr>
          <p:spPr>
            <a:xfrm>
              <a:off x="21869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>
              <a:off x="34061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平行四边形 49"/>
            <p:cNvSpPr/>
            <p:nvPr/>
          </p:nvSpPr>
          <p:spPr>
            <a:xfrm flipH="1">
              <a:off x="3131018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平行四边形 50"/>
            <p:cNvSpPr/>
            <p:nvPr/>
          </p:nvSpPr>
          <p:spPr>
            <a:xfrm flipH="1">
              <a:off x="3067986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平行四边形 51"/>
            <p:cNvSpPr/>
            <p:nvPr/>
          </p:nvSpPr>
          <p:spPr>
            <a:xfrm flipH="1">
              <a:off x="3191343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 userDrawn="1"/>
        </p:nvSpPr>
        <p:spPr>
          <a:xfrm>
            <a:off x="1207839" y="170013"/>
            <a:ext cx="3060787" cy="981562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zh-CN" altLang="en-US" sz="2800" b="1">
                <a:solidFill>
                  <a:schemeClr val="tx1">
                    <a:lumMod val="50000"/>
                    <a:lumOff val="50000"/>
                  </a:schemeClr>
                </a:solidFill>
              </a:rPr>
              <a:t>核心功能示意图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</p:spPr>
      </p:pic>
      <p:sp>
        <p:nvSpPr>
          <p:cNvPr id="6" name="任意多边形 5"/>
          <p:cNvSpPr/>
          <p:nvPr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5" name="组合 144"/>
          <p:cNvGrpSpPr/>
          <p:nvPr/>
        </p:nvGrpSpPr>
        <p:grpSpPr>
          <a:xfrm>
            <a:off x="3683901" y="345797"/>
            <a:ext cx="4820918" cy="4822970"/>
            <a:chOff x="4170953" y="833056"/>
            <a:chExt cx="3846813" cy="3848451"/>
          </a:xfrm>
        </p:grpSpPr>
        <p:grpSp>
          <p:nvGrpSpPr>
            <p:cNvPr id="131" name="组合 130"/>
            <p:cNvGrpSpPr/>
            <p:nvPr/>
          </p:nvGrpSpPr>
          <p:grpSpPr>
            <a:xfrm>
              <a:off x="4170953" y="833056"/>
              <a:ext cx="3846813" cy="3848451"/>
              <a:chOff x="4170953" y="833056"/>
              <a:chExt cx="3846813" cy="3848451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4273247" y="926495"/>
                <a:ext cx="3645505" cy="3645505"/>
                <a:chOff x="3651549" y="975481"/>
                <a:chExt cx="2929467" cy="2929467"/>
              </a:xfrm>
            </p:grpSpPr>
            <p:sp>
              <p:nvSpPr>
                <p:cNvPr id="10" name="椭圆 9"/>
                <p:cNvSpPr/>
                <p:nvPr/>
              </p:nvSpPr>
              <p:spPr>
                <a:xfrm>
                  <a:off x="3651549" y="975481"/>
                  <a:ext cx="2929467" cy="2929467"/>
                </a:xfrm>
                <a:prstGeom prst="ellipse">
                  <a:avLst/>
                </a:prstGeom>
                <a:solidFill>
                  <a:srgbClr val="F5F0E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椭圆 10"/>
                <p:cNvSpPr/>
                <p:nvPr/>
              </p:nvSpPr>
              <p:spPr>
                <a:xfrm>
                  <a:off x="3856282" y="1186757"/>
                  <a:ext cx="2520000" cy="2519829"/>
                </a:xfrm>
                <a:prstGeom prst="ellipse">
                  <a:avLst/>
                </a:prstGeom>
                <a:solidFill>
                  <a:srgbClr val="79A5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1" name="直接连接符 30"/>
              <p:cNvCxnSpPr/>
              <p:nvPr/>
            </p:nvCxnSpPr>
            <p:spPr>
              <a:xfrm rot="-5400000" flipH="1">
                <a:off x="4224639" y="255943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 rot="-4976471" flipH="1">
                <a:off x="4237730" y="234718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rot="-4552941" flipH="1">
                <a:off x="4276806" y="21381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rot="-4129412" flipH="1">
                <a:off x="4341273" y="193550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-3705882" flipH="1">
                <a:off x="4430155" y="174231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rot="-3282353" flipH="1">
                <a:off x="4542104" y="156150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rot="-2858823" flipH="1">
                <a:off x="4675423" y="139583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rot="-2435294" flipH="1">
                <a:off x="4828091" y="124779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rot="-2011765" flipH="1">
                <a:off x="4997794" y="111963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rot="-1588235" flipH="1">
                <a:off x="5181960" y="101331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rot="-1164706" flipH="1">
                <a:off x="5377796" y="93042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rot="-741177" flipH="1">
                <a:off x="5582334" y="8722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 rot="-317647" flipH="1">
                <a:off x="5792473" y="83960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rot="105883" flipH="1">
                <a:off x="6005028" y="83305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rot="529412" flipH="1">
                <a:off x="6216777" y="85267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 rot="952941" flipH="1">
                <a:off x="6424510" y="8981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rot="1376471" flipH="1">
                <a:off x="6625077" y="9688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rot="1800000" flipH="1">
                <a:off x="6815439" y="10636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rot="2223529" flipH="1">
                <a:off x="6992710" y="11811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 rot="2647059" flipH="1">
                <a:off x="7154201" y="13194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rot="3070588" flipH="1">
                <a:off x="7297467" y="147661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rot="3494117" flipH="1">
                <a:off x="7420334" y="165018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rot="3917647" flipH="1">
                <a:off x="7520940" y="18375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rot="4341176" flipH="1">
                <a:off x="7597760" y="203583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rot="4764706" flipH="1">
                <a:off x="7649630" y="22420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rot="5188236" flipH="1">
                <a:off x="7675763" y="24531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rot="5611765" flipH="1">
                <a:off x="7675763" y="26657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rot="6035294" flipH="1">
                <a:off x="7649630" y="28768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rot="6458824" flipH="1">
                <a:off x="7597760" y="308304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rot="6882353" flipH="1">
                <a:off x="7520940" y="32813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rot="7305883" flipH="1">
                <a:off x="7420334" y="346869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rot="7729412" flipH="1">
                <a:off x="7297467" y="36422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rot="8152941" flipH="1">
                <a:off x="7154201" y="379941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 rot="8576471" flipH="1">
                <a:off x="6992710" y="39377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 rot="9000000" flipH="1">
                <a:off x="6815439" y="40552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 rot="9423529" flipH="1">
                <a:off x="6625077" y="41500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rot="9847059" flipH="1">
                <a:off x="6424509" y="42207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rot="10270589" flipH="1">
                <a:off x="6216777" y="426619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 rot="10694117" flipH="1">
                <a:off x="6005028" y="428581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rot="11117648" flipH="1">
                <a:off x="5792473" y="42792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 rot="11541176" flipH="1">
                <a:off x="5582334" y="42466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 rot="11964706" flipH="1">
                <a:off x="5377796" y="418845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 rot="12388235" flipH="1">
                <a:off x="5181960" y="410556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 rot="12811765" flipH="1">
                <a:off x="4997794" y="399923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 rot="13235294" flipH="1">
                <a:off x="4828092" y="387108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rot="13658824" flipH="1">
                <a:off x="4675423" y="372304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rot="14082352" flipH="1">
                <a:off x="4542104" y="35573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rot="14505883" flipH="1">
                <a:off x="4430155" y="337656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rot="14929413" flipH="1">
                <a:off x="4341273" y="318337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 rot="15352941" flipH="1">
                <a:off x="4276806" y="29807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rot="15776472" flipH="1">
                <a:off x="4237730" y="277168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组合 136"/>
            <p:cNvGrpSpPr/>
            <p:nvPr/>
          </p:nvGrpSpPr>
          <p:grpSpPr>
            <a:xfrm>
              <a:off x="5093797" y="2186051"/>
              <a:ext cx="1999050" cy="158900"/>
              <a:chOff x="5010088" y="1993966"/>
              <a:chExt cx="1999050" cy="158900"/>
            </a:xfrm>
          </p:grpSpPr>
          <p:cxnSp>
            <p:nvCxnSpPr>
              <p:cNvPr id="133" name="直接连接符 132"/>
              <p:cNvCxnSpPr/>
              <p:nvPr/>
            </p:nvCxnSpPr>
            <p:spPr>
              <a:xfrm>
                <a:off x="5010088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>
                <a:off x="6109586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椭圆 135"/>
              <p:cNvSpPr/>
              <p:nvPr/>
            </p:nvSpPr>
            <p:spPr>
              <a:xfrm>
                <a:off x="5932484" y="1993966"/>
                <a:ext cx="158900" cy="158900"/>
              </a:xfrm>
              <a:prstGeom prst="ellipse">
                <a:avLst/>
              </a:prstGeom>
              <a:noFill/>
              <a:ln>
                <a:solidFill>
                  <a:srgbClr val="F5F0E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38" name="矩形 137"/>
            <p:cNvSpPr/>
            <p:nvPr/>
          </p:nvSpPr>
          <p:spPr>
            <a:xfrm>
              <a:off x="5282883" y="1616208"/>
              <a:ext cx="1620880" cy="5157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 defTabSz="914400"/>
              <a:r>
                <a:rPr lang="zh-CN" altLang="en-US" sz="3600" kern="0" dirty="0">
                  <a:solidFill>
                    <a:srgbClr val="F5F0E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第三部分</a:t>
              </a:r>
            </a:p>
          </p:txBody>
        </p:sp>
        <p:sp>
          <p:nvSpPr>
            <p:cNvPr id="139" name="矩形 138"/>
            <p:cNvSpPr/>
            <p:nvPr/>
          </p:nvSpPr>
          <p:spPr>
            <a:xfrm>
              <a:off x="4559561" y="2396875"/>
              <a:ext cx="3067521" cy="6622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rgbClr val="F5F0EA"/>
                  </a:solidFill>
                </a:rPr>
                <a:t>『</a:t>
              </a:r>
              <a:r>
                <a:rPr lang="zh-CN" altLang="en-US" sz="4800" b="1" dirty="0">
                  <a:solidFill>
                    <a:srgbClr val="F5F0EA"/>
                  </a:solidFill>
                </a:rPr>
                <a:t>技术方案</a:t>
              </a:r>
              <a:r>
                <a:rPr lang="en-US" altLang="zh-CN" sz="4800" b="1" dirty="0">
                  <a:solidFill>
                    <a:srgbClr val="F5F0EA"/>
                  </a:solidFill>
                </a:rPr>
                <a:t>』</a:t>
              </a:r>
            </a:p>
          </p:txBody>
        </p:sp>
        <p:grpSp>
          <p:nvGrpSpPr>
            <p:cNvPr id="140" name="Group 67"/>
            <p:cNvGrpSpPr>
              <a:grpSpLocks noChangeAspect="1"/>
            </p:cNvGrpSpPr>
            <p:nvPr/>
          </p:nvGrpSpPr>
          <p:grpSpPr bwMode="auto">
            <a:xfrm>
              <a:off x="5486103" y="3161047"/>
              <a:ext cx="1214438" cy="898525"/>
              <a:chOff x="6149" y="2123"/>
              <a:chExt cx="765" cy="566"/>
            </a:xfrm>
            <a:solidFill>
              <a:srgbClr val="F5F0EA"/>
            </a:solidFill>
          </p:grpSpPr>
          <p:sp>
            <p:nvSpPr>
              <p:cNvPr id="141" name="Freeform 68"/>
              <p:cNvSpPr/>
              <p:nvPr/>
            </p:nvSpPr>
            <p:spPr bwMode="auto">
              <a:xfrm>
                <a:off x="6281" y="2401"/>
                <a:ext cx="501" cy="288"/>
              </a:xfrm>
              <a:custGeom>
                <a:avLst/>
                <a:gdLst>
                  <a:gd name="T0" fmla="*/ 485 w 524"/>
                  <a:gd name="T1" fmla="*/ 56 h 300"/>
                  <a:gd name="T2" fmla="*/ 473 w 524"/>
                  <a:gd name="T3" fmla="*/ 36 h 300"/>
                  <a:gd name="T4" fmla="*/ 450 w 524"/>
                  <a:gd name="T5" fmla="*/ 26 h 300"/>
                  <a:gd name="T6" fmla="*/ 318 w 524"/>
                  <a:gd name="T7" fmla="*/ 0 h 300"/>
                  <a:gd name="T8" fmla="*/ 356 w 524"/>
                  <a:gd name="T9" fmla="*/ 25 h 300"/>
                  <a:gd name="T10" fmla="*/ 296 w 524"/>
                  <a:gd name="T11" fmla="*/ 215 h 300"/>
                  <a:gd name="T12" fmla="*/ 262 w 524"/>
                  <a:gd name="T13" fmla="*/ 74 h 300"/>
                  <a:gd name="T14" fmla="*/ 228 w 524"/>
                  <a:gd name="T15" fmla="*/ 215 h 300"/>
                  <a:gd name="T16" fmla="*/ 168 w 524"/>
                  <a:gd name="T17" fmla="*/ 25 h 300"/>
                  <a:gd name="T18" fmla="*/ 206 w 524"/>
                  <a:gd name="T19" fmla="*/ 0 h 300"/>
                  <a:gd name="T20" fmla="*/ 74 w 524"/>
                  <a:gd name="T21" fmla="*/ 26 h 300"/>
                  <a:gd name="T22" fmla="*/ 51 w 524"/>
                  <a:gd name="T23" fmla="*/ 36 h 300"/>
                  <a:gd name="T24" fmla="*/ 39 w 524"/>
                  <a:gd name="T25" fmla="*/ 56 h 300"/>
                  <a:gd name="T26" fmla="*/ 0 w 524"/>
                  <a:gd name="T27" fmla="*/ 228 h 300"/>
                  <a:gd name="T28" fmla="*/ 73 w 524"/>
                  <a:gd name="T29" fmla="*/ 254 h 300"/>
                  <a:gd name="T30" fmla="*/ 249 w 524"/>
                  <a:gd name="T31" fmla="*/ 300 h 300"/>
                  <a:gd name="T32" fmla="*/ 262 w 524"/>
                  <a:gd name="T33" fmla="*/ 300 h 300"/>
                  <a:gd name="T34" fmla="*/ 275 w 524"/>
                  <a:gd name="T35" fmla="*/ 300 h 300"/>
                  <a:gd name="T36" fmla="*/ 451 w 524"/>
                  <a:gd name="T37" fmla="*/ 254 h 300"/>
                  <a:gd name="T38" fmla="*/ 524 w 524"/>
                  <a:gd name="T39" fmla="*/ 228 h 300"/>
                  <a:gd name="T40" fmla="*/ 485 w 524"/>
                  <a:gd name="T41" fmla="*/ 56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24" h="300">
                    <a:moveTo>
                      <a:pt x="485" y="56"/>
                    </a:moveTo>
                    <a:cubicBezTo>
                      <a:pt x="484" y="48"/>
                      <a:pt x="479" y="41"/>
                      <a:pt x="473" y="36"/>
                    </a:cubicBezTo>
                    <a:cubicBezTo>
                      <a:pt x="467" y="30"/>
                      <a:pt x="459" y="27"/>
                      <a:pt x="450" y="26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56" y="25"/>
                      <a:pt x="356" y="25"/>
                      <a:pt x="356" y="25"/>
                    </a:cubicBezTo>
                    <a:cubicBezTo>
                      <a:pt x="296" y="215"/>
                      <a:pt x="296" y="215"/>
                      <a:pt x="296" y="215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28" y="215"/>
                      <a:pt x="228" y="215"/>
                      <a:pt x="228" y="215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206" y="0"/>
                      <a:pt x="206" y="0"/>
                      <a:pt x="206" y="0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65" y="27"/>
                      <a:pt x="57" y="30"/>
                      <a:pt x="51" y="36"/>
                    </a:cubicBezTo>
                    <a:cubicBezTo>
                      <a:pt x="45" y="41"/>
                      <a:pt x="40" y="48"/>
                      <a:pt x="39" y="56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3" y="254"/>
                      <a:pt x="73" y="254"/>
                      <a:pt x="73" y="254"/>
                    </a:cubicBezTo>
                    <a:cubicBezTo>
                      <a:pt x="98" y="279"/>
                      <a:pt x="167" y="298"/>
                      <a:pt x="249" y="300"/>
                    </a:cubicBezTo>
                    <a:cubicBezTo>
                      <a:pt x="262" y="300"/>
                      <a:pt x="262" y="300"/>
                      <a:pt x="262" y="300"/>
                    </a:cubicBezTo>
                    <a:cubicBezTo>
                      <a:pt x="275" y="300"/>
                      <a:pt x="275" y="300"/>
                      <a:pt x="275" y="300"/>
                    </a:cubicBezTo>
                    <a:cubicBezTo>
                      <a:pt x="357" y="298"/>
                      <a:pt x="426" y="279"/>
                      <a:pt x="451" y="254"/>
                    </a:cubicBezTo>
                    <a:cubicBezTo>
                      <a:pt x="524" y="228"/>
                      <a:pt x="524" y="228"/>
                      <a:pt x="524" y="228"/>
                    </a:cubicBezTo>
                    <a:lnTo>
                      <a:pt x="48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2" name="Freeform 69"/>
              <p:cNvSpPr/>
              <p:nvPr/>
            </p:nvSpPr>
            <p:spPr bwMode="auto">
              <a:xfrm>
                <a:off x="6503" y="2419"/>
                <a:ext cx="57" cy="53"/>
              </a:xfrm>
              <a:custGeom>
                <a:avLst/>
                <a:gdLst>
                  <a:gd name="T0" fmla="*/ 29 w 57"/>
                  <a:gd name="T1" fmla="*/ 0 h 53"/>
                  <a:gd name="T2" fmla="*/ 0 w 57"/>
                  <a:gd name="T3" fmla="*/ 11 h 53"/>
                  <a:gd name="T4" fmla="*/ 29 w 57"/>
                  <a:gd name="T5" fmla="*/ 53 h 53"/>
                  <a:gd name="T6" fmla="*/ 57 w 57"/>
                  <a:gd name="T7" fmla="*/ 11 h 53"/>
                  <a:gd name="T8" fmla="*/ 29 w 57"/>
                  <a:gd name="T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3">
                    <a:moveTo>
                      <a:pt x="29" y="0"/>
                    </a:moveTo>
                    <a:lnTo>
                      <a:pt x="0" y="11"/>
                    </a:lnTo>
                    <a:lnTo>
                      <a:pt x="29" y="53"/>
                    </a:lnTo>
                    <a:lnTo>
                      <a:pt x="57" y="1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3" name="Freeform 70"/>
              <p:cNvSpPr/>
              <p:nvPr/>
            </p:nvSpPr>
            <p:spPr bwMode="auto">
              <a:xfrm>
                <a:off x="6410" y="2123"/>
                <a:ext cx="243" cy="292"/>
              </a:xfrm>
              <a:custGeom>
                <a:avLst/>
                <a:gdLst>
                  <a:gd name="T0" fmla="*/ 240 w 254"/>
                  <a:gd name="T1" fmla="*/ 140 h 304"/>
                  <a:gd name="T2" fmla="*/ 127 w 254"/>
                  <a:gd name="T3" fmla="*/ 0 h 304"/>
                  <a:gd name="T4" fmla="*/ 14 w 254"/>
                  <a:gd name="T5" fmla="*/ 140 h 304"/>
                  <a:gd name="T6" fmla="*/ 8 w 254"/>
                  <a:gd name="T7" fmla="*/ 177 h 304"/>
                  <a:gd name="T8" fmla="*/ 26 w 254"/>
                  <a:gd name="T9" fmla="*/ 202 h 304"/>
                  <a:gd name="T10" fmla="*/ 127 w 254"/>
                  <a:gd name="T11" fmla="*/ 304 h 304"/>
                  <a:gd name="T12" fmla="*/ 228 w 254"/>
                  <a:gd name="T13" fmla="*/ 202 h 304"/>
                  <a:gd name="T14" fmla="*/ 246 w 254"/>
                  <a:gd name="T15" fmla="*/ 177 h 304"/>
                  <a:gd name="T16" fmla="*/ 240 w 254"/>
                  <a:gd name="T17" fmla="*/ 14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4" h="304">
                    <a:moveTo>
                      <a:pt x="240" y="140"/>
                    </a:moveTo>
                    <a:cubicBezTo>
                      <a:pt x="240" y="61"/>
                      <a:pt x="208" y="0"/>
                      <a:pt x="127" y="0"/>
                    </a:cubicBezTo>
                    <a:cubicBezTo>
                      <a:pt x="46" y="0"/>
                      <a:pt x="14" y="62"/>
                      <a:pt x="14" y="140"/>
                    </a:cubicBezTo>
                    <a:cubicBezTo>
                      <a:pt x="5" y="144"/>
                      <a:pt x="0" y="154"/>
                      <a:pt x="8" y="177"/>
                    </a:cubicBezTo>
                    <a:cubicBezTo>
                      <a:pt x="12" y="188"/>
                      <a:pt x="20" y="197"/>
                      <a:pt x="26" y="202"/>
                    </a:cubicBezTo>
                    <a:cubicBezTo>
                      <a:pt x="49" y="260"/>
                      <a:pt x="94" y="304"/>
                      <a:pt x="127" y="304"/>
                    </a:cubicBezTo>
                    <a:cubicBezTo>
                      <a:pt x="160" y="304"/>
                      <a:pt x="205" y="260"/>
                      <a:pt x="228" y="202"/>
                    </a:cubicBezTo>
                    <a:cubicBezTo>
                      <a:pt x="234" y="197"/>
                      <a:pt x="242" y="188"/>
                      <a:pt x="246" y="177"/>
                    </a:cubicBezTo>
                    <a:cubicBezTo>
                      <a:pt x="254" y="154"/>
                      <a:pt x="249" y="144"/>
                      <a:pt x="240" y="1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4" name="Freeform 71"/>
              <p:cNvSpPr>
                <a:spLocks noEditPoints="1"/>
              </p:cNvSpPr>
              <p:nvPr/>
            </p:nvSpPr>
            <p:spPr bwMode="auto">
              <a:xfrm>
                <a:off x="6149" y="2218"/>
                <a:ext cx="765" cy="365"/>
              </a:xfrm>
              <a:custGeom>
                <a:avLst/>
                <a:gdLst>
                  <a:gd name="T0" fmla="*/ 128 w 800"/>
                  <a:gd name="T1" fmla="*/ 380 h 380"/>
                  <a:gd name="T2" fmla="*/ 48 w 800"/>
                  <a:gd name="T3" fmla="*/ 352 h 380"/>
                  <a:gd name="T4" fmla="*/ 0 w 800"/>
                  <a:gd name="T5" fmla="*/ 336 h 380"/>
                  <a:gd name="T6" fmla="*/ 25 w 800"/>
                  <a:gd name="T7" fmla="*/ 224 h 380"/>
                  <a:gd name="T8" fmla="*/ 33 w 800"/>
                  <a:gd name="T9" fmla="*/ 211 h 380"/>
                  <a:gd name="T10" fmla="*/ 48 w 800"/>
                  <a:gd name="T11" fmla="*/ 204 h 380"/>
                  <a:gd name="T12" fmla="*/ 141 w 800"/>
                  <a:gd name="T13" fmla="*/ 183 h 380"/>
                  <a:gd name="T14" fmla="*/ 105 w 800"/>
                  <a:gd name="T15" fmla="*/ 131 h 380"/>
                  <a:gd name="T16" fmla="*/ 93 w 800"/>
                  <a:gd name="T17" fmla="*/ 114 h 380"/>
                  <a:gd name="T18" fmla="*/ 97 w 800"/>
                  <a:gd name="T19" fmla="*/ 90 h 380"/>
                  <a:gd name="T20" fmla="*/ 170 w 800"/>
                  <a:gd name="T21" fmla="*/ 0 h 380"/>
                  <a:gd name="T22" fmla="*/ 170 w 800"/>
                  <a:gd name="T23" fmla="*/ 0 h 380"/>
                  <a:gd name="T24" fmla="*/ 244 w 800"/>
                  <a:gd name="T25" fmla="*/ 90 h 380"/>
                  <a:gd name="T26" fmla="*/ 247 w 800"/>
                  <a:gd name="T27" fmla="*/ 114 h 380"/>
                  <a:gd name="T28" fmla="*/ 236 w 800"/>
                  <a:gd name="T29" fmla="*/ 131 h 380"/>
                  <a:gd name="T30" fmla="*/ 199 w 800"/>
                  <a:gd name="T31" fmla="*/ 183 h 380"/>
                  <a:gd name="T32" fmla="*/ 240 w 800"/>
                  <a:gd name="T33" fmla="*/ 192 h 380"/>
                  <a:gd name="T34" fmla="*/ 209 w 800"/>
                  <a:gd name="T35" fmla="*/ 199 h 380"/>
                  <a:gd name="T36" fmla="*/ 177 w 800"/>
                  <a:gd name="T37" fmla="*/ 213 h 380"/>
                  <a:gd name="T38" fmla="*/ 159 w 800"/>
                  <a:gd name="T39" fmla="*/ 243 h 380"/>
                  <a:gd name="T40" fmla="*/ 128 w 800"/>
                  <a:gd name="T41" fmla="*/ 380 h 380"/>
                  <a:gd name="T42" fmla="*/ 775 w 800"/>
                  <a:gd name="T43" fmla="*/ 224 h 380"/>
                  <a:gd name="T44" fmla="*/ 767 w 800"/>
                  <a:gd name="T45" fmla="*/ 211 h 380"/>
                  <a:gd name="T46" fmla="*/ 752 w 800"/>
                  <a:gd name="T47" fmla="*/ 204 h 380"/>
                  <a:gd name="T48" fmla="*/ 659 w 800"/>
                  <a:gd name="T49" fmla="*/ 183 h 380"/>
                  <a:gd name="T50" fmla="*/ 695 w 800"/>
                  <a:gd name="T51" fmla="*/ 131 h 380"/>
                  <a:gd name="T52" fmla="*/ 707 w 800"/>
                  <a:gd name="T53" fmla="*/ 114 h 380"/>
                  <a:gd name="T54" fmla="*/ 703 w 800"/>
                  <a:gd name="T55" fmla="*/ 90 h 380"/>
                  <a:gd name="T56" fmla="*/ 630 w 800"/>
                  <a:gd name="T57" fmla="*/ 0 h 380"/>
                  <a:gd name="T58" fmla="*/ 630 w 800"/>
                  <a:gd name="T59" fmla="*/ 0 h 380"/>
                  <a:gd name="T60" fmla="*/ 556 w 800"/>
                  <a:gd name="T61" fmla="*/ 90 h 380"/>
                  <a:gd name="T62" fmla="*/ 553 w 800"/>
                  <a:gd name="T63" fmla="*/ 114 h 380"/>
                  <a:gd name="T64" fmla="*/ 564 w 800"/>
                  <a:gd name="T65" fmla="*/ 131 h 380"/>
                  <a:gd name="T66" fmla="*/ 601 w 800"/>
                  <a:gd name="T67" fmla="*/ 183 h 380"/>
                  <a:gd name="T68" fmla="*/ 560 w 800"/>
                  <a:gd name="T69" fmla="*/ 192 h 380"/>
                  <a:gd name="T70" fmla="*/ 591 w 800"/>
                  <a:gd name="T71" fmla="*/ 199 h 380"/>
                  <a:gd name="T72" fmla="*/ 623 w 800"/>
                  <a:gd name="T73" fmla="*/ 213 h 380"/>
                  <a:gd name="T74" fmla="*/ 641 w 800"/>
                  <a:gd name="T75" fmla="*/ 243 h 380"/>
                  <a:gd name="T76" fmla="*/ 672 w 800"/>
                  <a:gd name="T77" fmla="*/ 380 h 380"/>
                  <a:gd name="T78" fmla="*/ 752 w 800"/>
                  <a:gd name="T79" fmla="*/ 352 h 380"/>
                  <a:gd name="T80" fmla="*/ 800 w 800"/>
                  <a:gd name="T81" fmla="*/ 336 h 380"/>
                  <a:gd name="T82" fmla="*/ 775 w 800"/>
                  <a:gd name="T83" fmla="*/ 224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0" h="380">
                    <a:moveTo>
                      <a:pt x="128" y="380"/>
                    </a:moveTo>
                    <a:cubicBezTo>
                      <a:pt x="90" y="375"/>
                      <a:pt x="60" y="365"/>
                      <a:pt x="48" y="352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25" y="224"/>
                      <a:pt x="25" y="224"/>
                      <a:pt x="25" y="224"/>
                    </a:cubicBezTo>
                    <a:cubicBezTo>
                      <a:pt x="27" y="219"/>
                      <a:pt x="29" y="215"/>
                      <a:pt x="33" y="211"/>
                    </a:cubicBezTo>
                    <a:cubicBezTo>
                      <a:pt x="38" y="207"/>
                      <a:pt x="43" y="205"/>
                      <a:pt x="48" y="204"/>
                    </a:cubicBezTo>
                    <a:cubicBezTo>
                      <a:pt x="141" y="183"/>
                      <a:pt x="141" y="183"/>
                      <a:pt x="141" y="183"/>
                    </a:cubicBezTo>
                    <a:cubicBezTo>
                      <a:pt x="127" y="171"/>
                      <a:pt x="113" y="152"/>
                      <a:pt x="105" y="131"/>
                    </a:cubicBezTo>
                    <a:cubicBezTo>
                      <a:pt x="101" y="128"/>
                      <a:pt x="96" y="122"/>
                      <a:pt x="93" y="114"/>
                    </a:cubicBezTo>
                    <a:cubicBezTo>
                      <a:pt x="88" y="100"/>
                      <a:pt x="91" y="93"/>
                      <a:pt x="97" y="90"/>
                    </a:cubicBezTo>
                    <a:cubicBezTo>
                      <a:pt x="97" y="40"/>
                      <a:pt x="118" y="0"/>
                      <a:pt x="170" y="0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223" y="0"/>
                      <a:pt x="244" y="40"/>
                      <a:pt x="244" y="90"/>
                    </a:cubicBezTo>
                    <a:cubicBezTo>
                      <a:pt x="249" y="93"/>
                      <a:pt x="253" y="100"/>
                      <a:pt x="247" y="114"/>
                    </a:cubicBezTo>
                    <a:cubicBezTo>
                      <a:pt x="245" y="122"/>
                      <a:pt x="240" y="128"/>
                      <a:pt x="236" y="131"/>
                    </a:cubicBezTo>
                    <a:cubicBezTo>
                      <a:pt x="227" y="152"/>
                      <a:pt x="213" y="171"/>
                      <a:pt x="199" y="183"/>
                    </a:cubicBezTo>
                    <a:cubicBezTo>
                      <a:pt x="240" y="192"/>
                      <a:pt x="240" y="192"/>
                      <a:pt x="240" y="192"/>
                    </a:cubicBezTo>
                    <a:cubicBezTo>
                      <a:pt x="209" y="199"/>
                      <a:pt x="209" y="199"/>
                      <a:pt x="209" y="199"/>
                    </a:cubicBezTo>
                    <a:cubicBezTo>
                      <a:pt x="197" y="200"/>
                      <a:pt x="186" y="205"/>
                      <a:pt x="177" y="213"/>
                    </a:cubicBezTo>
                    <a:cubicBezTo>
                      <a:pt x="168" y="221"/>
                      <a:pt x="162" y="231"/>
                      <a:pt x="159" y="243"/>
                    </a:cubicBezTo>
                    <a:lnTo>
                      <a:pt x="128" y="380"/>
                    </a:lnTo>
                    <a:close/>
                    <a:moveTo>
                      <a:pt x="775" y="224"/>
                    </a:moveTo>
                    <a:cubicBezTo>
                      <a:pt x="773" y="219"/>
                      <a:pt x="771" y="215"/>
                      <a:pt x="767" y="211"/>
                    </a:cubicBezTo>
                    <a:cubicBezTo>
                      <a:pt x="762" y="207"/>
                      <a:pt x="757" y="205"/>
                      <a:pt x="752" y="204"/>
                    </a:cubicBezTo>
                    <a:cubicBezTo>
                      <a:pt x="659" y="183"/>
                      <a:pt x="659" y="183"/>
                      <a:pt x="659" y="183"/>
                    </a:cubicBezTo>
                    <a:cubicBezTo>
                      <a:pt x="673" y="171"/>
                      <a:pt x="687" y="152"/>
                      <a:pt x="695" y="131"/>
                    </a:cubicBezTo>
                    <a:cubicBezTo>
                      <a:pt x="699" y="128"/>
                      <a:pt x="704" y="121"/>
                      <a:pt x="707" y="114"/>
                    </a:cubicBezTo>
                    <a:cubicBezTo>
                      <a:pt x="712" y="100"/>
                      <a:pt x="709" y="93"/>
                      <a:pt x="703" y="90"/>
                    </a:cubicBezTo>
                    <a:cubicBezTo>
                      <a:pt x="703" y="40"/>
                      <a:pt x="682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ubicBezTo>
                      <a:pt x="577" y="0"/>
                      <a:pt x="556" y="40"/>
                      <a:pt x="556" y="90"/>
                    </a:cubicBezTo>
                    <a:cubicBezTo>
                      <a:pt x="551" y="93"/>
                      <a:pt x="547" y="100"/>
                      <a:pt x="553" y="114"/>
                    </a:cubicBezTo>
                    <a:cubicBezTo>
                      <a:pt x="555" y="121"/>
                      <a:pt x="560" y="128"/>
                      <a:pt x="564" y="131"/>
                    </a:cubicBezTo>
                    <a:cubicBezTo>
                      <a:pt x="573" y="152"/>
                      <a:pt x="587" y="171"/>
                      <a:pt x="601" y="183"/>
                    </a:cubicBezTo>
                    <a:cubicBezTo>
                      <a:pt x="560" y="192"/>
                      <a:pt x="560" y="192"/>
                      <a:pt x="560" y="192"/>
                    </a:cubicBezTo>
                    <a:cubicBezTo>
                      <a:pt x="591" y="199"/>
                      <a:pt x="591" y="199"/>
                      <a:pt x="591" y="199"/>
                    </a:cubicBezTo>
                    <a:cubicBezTo>
                      <a:pt x="603" y="200"/>
                      <a:pt x="614" y="205"/>
                      <a:pt x="623" y="213"/>
                    </a:cubicBezTo>
                    <a:cubicBezTo>
                      <a:pt x="632" y="221"/>
                      <a:pt x="638" y="231"/>
                      <a:pt x="641" y="243"/>
                    </a:cubicBezTo>
                    <a:cubicBezTo>
                      <a:pt x="672" y="380"/>
                      <a:pt x="672" y="380"/>
                      <a:pt x="672" y="380"/>
                    </a:cubicBezTo>
                    <a:cubicBezTo>
                      <a:pt x="710" y="375"/>
                      <a:pt x="740" y="365"/>
                      <a:pt x="752" y="352"/>
                    </a:cubicBezTo>
                    <a:cubicBezTo>
                      <a:pt x="800" y="336"/>
                      <a:pt x="800" y="336"/>
                      <a:pt x="800" y="336"/>
                    </a:cubicBezTo>
                    <a:lnTo>
                      <a:pt x="775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E189C8A7-C958-7043-5737-27BB3A836A41}"/>
              </a:ext>
            </a:extLst>
          </p:cNvPr>
          <p:cNvSpPr txBox="1"/>
          <p:nvPr/>
        </p:nvSpPr>
        <p:spPr>
          <a:xfrm>
            <a:off x="1912513" y="1419331"/>
            <a:ext cx="54938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让你们做这个确实有点难为人</a:t>
            </a:r>
            <a:endParaRPr lang="en-US" altLang="zh-CN" dirty="0"/>
          </a:p>
          <a:p>
            <a:r>
              <a:rPr lang="zh-CN" altLang="en-US" dirty="0"/>
              <a:t>没有一定的计算机知识基础很难理解具体的技术方案</a:t>
            </a:r>
            <a:endParaRPr lang="en-US" altLang="zh-CN" dirty="0"/>
          </a:p>
          <a:p>
            <a:r>
              <a:rPr lang="zh-CN" altLang="en-US" dirty="0"/>
              <a:t>但我看了一下居然没什么错误</a:t>
            </a:r>
            <a:endParaRPr lang="en-US" altLang="zh-CN" dirty="0"/>
          </a:p>
          <a:p>
            <a:r>
              <a:rPr lang="zh-CN" altLang="en-US" dirty="0"/>
              <a:t>你俩可以考虑一下</a:t>
            </a:r>
            <a:r>
              <a:rPr lang="en-US" altLang="zh-CN" dirty="0"/>
              <a:t>cs</a:t>
            </a:r>
            <a:endParaRPr lang="zh-CN" altLang="en-US" dirty="0"/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71418" y="184665"/>
            <a:ext cx="3098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endParaRPr lang="zh-CN" altLang="en-US" sz="24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3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95450" y="4160996"/>
            <a:ext cx="2170748" cy="47291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609600"/>
            <a:r>
              <a:rPr lang="zh-CN" altLang="en-US" sz="2400" b="1" dirty="0">
                <a:solidFill>
                  <a:srgbClr val="676661"/>
                </a:solidFill>
                <a:ea typeface="微软雅黑" charset="0"/>
              </a:rPr>
              <a:t>▷主要优势</a:t>
            </a:r>
          </a:p>
        </p:txBody>
      </p:sp>
      <p:sp>
        <p:nvSpPr>
          <p:cNvPr id="3" name="文本框 2"/>
          <p:cNvSpPr txBox="1"/>
          <p:nvPr userDrawn="1"/>
        </p:nvSpPr>
        <p:spPr>
          <a:xfrm>
            <a:off x="1171469" y="184726"/>
            <a:ext cx="1404620" cy="46037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</a:t>
            </a:r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方案</a:t>
            </a:r>
            <a:endParaRPr lang="zh-CN" altLang="en-US" sz="24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8" name="E657119C-6982-421D-8BA7-E74DEB70A7D9-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695450" y="645033"/>
            <a:ext cx="8534400" cy="3105150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1695450" y="4633913"/>
            <a:ext cx="4488180" cy="175323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charset="0"/>
                <a:ea typeface="微软雅黑" charset="0"/>
                <a:cs typeface="微软雅黑" charset="0"/>
              </a:rPr>
              <a:t>前端：追求良好的交互体验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charset="0"/>
                <a:ea typeface="微软雅黑" charset="0"/>
                <a:cs typeface="微软雅黑" charset="0"/>
              </a:rPr>
              <a:t>后端：快速构建</a:t>
            </a:r>
            <a:r>
              <a:rPr lang="en-US" altLang="zh-CN" sz="2400">
                <a:latin typeface="微软雅黑" charset="0"/>
                <a:ea typeface="微软雅黑" charset="0"/>
                <a:cs typeface="微软雅黑" charset="0"/>
              </a:rPr>
              <a:t>API</a:t>
            </a:r>
            <a:endParaRPr lang="zh-CN" altLang="en-US" sz="2400">
              <a:latin typeface="微软雅黑" charset="0"/>
              <a:ea typeface="微软雅黑" charset="0"/>
              <a:cs typeface="微软雅黑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charset="0"/>
                <a:ea typeface="微软雅黑" charset="0"/>
                <a:cs typeface="微软雅黑" charset="0"/>
              </a:rPr>
              <a:t>数据层：轻量级，零运维成本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DF7B4E2-75E2-7FF3-303A-ED081F78CD75}"/>
              </a:ext>
            </a:extLst>
          </p:cNvPr>
          <p:cNvSpPr txBox="1"/>
          <p:nvPr/>
        </p:nvSpPr>
        <p:spPr>
          <a:xfrm>
            <a:off x="6342845" y="421139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这里我要再思考一下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71418" y="184665"/>
            <a:ext cx="140462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方案</a:t>
            </a:r>
            <a:endParaRPr lang="zh-CN" altLang="en-US" sz="24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3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496145" y="1078429"/>
            <a:ext cx="6589328" cy="4217709"/>
            <a:chOff x="2032000" y="827706"/>
            <a:chExt cx="8128000" cy="5202585"/>
          </a:xfrm>
        </p:grpSpPr>
        <p:sp>
          <p:nvSpPr>
            <p:cNvPr id="7" name="任意多边形 6"/>
            <p:cNvSpPr/>
            <p:nvPr/>
          </p:nvSpPr>
          <p:spPr>
            <a:xfrm>
              <a:off x="3984345" y="4061113"/>
              <a:ext cx="2283968" cy="1969178"/>
            </a:xfrm>
            <a:custGeom>
              <a:avLst/>
              <a:gdLst>
                <a:gd name="connsiteX0" fmla="*/ 0 w 2283968"/>
                <a:gd name="connsiteY0" fmla="*/ 984589 h 1969178"/>
                <a:gd name="connsiteX1" fmla="*/ 492295 w 2283968"/>
                <a:gd name="connsiteY1" fmla="*/ 0 h 1969178"/>
                <a:gd name="connsiteX2" fmla="*/ 1791674 w 2283968"/>
                <a:gd name="connsiteY2" fmla="*/ 0 h 1969178"/>
                <a:gd name="connsiteX3" fmla="*/ 2283968 w 2283968"/>
                <a:gd name="connsiteY3" fmla="*/ 984589 h 1969178"/>
                <a:gd name="connsiteX4" fmla="*/ 1791674 w 2283968"/>
                <a:gd name="connsiteY4" fmla="*/ 1969178 h 1969178"/>
                <a:gd name="connsiteX5" fmla="*/ 492295 w 2283968"/>
                <a:gd name="connsiteY5" fmla="*/ 1969178 h 1969178"/>
                <a:gd name="connsiteX6" fmla="*/ 0 w 2283968"/>
                <a:gd name="connsiteY6" fmla="*/ 984589 h 1969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83968" h="1969178">
                  <a:moveTo>
                    <a:pt x="0" y="984589"/>
                  </a:moveTo>
                  <a:lnTo>
                    <a:pt x="492295" y="0"/>
                  </a:lnTo>
                  <a:lnTo>
                    <a:pt x="1791674" y="0"/>
                  </a:lnTo>
                  <a:lnTo>
                    <a:pt x="2283968" y="984589"/>
                  </a:lnTo>
                  <a:lnTo>
                    <a:pt x="1791674" y="1969178"/>
                  </a:lnTo>
                  <a:lnTo>
                    <a:pt x="492295" y="1969178"/>
                  </a:lnTo>
                  <a:lnTo>
                    <a:pt x="0" y="984589"/>
                  </a:lnTo>
                  <a:close/>
                </a:path>
              </a:pathLst>
            </a:custGeom>
            <a:solidFill>
              <a:srgbClr val="79A5B2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4429" tIns="365269" rIns="354429" bIns="365269" numCol="1" spcCol="1270" anchor="ctr" anchorCtr="0">
              <a:noAutofit/>
            </a:bodyPr>
            <a:lstStyle/>
            <a:p>
              <a:pPr lvl="0" algn="ctr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700" kern="1200" dirty="0"/>
            </a:p>
          </p:txBody>
        </p:sp>
        <p:sp>
          <p:nvSpPr>
            <p:cNvPr id="10" name="六边形 9"/>
            <p:cNvSpPr/>
            <p:nvPr/>
          </p:nvSpPr>
          <p:spPr>
            <a:xfrm>
              <a:off x="2032000" y="3003427"/>
              <a:ext cx="2283968" cy="1969178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CDCAC3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任意多边形 11"/>
            <p:cNvSpPr/>
            <p:nvPr/>
          </p:nvSpPr>
          <p:spPr>
            <a:xfrm>
              <a:off x="5930188" y="2980016"/>
              <a:ext cx="2283968" cy="1969178"/>
            </a:xfrm>
            <a:custGeom>
              <a:avLst/>
              <a:gdLst>
                <a:gd name="connsiteX0" fmla="*/ 0 w 2283968"/>
                <a:gd name="connsiteY0" fmla="*/ 984589 h 1969178"/>
                <a:gd name="connsiteX1" fmla="*/ 492295 w 2283968"/>
                <a:gd name="connsiteY1" fmla="*/ 0 h 1969178"/>
                <a:gd name="connsiteX2" fmla="*/ 1791674 w 2283968"/>
                <a:gd name="connsiteY2" fmla="*/ 0 h 1969178"/>
                <a:gd name="connsiteX3" fmla="*/ 2283968 w 2283968"/>
                <a:gd name="connsiteY3" fmla="*/ 984589 h 1969178"/>
                <a:gd name="connsiteX4" fmla="*/ 1791674 w 2283968"/>
                <a:gd name="connsiteY4" fmla="*/ 1969178 h 1969178"/>
                <a:gd name="connsiteX5" fmla="*/ 492295 w 2283968"/>
                <a:gd name="connsiteY5" fmla="*/ 1969178 h 1969178"/>
                <a:gd name="connsiteX6" fmla="*/ 0 w 2283968"/>
                <a:gd name="connsiteY6" fmla="*/ 984589 h 1969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83968" h="1969178">
                  <a:moveTo>
                    <a:pt x="0" y="984589"/>
                  </a:moveTo>
                  <a:lnTo>
                    <a:pt x="492295" y="0"/>
                  </a:lnTo>
                  <a:lnTo>
                    <a:pt x="1791674" y="0"/>
                  </a:lnTo>
                  <a:lnTo>
                    <a:pt x="2283968" y="984589"/>
                  </a:lnTo>
                  <a:lnTo>
                    <a:pt x="1791674" y="1969178"/>
                  </a:lnTo>
                  <a:lnTo>
                    <a:pt x="492295" y="1969178"/>
                  </a:lnTo>
                  <a:lnTo>
                    <a:pt x="0" y="984589"/>
                  </a:lnTo>
                  <a:close/>
                </a:path>
              </a:pathLst>
            </a:custGeom>
            <a:solidFill>
              <a:srgbClr val="79A5B2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4429" tIns="365269" rIns="354429" bIns="365269" numCol="1" spcCol="1270" anchor="ctr" anchorCtr="0">
              <a:noAutofit/>
            </a:bodyPr>
            <a:lstStyle/>
            <a:p>
              <a:pPr lvl="0" algn="ctr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700" kern="1200"/>
            </a:p>
          </p:txBody>
        </p:sp>
        <p:sp>
          <p:nvSpPr>
            <p:cNvPr id="14" name="六边形 13"/>
            <p:cNvSpPr/>
            <p:nvPr/>
          </p:nvSpPr>
          <p:spPr>
            <a:xfrm>
              <a:off x="7876032" y="4061113"/>
              <a:ext cx="2283968" cy="1969178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CDCAC3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任意多边形 15"/>
            <p:cNvSpPr/>
            <p:nvPr/>
          </p:nvSpPr>
          <p:spPr>
            <a:xfrm>
              <a:off x="3984345" y="1903601"/>
              <a:ext cx="2283968" cy="1969178"/>
            </a:xfrm>
            <a:custGeom>
              <a:avLst/>
              <a:gdLst>
                <a:gd name="connsiteX0" fmla="*/ 0 w 2283968"/>
                <a:gd name="connsiteY0" fmla="*/ 984589 h 1969178"/>
                <a:gd name="connsiteX1" fmla="*/ 492295 w 2283968"/>
                <a:gd name="connsiteY1" fmla="*/ 0 h 1969178"/>
                <a:gd name="connsiteX2" fmla="*/ 1791674 w 2283968"/>
                <a:gd name="connsiteY2" fmla="*/ 0 h 1969178"/>
                <a:gd name="connsiteX3" fmla="*/ 2283968 w 2283968"/>
                <a:gd name="connsiteY3" fmla="*/ 984589 h 1969178"/>
                <a:gd name="connsiteX4" fmla="*/ 1791674 w 2283968"/>
                <a:gd name="connsiteY4" fmla="*/ 1969178 h 1969178"/>
                <a:gd name="connsiteX5" fmla="*/ 492295 w 2283968"/>
                <a:gd name="connsiteY5" fmla="*/ 1969178 h 1969178"/>
                <a:gd name="connsiteX6" fmla="*/ 0 w 2283968"/>
                <a:gd name="connsiteY6" fmla="*/ 984589 h 1969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83968" h="1969178">
                  <a:moveTo>
                    <a:pt x="0" y="984589"/>
                  </a:moveTo>
                  <a:lnTo>
                    <a:pt x="492295" y="0"/>
                  </a:lnTo>
                  <a:lnTo>
                    <a:pt x="1791674" y="0"/>
                  </a:lnTo>
                  <a:lnTo>
                    <a:pt x="2283968" y="984589"/>
                  </a:lnTo>
                  <a:lnTo>
                    <a:pt x="1791674" y="1969178"/>
                  </a:lnTo>
                  <a:lnTo>
                    <a:pt x="492295" y="1969178"/>
                  </a:lnTo>
                  <a:lnTo>
                    <a:pt x="0" y="984589"/>
                  </a:lnTo>
                  <a:close/>
                </a:path>
              </a:pathLst>
            </a:custGeom>
            <a:solidFill>
              <a:srgbClr val="79A5B2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4429" tIns="365269" rIns="354429" bIns="365269" numCol="1" spcCol="1270" anchor="ctr" anchorCtr="0">
              <a:noAutofit/>
            </a:bodyPr>
            <a:lstStyle/>
            <a:p>
              <a:pPr lvl="0" algn="ctr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700" kern="1200" dirty="0"/>
            </a:p>
          </p:txBody>
        </p:sp>
        <p:sp>
          <p:nvSpPr>
            <p:cNvPr id="18" name="六边形 17"/>
            <p:cNvSpPr/>
            <p:nvPr/>
          </p:nvSpPr>
          <p:spPr>
            <a:xfrm>
              <a:off x="5930188" y="827706"/>
              <a:ext cx="2283968" cy="1969178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CDCAC3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 dirty="0"/>
            </a:p>
          </p:txBody>
        </p:sp>
      </p:grpSp>
      <p:grpSp>
        <p:nvGrpSpPr>
          <p:cNvPr id="20" name="Group 11"/>
          <p:cNvGrpSpPr>
            <a:grpSpLocks noChangeAspect="1"/>
          </p:cNvGrpSpPr>
          <p:nvPr/>
        </p:nvGrpSpPr>
        <p:grpSpPr bwMode="auto">
          <a:xfrm>
            <a:off x="4412099" y="2348865"/>
            <a:ext cx="1199546" cy="851678"/>
            <a:chOff x="1407" y="1098"/>
            <a:chExt cx="800" cy="568"/>
          </a:xfrm>
          <a:solidFill>
            <a:srgbClr val="F5F0EA"/>
          </a:solidFill>
        </p:grpSpPr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1494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3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3"/>
            <p:cNvSpPr>
              <a:spLocks noEditPoints="1"/>
            </p:cNvSpPr>
            <p:nvPr/>
          </p:nvSpPr>
          <p:spPr bwMode="auto">
            <a:xfrm>
              <a:off x="1407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1408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5"/>
            <p:cNvSpPr/>
            <p:nvPr/>
          </p:nvSpPr>
          <p:spPr bwMode="auto">
            <a:xfrm>
              <a:off x="1624" y="1386"/>
              <a:ext cx="48" cy="56"/>
            </a:xfrm>
            <a:custGeom>
              <a:avLst/>
              <a:gdLst>
                <a:gd name="T0" fmla="*/ 48 w 48"/>
                <a:gd name="T1" fmla="*/ 56 h 56"/>
                <a:gd name="T2" fmla="*/ 0 w 48"/>
                <a:gd name="T3" fmla="*/ 56 h 56"/>
                <a:gd name="T4" fmla="*/ 0 w 48"/>
                <a:gd name="T5" fmla="*/ 5 h 56"/>
                <a:gd name="T6" fmla="*/ 2 w 48"/>
                <a:gd name="T7" fmla="*/ 2 h 56"/>
                <a:gd name="T8" fmla="*/ 5 w 48"/>
                <a:gd name="T9" fmla="*/ 0 h 56"/>
                <a:gd name="T10" fmla="*/ 43 w 48"/>
                <a:gd name="T11" fmla="*/ 0 h 56"/>
                <a:gd name="T12" fmla="*/ 47 w 48"/>
                <a:gd name="T13" fmla="*/ 2 h 56"/>
                <a:gd name="T14" fmla="*/ 48 w 48"/>
                <a:gd name="T15" fmla="*/ 5 h 56"/>
                <a:gd name="T16" fmla="*/ 48 w 48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56">
                  <a:moveTo>
                    <a:pt x="48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3"/>
                    <a:pt x="2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6" y="1"/>
                    <a:pt x="47" y="2"/>
                  </a:cubicBezTo>
                  <a:cubicBezTo>
                    <a:pt x="48" y="3"/>
                    <a:pt x="48" y="4"/>
                    <a:pt x="48" y="5"/>
                  </a:cubicBezTo>
                  <a:cubicBezTo>
                    <a:pt x="48" y="56"/>
                    <a:pt x="48" y="56"/>
                    <a:pt x="48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16"/>
            <p:cNvSpPr/>
            <p:nvPr/>
          </p:nvSpPr>
          <p:spPr bwMode="auto">
            <a:xfrm>
              <a:off x="1723" y="1314"/>
              <a:ext cx="47" cy="128"/>
            </a:xfrm>
            <a:custGeom>
              <a:avLst/>
              <a:gdLst>
                <a:gd name="T0" fmla="*/ 47 w 47"/>
                <a:gd name="T1" fmla="*/ 128 h 128"/>
                <a:gd name="T2" fmla="*/ 0 w 47"/>
                <a:gd name="T3" fmla="*/ 128 h 128"/>
                <a:gd name="T4" fmla="*/ 0 w 47"/>
                <a:gd name="T5" fmla="*/ 5 h 128"/>
                <a:gd name="T6" fmla="*/ 1 w 47"/>
                <a:gd name="T7" fmla="*/ 2 h 128"/>
                <a:gd name="T8" fmla="*/ 5 w 47"/>
                <a:gd name="T9" fmla="*/ 0 h 128"/>
                <a:gd name="T10" fmla="*/ 42 w 47"/>
                <a:gd name="T11" fmla="*/ 0 h 128"/>
                <a:gd name="T12" fmla="*/ 46 w 47"/>
                <a:gd name="T13" fmla="*/ 2 h 128"/>
                <a:gd name="T14" fmla="*/ 47 w 47"/>
                <a:gd name="T15" fmla="*/ 5 h 128"/>
                <a:gd name="T16" fmla="*/ 47 w 47"/>
                <a:gd name="T1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28">
                  <a:moveTo>
                    <a:pt x="47" y="128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7" y="4"/>
                    <a:pt x="47" y="5"/>
                  </a:cubicBezTo>
                  <a:lnTo>
                    <a:pt x="47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26" name="Freeform 17"/>
            <p:cNvSpPr/>
            <p:nvPr/>
          </p:nvSpPr>
          <p:spPr bwMode="auto">
            <a:xfrm>
              <a:off x="1821" y="1353"/>
              <a:ext cx="48" cy="89"/>
            </a:xfrm>
            <a:custGeom>
              <a:avLst/>
              <a:gdLst>
                <a:gd name="T0" fmla="*/ 48 w 48"/>
                <a:gd name="T1" fmla="*/ 89 h 89"/>
                <a:gd name="T2" fmla="*/ 0 w 48"/>
                <a:gd name="T3" fmla="*/ 89 h 89"/>
                <a:gd name="T4" fmla="*/ 0 w 48"/>
                <a:gd name="T5" fmla="*/ 6 h 89"/>
                <a:gd name="T6" fmla="*/ 1 w 48"/>
                <a:gd name="T7" fmla="*/ 2 h 89"/>
                <a:gd name="T8" fmla="*/ 5 w 48"/>
                <a:gd name="T9" fmla="*/ 0 h 89"/>
                <a:gd name="T10" fmla="*/ 43 w 48"/>
                <a:gd name="T11" fmla="*/ 0 h 89"/>
                <a:gd name="T12" fmla="*/ 46 w 48"/>
                <a:gd name="T13" fmla="*/ 2 h 89"/>
                <a:gd name="T14" fmla="*/ 48 w 48"/>
                <a:gd name="T15" fmla="*/ 6 h 89"/>
                <a:gd name="T16" fmla="*/ 48 w 48"/>
                <a:gd name="T1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89">
                  <a:moveTo>
                    <a:pt x="48" y="89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8" y="4"/>
                    <a:pt x="48" y="6"/>
                  </a:cubicBezTo>
                  <a:cubicBezTo>
                    <a:pt x="48" y="89"/>
                    <a:pt x="48" y="89"/>
                    <a:pt x="48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18"/>
            <p:cNvSpPr/>
            <p:nvPr/>
          </p:nvSpPr>
          <p:spPr bwMode="auto">
            <a:xfrm>
              <a:off x="1901" y="1205"/>
              <a:ext cx="84" cy="237"/>
            </a:xfrm>
            <a:custGeom>
              <a:avLst/>
              <a:gdLst>
                <a:gd name="T0" fmla="*/ 79 w 84"/>
                <a:gd name="T1" fmla="*/ 64 h 237"/>
                <a:gd name="T2" fmla="*/ 84 w 84"/>
                <a:gd name="T3" fmla="*/ 62 h 237"/>
                <a:gd name="T4" fmla="*/ 83 w 84"/>
                <a:gd name="T5" fmla="*/ 56 h 237"/>
                <a:gd name="T6" fmla="*/ 46 w 84"/>
                <a:gd name="T7" fmla="*/ 2 h 237"/>
                <a:gd name="T8" fmla="*/ 42 w 84"/>
                <a:gd name="T9" fmla="*/ 0 h 237"/>
                <a:gd name="T10" fmla="*/ 38 w 84"/>
                <a:gd name="T11" fmla="*/ 2 h 237"/>
                <a:gd name="T12" fmla="*/ 1 w 84"/>
                <a:gd name="T13" fmla="*/ 56 h 237"/>
                <a:gd name="T14" fmla="*/ 1 w 84"/>
                <a:gd name="T15" fmla="*/ 62 h 237"/>
                <a:gd name="T16" fmla="*/ 5 w 84"/>
                <a:gd name="T17" fmla="*/ 64 h 237"/>
                <a:gd name="T18" fmla="*/ 18 w 84"/>
                <a:gd name="T19" fmla="*/ 64 h 237"/>
                <a:gd name="T20" fmla="*/ 18 w 84"/>
                <a:gd name="T21" fmla="*/ 237 h 237"/>
                <a:gd name="T22" fmla="*/ 66 w 84"/>
                <a:gd name="T23" fmla="*/ 237 h 237"/>
                <a:gd name="T24" fmla="*/ 66 w 84"/>
                <a:gd name="T25" fmla="*/ 64 h 237"/>
                <a:gd name="T26" fmla="*/ 79 w 84"/>
                <a:gd name="T27" fmla="*/ 6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237">
                  <a:moveTo>
                    <a:pt x="79" y="64"/>
                  </a:moveTo>
                  <a:cubicBezTo>
                    <a:pt x="81" y="64"/>
                    <a:pt x="83" y="63"/>
                    <a:pt x="84" y="62"/>
                  </a:cubicBezTo>
                  <a:cubicBezTo>
                    <a:pt x="84" y="60"/>
                    <a:pt x="84" y="58"/>
                    <a:pt x="83" y="56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5" y="1"/>
                    <a:pt x="44" y="0"/>
                    <a:pt x="42" y="0"/>
                  </a:cubicBezTo>
                  <a:cubicBezTo>
                    <a:pt x="40" y="0"/>
                    <a:pt x="39" y="1"/>
                    <a:pt x="38" y="2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58"/>
                    <a:pt x="0" y="60"/>
                    <a:pt x="1" y="62"/>
                  </a:cubicBezTo>
                  <a:cubicBezTo>
                    <a:pt x="1" y="63"/>
                    <a:pt x="3" y="64"/>
                    <a:pt x="5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237"/>
                    <a:pt x="18" y="237"/>
                    <a:pt x="18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64"/>
                    <a:pt x="66" y="64"/>
                    <a:pt x="66" y="64"/>
                  </a:cubicBezTo>
                  <a:lnTo>
                    <a:pt x="79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19"/>
            <p:cNvSpPr/>
            <p:nvPr/>
          </p:nvSpPr>
          <p:spPr bwMode="auto">
            <a:xfrm>
              <a:off x="1552" y="1187"/>
              <a:ext cx="510" cy="276"/>
            </a:xfrm>
            <a:custGeom>
              <a:avLst/>
              <a:gdLst>
                <a:gd name="T0" fmla="*/ 8 w 512"/>
                <a:gd name="T1" fmla="*/ 268 h 276"/>
                <a:gd name="T2" fmla="*/ 8 w 512"/>
                <a:gd name="T3" fmla="*/ 4 h 276"/>
                <a:gd name="T4" fmla="*/ 7 w 512"/>
                <a:gd name="T5" fmla="*/ 1 h 276"/>
                <a:gd name="T6" fmla="*/ 4 w 512"/>
                <a:gd name="T7" fmla="*/ 0 h 276"/>
                <a:gd name="T8" fmla="*/ 4 w 512"/>
                <a:gd name="T9" fmla="*/ 0 h 276"/>
                <a:gd name="T10" fmla="*/ 1 w 512"/>
                <a:gd name="T11" fmla="*/ 1 h 276"/>
                <a:gd name="T12" fmla="*/ 0 w 512"/>
                <a:gd name="T13" fmla="*/ 4 h 276"/>
                <a:gd name="T14" fmla="*/ 0 w 512"/>
                <a:gd name="T15" fmla="*/ 276 h 276"/>
                <a:gd name="T16" fmla="*/ 508 w 512"/>
                <a:gd name="T17" fmla="*/ 276 h 276"/>
                <a:gd name="T18" fmla="*/ 511 w 512"/>
                <a:gd name="T19" fmla="*/ 275 h 276"/>
                <a:gd name="T20" fmla="*/ 512 w 512"/>
                <a:gd name="T21" fmla="*/ 272 h 276"/>
                <a:gd name="T22" fmla="*/ 512 w 512"/>
                <a:gd name="T23" fmla="*/ 272 h 276"/>
                <a:gd name="T24" fmla="*/ 511 w 512"/>
                <a:gd name="T25" fmla="*/ 269 h 276"/>
                <a:gd name="T26" fmla="*/ 508 w 512"/>
                <a:gd name="T27" fmla="*/ 268 h 276"/>
                <a:gd name="T28" fmla="*/ 8 w 512"/>
                <a:gd name="T29" fmla="*/ 26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2" h="276">
                  <a:moveTo>
                    <a:pt x="8" y="268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508" y="276"/>
                    <a:pt x="508" y="276"/>
                    <a:pt x="508" y="276"/>
                  </a:cubicBezTo>
                  <a:cubicBezTo>
                    <a:pt x="509" y="276"/>
                    <a:pt x="510" y="276"/>
                    <a:pt x="511" y="275"/>
                  </a:cubicBezTo>
                  <a:cubicBezTo>
                    <a:pt x="512" y="274"/>
                    <a:pt x="512" y="273"/>
                    <a:pt x="512" y="272"/>
                  </a:cubicBezTo>
                  <a:cubicBezTo>
                    <a:pt x="512" y="272"/>
                    <a:pt x="512" y="272"/>
                    <a:pt x="512" y="272"/>
                  </a:cubicBezTo>
                  <a:cubicBezTo>
                    <a:pt x="512" y="271"/>
                    <a:pt x="512" y="270"/>
                    <a:pt x="511" y="269"/>
                  </a:cubicBezTo>
                  <a:cubicBezTo>
                    <a:pt x="510" y="268"/>
                    <a:pt x="509" y="268"/>
                    <a:pt x="508" y="268"/>
                  </a:cubicBezTo>
                  <a:cubicBezTo>
                    <a:pt x="8" y="268"/>
                    <a:pt x="8" y="268"/>
                    <a:pt x="8" y="2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9" name="Group 32"/>
          <p:cNvGrpSpPr>
            <a:grpSpLocks noChangeAspect="1"/>
          </p:cNvGrpSpPr>
          <p:nvPr/>
        </p:nvGrpSpPr>
        <p:grpSpPr bwMode="auto">
          <a:xfrm>
            <a:off x="4412049" y="4125831"/>
            <a:ext cx="1199543" cy="851677"/>
            <a:chOff x="4354" y="1098"/>
            <a:chExt cx="800" cy="568"/>
          </a:xfrm>
          <a:solidFill>
            <a:srgbClr val="F5F0EA"/>
          </a:solidFill>
        </p:grpSpPr>
        <p:sp>
          <p:nvSpPr>
            <p:cNvPr id="30" name="Freeform 33"/>
            <p:cNvSpPr>
              <a:spLocks noEditPoints="1"/>
            </p:cNvSpPr>
            <p:nvPr/>
          </p:nvSpPr>
          <p:spPr bwMode="auto">
            <a:xfrm>
              <a:off x="4441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4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34"/>
            <p:cNvSpPr>
              <a:spLocks noEditPoints="1"/>
            </p:cNvSpPr>
            <p:nvPr/>
          </p:nvSpPr>
          <p:spPr bwMode="auto">
            <a:xfrm>
              <a:off x="4354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35"/>
            <p:cNvSpPr>
              <a:spLocks noEditPoints="1"/>
            </p:cNvSpPr>
            <p:nvPr/>
          </p:nvSpPr>
          <p:spPr bwMode="auto">
            <a:xfrm>
              <a:off x="4355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36"/>
            <p:cNvSpPr/>
            <p:nvPr/>
          </p:nvSpPr>
          <p:spPr bwMode="auto">
            <a:xfrm>
              <a:off x="4702" y="1225"/>
              <a:ext cx="50" cy="48"/>
            </a:xfrm>
            <a:custGeom>
              <a:avLst/>
              <a:gdLst>
                <a:gd name="T0" fmla="*/ 50 w 50"/>
                <a:gd name="T1" fmla="*/ 24 h 48"/>
                <a:gd name="T2" fmla="*/ 47 w 50"/>
                <a:gd name="T3" fmla="*/ 36 h 48"/>
                <a:gd name="T4" fmla="*/ 40 w 50"/>
                <a:gd name="T5" fmla="*/ 30 h 48"/>
                <a:gd name="T6" fmla="*/ 41 w 50"/>
                <a:gd name="T7" fmla="*/ 24 h 48"/>
                <a:gd name="T8" fmla="*/ 25 w 50"/>
                <a:gd name="T9" fmla="*/ 8 h 48"/>
                <a:gd name="T10" fmla="*/ 9 w 50"/>
                <a:gd name="T11" fmla="*/ 24 h 48"/>
                <a:gd name="T12" fmla="*/ 19 w 50"/>
                <a:gd name="T13" fmla="*/ 40 h 48"/>
                <a:gd name="T14" fmla="*/ 19 w 50"/>
                <a:gd name="T15" fmla="*/ 48 h 48"/>
                <a:gd name="T16" fmla="*/ 0 w 50"/>
                <a:gd name="T17" fmla="*/ 24 h 48"/>
                <a:gd name="T18" fmla="*/ 25 w 50"/>
                <a:gd name="T19" fmla="*/ 0 h 48"/>
                <a:gd name="T20" fmla="*/ 50 w 50"/>
                <a:gd name="T21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50" y="24"/>
                  </a:moveTo>
                  <a:cubicBezTo>
                    <a:pt x="50" y="29"/>
                    <a:pt x="48" y="33"/>
                    <a:pt x="47" y="36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8"/>
                    <a:pt x="41" y="26"/>
                    <a:pt x="41" y="24"/>
                  </a:cubicBezTo>
                  <a:cubicBezTo>
                    <a:pt x="41" y="15"/>
                    <a:pt x="34" y="8"/>
                    <a:pt x="25" y="8"/>
                  </a:cubicBezTo>
                  <a:cubicBezTo>
                    <a:pt x="16" y="8"/>
                    <a:pt x="9" y="15"/>
                    <a:pt x="9" y="24"/>
                  </a:cubicBezTo>
                  <a:cubicBezTo>
                    <a:pt x="9" y="31"/>
                    <a:pt x="13" y="37"/>
                    <a:pt x="19" y="40"/>
                  </a:cubicBezTo>
                  <a:cubicBezTo>
                    <a:pt x="19" y="48"/>
                    <a:pt x="19" y="48"/>
                    <a:pt x="19" y="48"/>
                  </a:cubicBezTo>
                  <a:cubicBezTo>
                    <a:pt x="8" y="45"/>
                    <a:pt x="0" y="36"/>
                    <a:pt x="0" y="24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9" y="0"/>
                    <a:pt x="50" y="11"/>
                    <a:pt x="5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37"/>
            <p:cNvSpPr/>
            <p:nvPr/>
          </p:nvSpPr>
          <p:spPr bwMode="auto">
            <a:xfrm>
              <a:off x="4682" y="1204"/>
              <a:ext cx="90" cy="90"/>
            </a:xfrm>
            <a:custGeom>
              <a:avLst/>
              <a:gdLst>
                <a:gd name="T0" fmla="*/ 45 w 90"/>
                <a:gd name="T1" fmla="*/ 0 h 90"/>
                <a:gd name="T2" fmla="*/ 0 w 90"/>
                <a:gd name="T3" fmla="*/ 45 h 90"/>
                <a:gd name="T4" fmla="*/ 39 w 90"/>
                <a:gd name="T5" fmla="*/ 90 h 90"/>
                <a:gd name="T6" fmla="*/ 39 w 90"/>
                <a:gd name="T7" fmla="*/ 82 h 90"/>
                <a:gd name="T8" fmla="*/ 8 w 90"/>
                <a:gd name="T9" fmla="*/ 45 h 90"/>
                <a:gd name="T10" fmla="*/ 45 w 90"/>
                <a:gd name="T11" fmla="*/ 9 h 90"/>
                <a:gd name="T12" fmla="*/ 82 w 90"/>
                <a:gd name="T13" fmla="*/ 45 h 90"/>
                <a:gd name="T14" fmla="*/ 75 w 90"/>
                <a:gd name="T15" fmla="*/ 66 h 90"/>
                <a:gd name="T16" fmla="*/ 81 w 90"/>
                <a:gd name="T17" fmla="*/ 72 h 90"/>
                <a:gd name="T18" fmla="*/ 90 w 90"/>
                <a:gd name="T19" fmla="*/ 45 h 90"/>
                <a:gd name="T20" fmla="*/ 45 w 90"/>
                <a:gd name="T21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90">
                  <a:moveTo>
                    <a:pt x="45" y="0"/>
                  </a:moveTo>
                  <a:cubicBezTo>
                    <a:pt x="20" y="0"/>
                    <a:pt x="0" y="21"/>
                    <a:pt x="0" y="45"/>
                  </a:cubicBezTo>
                  <a:cubicBezTo>
                    <a:pt x="0" y="68"/>
                    <a:pt x="17" y="87"/>
                    <a:pt x="39" y="90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21" y="79"/>
                    <a:pt x="8" y="64"/>
                    <a:pt x="8" y="45"/>
                  </a:cubicBezTo>
                  <a:cubicBezTo>
                    <a:pt x="8" y="25"/>
                    <a:pt x="25" y="9"/>
                    <a:pt x="45" y="9"/>
                  </a:cubicBezTo>
                  <a:cubicBezTo>
                    <a:pt x="65" y="9"/>
                    <a:pt x="82" y="25"/>
                    <a:pt x="82" y="45"/>
                  </a:cubicBezTo>
                  <a:cubicBezTo>
                    <a:pt x="82" y="53"/>
                    <a:pt x="79" y="60"/>
                    <a:pt x="75" y="66"/>
                  </a:cubicBezTo>
                  <a:cubicBezTo>
                    <a:pt x="81" y="72"/>
                    <a:pt x="81" y="72"/>
                    <a:pt x="81" y="72"/>
                  </a:cubicBezTo>
                  <a:cubicBezTo>
                    <a:pt x="87" y="65"/>
                    <a:pt x="90" y="55"/>
                    <a:pt x="90" y="45"/>
                  </a:cubicBezTo>
                  <a:cubicBezTo>
                    <a:pt x="90" y="21"/>
                    <a:pt x="70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38"/>
            <p:cNvSpPr/>
            <p:nvPr/>
          </p:nvSpPr>
          <p:spPr bwMode="auto">
            <a:xfrm>
              <a:off x="4727" y="1248"/>
              <a:ext cx="99" cy="167"/>
            </a:xfrm>
            <a:custGeom>
              <a:avLst/>
              <a:gdLst>
                <a:gd name="T0" fmla="*/ 0 w 99"/>
                <a:gd name="T1" fmla="*/ 1 h 167"/>
                <a:gd name="T2" fmla="*/ 0 w 99"/>
                <a:gd name="T3" fmla="*/ 1 h 167"/>
                <a:gd name="T4" fmla="*/ 0 w 99"/>
                <a:gd name="T5" fmla="*/ 143 h 167"/>
                <a:gd name="T6" fmla="*/ 0 w 99"/>
                <a:gd name="T7" fmla="*/ 143 h 167"/>
                <a:gd name="T8" fmla="*/ 1 w 99"/>
                <a:gd name="T9" fmla="*/ 143 h 167"/>
                <a:gd name="T10" fmla="*/ 1 w 99"/>
                <a:gd name="T11" fmla="*/ 143 h 167"/>
                <a:gd name="T12" fmla="*/ 29 w 99"/>
                <a:gd name="T13" fmla="*/ 119 h 167"/>
                <a:gd name="T14" fmla="*/ 29 w 99"/>
                <a:gd name="T15" fmla="*/ 119 h 167"/>
                <a:gd name="T16" fmla="*/ 29 w 99"/>
                <a:gd name="T17" fmla="*/ 119 h 167"/>
                <a:gd name="T18" fmla="*/ 30 w 99"/>
                <a:gd name="T19" fmla="*/ 119 h 167"/>
                <a:gd name="T20" fmla="*/ 47 w 99"/>
                <a:gd name="T21" fmla="*/ 163 h 167"/>
                <a:gd name="T22" fmla="*/ 50 w 99"/>
                <a:gd name="T23" fmla="*/ 166 h 167"/>
                <a:gd name="T24" fmla="*/ 54 w 99"/>
                <a:gd name="T25" fmla="*/ 166 h 167"/>
                <a:gd name="T26" fmla="*/ 76 w 99"/>
                <a:gd name="T27" fmla="*/ 157 h 167"/>
                <a:gd name="T28" fmla="*/ 79 w 99"/>
                <a:gd name="T29" fmla="*/ 155 h 167"/>
                <a:gd name="T30" fmla="*/ 79 w 99"/>
                <a:gd name="T31" fmla="*/ 151 h 167"/>
                <a:gd name="T32" fmla="*/ 61 w 99"/>
                <a:gd name="T33" fmla="*/ 107 h 167"/>
                <a:gd name="T34" fmla="*/ 61 w 99"/>
                <a:gd name="T35" fmla="*/ 106 h 167"/>
                <a:gd name="T36" fmla="*/ 61 w 99"/>
                <a:gd name="T37" fmla="*/ 106 h 167"/>
                <a:gd name="T38" fmla="*/ 62 w 99"/>
                <a:gd name="T39" fmla="*/ 106 h 167"/>
                <a:gd name="T40" fmla="*/ 98 w 99"/>
                <a:gd name="T41" fmla="*/ 104 h 167"/>
                <a:gd name="T42" fmla="*/ 99 w 99"/>
                <a:gd name="T43" fmla="*/ 104 h 167"/>
                <a:gd name="T44" fmla="*/ 99 w 99"/>
                <a:gd name="T45" fmla="*/ 104 h 167"/>
                <a:gd name="T46" fmla="*/ 99 w 99"/>
                <a:gd name="T47" fmla="*/ 103 h 167"/>
                <a:gd name="T48" fmla="*/ 1 w 99"/>
                <a:gd name="T49" fmla="*/ 1 h 167"/>
                <a:gd name="T50" fmla="*/ 0 w 99"/>
                <a:gd name="T51" fmla="*/ 1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9" h="167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30" y="119"/>
                    <a:pt x="30" y="119"/>
                  </a:cubicBezTo>
                  <a:cubicBezTo>
                    <a:pt x="47" y="163"/>
                    <a:pt x="47" y="163"/>
                    <a:pt x="47" y="163"/>
                  </a:cubicBezTo>
                  <a:cubicBezTo>
                    <a:pt x="48" y="164"/>
                    <a:pt x="49" y="165"/>
                    <a:pt x="50" y="166"/>
                  </a:cubicBezTo>
                  <a:cubicBezTo>
                    <a:pt x="52" y="167"/>
                    <a:pt x="53" y="167"/>
                    <a:pt x="54" y="166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7" y="157"/>
                    <a:pt x="78" y="156"/>
                    <a:pt x="79" y="155"/>
                  </a:cubicBezTo>
                  <a:cubicBezTo>
                    <a:pt x="79" y="153"/>
                    <a:pt x="79" y="152"/>
                    <a:pt x="79" y="151"/>
                  </a:cubicBezTo>
                  <a:cubicBezTo>
                    <a:pt x="61" y="107"/>
                    <a:pt x="61" y="107"/>
                    <a:pt x="61" y="107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2" y="106"/>
                    <a:pt x="62" y="106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98" y="104"/>
                    <a:pt x="98" y="104"/>
                    <a:pt x="99" y="104"/>
                  </a:cubicBezTo>
                  <a:cubicBezTo>
                    <a:pt x="99" y="104"/>
                    <a:pt x="99" y="104"/>
                    <a:pt x="99" y="104"/>
                  </a:cubicBezTo>
                  <a:cubicBezTo>
                    <a:pt x="99" y="104"/>
                    <a:pt x="99" y="103"/>
                    <a:pt x="99" y="103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36" name="Group 121"/>
          <p:cNvGrpSpPr>
            <a:grpSpLocks noChangeAspect="1"/>
          </p:cNvGrpSpPr>
          <p:nvPr/>
        </p:nvGrpSpPr>
        <p:grpSpPr bwMode="auto">
          <a:xfrm>
            <a:off x="6083571" y="3277909"/>
            <a:ext cx="997122" cy="848678"/>
            <a:chOff x="515" y="3088"/>
            <a:chExt cx="665" cy="566"/>
          </a:xfrm>
          <a:solidFill>
            <a:srgbClr val="F5F0EA"/>
          </a:solidFill>
        </p:grpSpPr>
        <p:sp>
          <p:nvSpPr>
            <p:cNvPr id="37" name="Freeform 122"/>
            <p:cNvSpPr/>
            <p:nvPr/>
          </p:nvSpPr>
          <p:spPr bwMode="auto">
            <a:xfrm>
              <a:off x="706" y="3550"/>
              <a:ext cx="283" cy="104"/>
            </a:xfrm>
            <a:custGeom>
              <a:avLst/>
              <a:gdLst>
                <a:gd name="T0" fmla="*/ 269 w 340"/>
                <a:gd name="T1" fmla="*/ 71 h 125"/>
                <a:gd name="T2" fmla="*/ 269 w 340"/>
                <a:gd name="T3" fmla="*/ 12 h 125"/>
                <a:gd name="T4" fmla="*/ 266 w 340"/>
                <a:gd name="T5" fmla="*/ 3 h 125"/>
                <a:gd name="T6" fmla="*/ 257 w 340"/>
                <a:gd name="T7" fmla="*/ 0 h 125"/>
                <a:gd name="T8" fmla="*/ 83 w 340"/>
                <a:gd name="T9" fmla="*/ 0 h 125"/>
                <a:gd name="T10" fmla="*/ 74 w 340"/>
                <a:gd name="T11" fmla="*/ 3 h 125"/>
                <a:gd name="T12" fmla="*/ 71 w 340"/>
                <a:gd name="T13" fmla="*/ 12 h 125"/>
                <a:gd name="T14" fmla="*/ 71 w 340"/>
                <a:gd name="T15" fmla="*/ 71 h 125"/>
                <a:gd name="T16" fmla="*/ 2 w 340"/>
                <a:gd name="T17" fmla="*/ 108 h 125"/>
                <a:gd name="T18" fmla="*/ 1 w 340"/>
                <a:gd name="T19" fmla="*/ 110 h 125"/>
                <a:gd name="T20" fmla="*/ 0 w 340"/>
                <a:gd name="T21" fmla="*/ 112 h 125"/>
                <a:gd name="T22" fmla="*/ 0 w 340"/>
                <a:gd name="T23" fmla="*/ 120 h 125"/>
                <a:gd name="T24" fmla="*/ 1 w 340"/>
                <a:gd name="T25" fmla="*/ 124 h 125"/>
                <a:gd name="T26" fmla="*/ 5 w 340"/>
                <a:gd name="T27" fmla="*/ 125 h 125"/>
                <a:gd name="T28" fmla="*/ 335 w 340"/>
                <a:gd name="T29" fmla="*/ 125 h 125"/>
                <a:gd name="T30" fmla="*/ 339 w 340"/>
                <a:gd name="T31" fmla="*/ 124 h 125"/>
                <a:gd name="T32" fmla="*/ 340 w 340"/>
                <a:gd name="T33" fmla="*/ 120 h 125"/>
                <a:gd name="T34" fmla="*/ 340 w 340"/>
                <a:gd name="T35" fmla="*/ 112 h 125"/>
                <a:gd name="T36" fmla="*/ 339 w 340"/>
                <a:gd name="T37" fmla="*/ 110 h 125"/>
                <a:gd name="T38" fmla="*/ 338 w 340"/>
                <a:gd name="T39" fmla="*/ 108 h 125"/>
                <a:gd name="T40" fmla="*/ 269 w 340"/>
                <a:gd name="T41" fmla="*/ 7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0" h="125">
                  <a:moveTo>
                    <a:pt x="269" y="71"/>
                  </a:moveTo>
                  <a:cubicBezTo>
                    <a:pt x="269" y="12"/>
                    <a:pt x="269" y="12"/>
                    <a:pt x="269" y="12"/>
                  </a:cubicBezTo>
                  <a:cubicBezTo>
                    <a:pt x="269" y="9"/>
                    <a:pt x="268" y="6"/>
                    <a:pt x="266" y="3"/>
                  </a:cubicBezTo>
                  <a:cubicBezTo>
                    <a:pt x="263" y="1"/>
                    <a:pt x="260" y="0"/>
                    <a:pt x="257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0" y="0"/>
                    <a:pt x="77" y="1"/>
                    <a:pt x="74" y="3"/>
                  </a:cubicBezTo>
                  <a:cubicBezTo>
                    <a:pt x="72" y="6"/>
                    <a:pt x="71" y="9"/>
                    <a:pt x="71" y="12"/>
                  </a:cubicBezTo>
                  <a:cubicBezTo>
                    <a:pt x="71" y="71"/>
                    <a:pt x="71" y="71"/>
                    <a:pt x="71" y="71"/>
                  </a:cubicBezTo>
                  <a:cubicBezTo>
                    <a:pt x="2" y="108"/>
                    <a:pt x="2" y="108"/>
                    <a:pt x="2" y="108"/>
                  </a:cubicBezTo>
                  <a:cubicBezTo>
                    <a:pt x="2" y="109"/>
                    <a:pt x="1" y="109"/>
                    <a:pt x="1" y="110"/>
                  </a:cubicBezTo>
                  <a:cubicBezTo>
                    <a:pt x="0" y="111"/>
                    <a:pt x="0" y="111"/>
                    <a:pt x="0" y="112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22"/>
                    <a:pt x="1" y="123"/>
                    <a:pt x="1" y="124"/>
                  </a:cubicBezTo>
                  <a:cubicBezTo>
                    <a:pt x="2" y="124"/>
                    <a:pt x="3" y="125"/>
                    <a:pt x="5" y="125"/>
                  </a:cubicBezTo>
                  <a:cubicBezTo>
                    <a:pt x="335" y="125"/>
                    <a:pt x="335" y="125"/>
                    <a:pt x="335" y="125"/>
                  </a:cubicBezTo>
                  <a:cubicBezTo>
                    <a:pt x="337" y="125"/>
                    <a:pt x="338" y="124"/>
                    <a:pt x="339" y="124"/>
                  </a:cubicBezTo>
                  <a:cubicBezTo>
                    <a:pt x="339" y="123"/>
                    <a:pt x="340" y="122"/>
                    <a:pt x="340" y="120"/>
                  </a:cubicBezTo>
                  <a:cubicBezTo>
                    <a:pt x="340" y="112"/>
                    <a:pt x="340" y="112"/>
                    <a:pt x="340" y="112"/>
                  </a:cubicBezTo>
                  <a:cubicBezTo>
                    <a:pt x="340" y="111"/>
                    <a:pt x="340" y="111"/>
                    <a:pt x="339" y="110"/>
                  </a:cubicBezTo>
                  <a:cubicBezTo>
                    <a:pt x="339" y="109"/>
                    <a:pt x="338" y="109"/>
                    <a:pt x="338" y="108"/>
                  </a:cubicBezTo>
                  <a:lnTo>
                    <a:pt x="269" y="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123"/>
            <p:cNvSpPr>
              <a:spLocks noEditPoints="1"/>
            </p:cNvSpPr>
            <p:nvPr/>
          </p:nvSpPr>
          <p:spPr bwMode="auto">
            <a:xfrm>
              <a:off x="515" y="3088"/>
              <a:ext cx="665" cy="449"/>
            </a:xfrm>
            <a:custGeom>
              <a:avLst/>
              <a:gdLst>
                <a:gd name="T0" fmla="*/ 791 w 800"/>
                <a:gd name="T1" fmla="*/ 9 h 539"/>
                <a:gd name="T2" fmla="*/ 770 w 800"/>
                <a:gd name="T3" fmla="*/ 0 h 539"/>
                <a:gd name="T4" fmla="*/ 30 w 800"/>
                <a:gd name="T5" fmla="*/ 0 h 539"/>
                <a:gd name="T6" fmla="*/ 9 w 800"/>
                <a:gd name="T7" fmla="*/ 9 h 539"/>
                <a:gd name="T8" fmla="*/ 0 w 800"/>
                <a:gd name="T9" fmla="*/ 30 h 539"/>
                <a:gd name="T10" fmla="*/ 0 w 800"/>
                <a:gd name="T11" fmla="*/ 509 h 539"/>
                <a:gd name="T12" fmla="*/ 9 w 800"/>
                <a:gd name="T13" fmla="*/ 530 h 539"/>
                <a:gd name="T14" fmla="*/ 30 w 800"/>
                <a:gd name="T15" fmla="*/ 539 h 539"/>
                <a:gd name="T16" fmla="*/ 770 w 800"/>
                <a:gd name="T17" fmla="*/ 539 h 539"/>
                <a:gd name="T18" fmla="*/ 791 w 800"/>
                <a:gd name="T19" fmla="*/ 530 h 539"/>
                <a:gd name="T20" fmla="*/ 800 w 800"/>
                <a:gd name="T21" fmla="*/ 509 h 539"/>
                <a:gd name="T22" fmla="*/ 800 w 800"/>
                <a:gd name="T23" fmla="*/ 30 h 539"/>
                <a:gd name="T24" fmla="*/ 791 w 800"/>
                <a:gd name="T25" fmla="*/ 9 h 539"/>
                <a:gd name="T26" fmla="*/ 400 w 800"/>
                <a:gd name="T27" fmla="*/ 526 h 539"/>
                <a:gd name="T28" fmla="*/ 387 w 800"/>
                <a:gd name="T29" fmla="*/ 513 h 539"/>
                <a:gd name="T30" fmla="*/ 400 w 800"/>
                <a:gd name="T31" fmla="*/ 500 h 539"/>
                <a:gd name="T32" fmla="*/ 413 w 800"/>
                <a:gd name="T33" fmla="*/ 513 h 539"/>
                <a:gd name="T34" fmla="*/ 400 w 800"/>
                <a:gd name="T35" fmla="*/ 526 h 539"/>
                <a:gd name="T36" fmla="*/ 748 w 800"/>
                <a:gd name="T37" fmla="*/ 487 h 539"/>
                <a:gd name="T38" fmla="*/ 52 w 800"/>
                <a:gd name="T39" fmla="*/ 487 h 539"/>
                <a:gd name="T40" fmla="*/ 52 w 800"/>
                <a:gd name="T41" fmla="*/ 52 h 539"/>
                <a:gd name="T42" fmla="*/ 748 w 800"/>
                <a:gd name="T43" fmla="*/ 52 h 539"/>
                <a:gd name="T44" fmla="*/ 748 w 800"/>
                <a:gd name="T45" fmla="*/ 487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00" h="539">
                  <a:moveTo>
                    <a:pt x="791" y="9"/>
                  </a:moveTo>
                  <a:cubicBezTo>
                    <a:pt x="785" y="3"/>
                    <a:pt x="778" y="0"/>
                    <a:pt x="77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2" y="0"/>
                    <a:pt x="15" y="3"/>
                    <a:pt x="9" y="9"/>
                  </a:cubicBezTo>
                  <a:cubicBezTo>
                    <a:pt x="3" y="15"/>
                    <a:pt x="0" y="23"/>
                    <a:pt x="0" y="30"/>
                  </a:cubicBezTo>
                  <a:cubicBezTo>
                    <a:pt x="0" y="509"/>
                    <a:pt x="0" y="509"/>
                    <a:pt x="0" y="509"/>
                  </a:cubicBezTo>
                  <a:cubicBezTo>
                    <a:pt x="0" y="517"/>
                    <a:pt x="3" y="525"/>
                    <a:pt x="9" y="530"/>
                  </a:cubicBezTo>
                  <a:cubicBezTo>
                    <a:pt x="15" y="536"/>
                    <a:pt x="22" y="539"/>
                    <a:pt x="30" y="539"/>
                  </a:cubicBezTo>
                  <a:cubicBezTo>
                    <a:pt x="770" y="539"/>
                    <a:pt x="770" y="539"/>
                    <a:pt x="770" y="539"/>
                  </a:cubicBezTo>
                  <a:cubicBezTo>
                    <a:pt x="778" y="539"/>
                    <a:pt x="785" y="536"/>
                    <a:pt x="791" y="530"/>
                  </a:cubicBezTo>
                  <a:cubicBezTo>
                    <a:pt x="797" y="525"/>
                    <a:pt x="800" y="517"/>
                    <a:pt x="800" y="509"/>
                  </a:cubicBezTo>
                  <a:cubicBezTo>
                    <a:pt x="800" y="30"/>
                    <a:pt x="800" y="30"/>
                    <a:pt x="800" y="30"/>
                  </a:cubicBezTo>
                  <a:cubicBezTo>
                    <a:pt x="800" y="23"/>
                    <a:pt x="797" y="15"/>
                    <a:pt x="791" y="9"/>
                  </a:cubicBezTo>
                  <a:close/>
                  <a:moveTo>
                    <a:pt x="400" y="526"/>
                  </a:moveTo>
                  <a:cubicBezTo>
                    <a:pt x="393" y="526"/>
                    <a:pt x="387" y="521"/>
                    <a:pt x="387" y="513"/>
                  </a:cubicBezTo>
                  <a:cubicBezTo>
                    <a:pt x="387" y="506"/>
                    <a:pt x="393" y="500"/>
                    <a:pt x="400" y="500"/>
                  </a:cubicBezTo>
                  <a:cubicBezTo>
                    <a:pt x="407" y="500"/>
                    <a:pt x="413" y="506"/>
                    <a:pt x="413" y="513"/>
                  </a:cubicBezTo>
                  <a:cubicBezTo>
                    <a:pt x="413" y="521"/>
                    <a:pt x="407" y="526"/>
                    <a:pt x="400" y="526"/>
                  </a:cubicBezTo>
                  <a:close/>
                  <a:moveTo>
                    <a:pt x="748" y="487"/>
                  </a:moveTo>
                  <a:cubicBezTo>
                    <a:pt x="52" y="487"/>
                    <a:pt x="52" y="487"/>
                    <a:pt x="52" y="487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748" y="52"/>
                    <a:pt x="748" y="52"/>
                    <a:pt x="748" y="52"/>
                  </a:cubicBezTo>
                  <a:lnTo>
                    <a:pt x="748" y="4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124"/>
            <p:cNvSpPr/>
            <p:nvPr/>
          </p:nvSpPr>
          <p:spPr bwMode="auto">
            <a:xfrm>
              <a:off x="646" y="3459"/>
              <a:ext cx="56" cy="9"/>
            </a:xfrm>
            <a:custGeom>
              <a:avLst/>
              <a:gdLst>
                <a:gd name="T0" fmla="*/ 6 w 67"/>
                <a:gd name="T1" fmla="*/ 0 h 11"/>
                <a:gd name="T2" fmla="*/ 2 w 67"/>
                <a:gd name="T3" fmla="*/ 2 h 11"/>
                <a:gd name="T4" fmla="*/ 0 w 67"/>
                <a:gd name="T5" fmla="*/ 6 h 11"/>
                <a:gd name="T6" fmla="*/ 0 w 67"/>
                <a:gd name="T7" fmla="*/ 11 h 11"/>
                <a:gd name="T8" fmla="*/ 67 w 67"/>
                <a:gd name="T9" fmla="*/ 11 h 11"/>
                <a:gd name="T10" fmla="*/ 67 w 67"/>
                <a:gd name="T11" fmla="*/ 6 h 11"/>
                <a:gd name="T12" fmla="*/ 65 w 67"/>
                <a:gd name="T13" fmla="*/ 2 h 11"/>
                <a:gd name="T14" fmla="*/ 61 w 67"/>
                <a:gd name="T15" fmla="*/ 0 h 11"/>
                <a:gd name="T16" fmla="*/ 6 w 67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1">
                  <a:moveTo>
                    <a:pt x="6" y="0"/>
                  </a:moveTo>
                  <a:cubicBezTo>
                    <a:pt x="4" y="0"/>
                    <a:pt x="3" y="1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1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125"/>
            <p:cNvSpPr/>
            <p:nvPr/>
          </p:nvSpPr>
          <p:spPr bwMode="auto">
            <a:xfrm>
              <a:off x="715" y="3395"/>
              <a:ext cx="55" cy="73"/>
            </a:xfrm>
            <a:custGeom>
              <a:avLst/>
              <a:gdLst>
                <a:gd name="T0" fmla="*/ 6 w 67"/>
                <a:gd name="T1" fmla="*/ 0 h 88"/>
                <a:gd name="T2" fmla="*/ 2 w 67"/>
                <a:gd name="T3" fmla="*/ 1 h 88"/>
                <a:gd name="T4" fmla="*/ 0 w 67"/>
                <a:gd name="T5" fmla="*/ 6 h 88"/>
                <a:gd name="T6" fmla="*/ 0 w 67"/>
                <a:gd name="T7" fmla="*/ 88 h 88"/>
                <a:gd name="T8" fmla="*/ 67 w 67"/>
                <a:gd name="T9" fmla="*/ 88 h 88"/>
                <a:gd name="T10" fmla="*/ 67 w 67"/>
                <a:gd name="T11" fmla="*/ 6 h 88"/>
                <a:gd name="T12" fmla="*/ 65 w 67"/>
                <a:gd name="T13" fmla="*/ 1 h 88"/>
                <a:gd name="T14" fmla="*/ 61 w 67"/>
                <a:gd name="T15" fmla="*/ 0 h 88"/>
                <a:gd name="T16" fmla="*/ 6 w 67"/>
                <a:gd name="T17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88">
                  <a:moveTo>
                    <a:pt x="6" y="0"/>
                  </a:moveTo>
                  <a:cubicBezTo>
                    <a:pt x="4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126"/>
            <p:cNvSpPr/>
            <p:nvPr/>
          </p:nvSpPr>
          <p:spPr bwMode="auto">
            <a:xfrm>
              <a:off x="783" y="3368"/>
              <a:ext cx="55" cy="100"/>
            </a:xfrm>
            <a:custGeom>
              <a:avLst/>
              <a:gdLst>
                <a:gd name="T0" fmla="*/ 6 w 67"/>
                <a:gd name="T1" fmla="*/ 0 h 120"/>
                <a:gd name="T2" fmla="*/ 2 w 67"/>
                <a:gd name="T3" fmla="*/ 2 h 120"/>
                <a:gd name="T4" fmla="*/ 0 w 67"/>
                <a:gd name="T5" fmla="*/ 6 h 120"/>
                <a:gd name="T6" fmla="*/ 0 w 67"/>
                <a:gd name="T7" fmla="*/ 120 h 120"/>
                <a:gd name="T8" fmla="*/ 67 w 67"/>
                <a:gd name="T9" fmla="*/ 120 h 120"/>
                <a:gd name="T10" fmla="*/ 67 w 67"/>
                <a:gd name="T11" fmla="*/ 6 h 120"/>
                <a:gd name="T12" fmla="*/ 65 w 67"/>
                <a:gd name="T13" fmla="*/ 2 h 120"/>
                <a:gd name="T14" fmla="*/ 61 w 67"/>
                <a:gd name="T15" fmla="*/ 0 h 120"/>
                <a:gd name="T16" fmla="*/ 6 w 67"/>
                <a:gd name="T1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20">
                  <a:moveTo>
                    <a:pt x="6" y="0"/>
                  </a:moveTo>
                  <a:cubicBezTo>
                    <a:pt x="4" y="0"/>
                    <a:pt x="3" y="0"/>
                    <a:pt x="2" y="2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127"/>
            <p:cNvSpPr/>
            <p:nvPr/>
          </p:nvSpPr>
          <p:spPr bwMode="auto">
            <a:xfrm>
              <a:off x="851" y="3379"/>
              <a:ext cx="56" cy="89"/>
            </a:xfrm>
            <a:custGeom>
              <a:avLst/>
              <a:gdLst>
                <a:gd name="T0" fmla="*/ 6 w 67"/>
                <a:gd name="T1" fmla="*/ 0 h 107"/>
                <a:gd name="T2" fmla="*/ 2 w 67"/>
                <a:gd name="T3" fmla="*/ 2 h 107"/>
                <a:gd name="T4" fmla="*/ 0 w 67"/>
                <a:gd name="T5" fmla="*/ 6 h 107"/>
                <a:gd name="T6" fmla="*/ 0 w 67"/>
                <a:gd name="T7" fmla="*/ 107 h 107"/>
                <a:gd name="T8" fmla="*/ 67 w 67"/>
                <a:gd name="T9" fmla="*/ 107 h 107"/>
                <a:gd name="T10" fmla="*/ 67 w 67"/>
                <a:gd name="T11" fmla="*/ 6 h 107"/>
                <a:gd name="T12" fmla="*/ 65 w 67"/>
                <a:gd name="T13" fmla="*/ 2 h 107"/>
                <a:gd name="T14" fmla="*/ 61 w 67"/>
                <a:gd name="T15" fmla="*/ 0 h 107"/>
                <a:gd name="T16" fmla="*/ 6 w 67"/>
                <a:gd name="T1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07">
                  <a:moveTo>
                    <a:pt x="6" y="0"/>
                  </a:moveTo>
                  <a:cubicBezTo>
                    <a:pt x="5" y="0"/>
                    <a:pt x="3" y="0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67" y="107"/>
                    <a:pt x="67" y="107"/>
                    <a:pt x="67" y="107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128"/>
            <p:cNvSpPr/>
            <p:nvPr/>
          </p:nvSpPr>
          <p:spPr bwMode="auto">
            <a:xfrm>
              <a:off x="919" y="3337"/>
              <a:ext cx="56" cy="131"/>
            </a:xfrm>
            <a:custGeom>
              <a:avLst/>
              <a:gdLst>
                <a:gd name="T0" fmla="*/ 6 w 67"/>
                <a:gd name="T1" fmla="*/ 0 h 158"/>
                <a:gd name="T2" fmla="*/ 2 w 67"/>
                <a:gd name="T3" fmla="*/ 1 h 158"/>
                <a:gd name="T4" fmla="*/ 0 w 67"/>
                <a:gd name="T5" fmla="*/ 6 h 158"/>
                <a:gd name="T6" fmla="*/ 0 w 67"/>
                <a:gd name="T7" fmla="*/ 158 h 158"/>
                <a:gd name="T8" fmla="*/ 67 w 67"/>
                <a:gd name="T9" fmla="*/ 158 h 158"/>
                <a:gd name="T10" fmla="*/ 67 w 67"/>
                <a:gd name="T11" fmla="*/ 6 h 158"/>
                <a:gd name="T12" fmla="*/ 65 w 67"/>
                <a:gd name="T13" fmla="*/ 1 h 158"/>
                <a:gd name="T14" fmla="*/ 61 w 67"/>
                <a:gd name="T15" fmla="*/ 0 h 158"/>
                <a:gd name="T16" fmla="*/ 6 w 67"/>
                <a:gd name="T17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58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67" y="158"/>
                    <a:pt x="67" y="158"/>
                    <a:pt x="67" y="15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129"/>
            <p:cNvSpPr/>
            <p:nvPr/>
          </p:nvSpPr>
          <p:spPr bwMode="auto">
            <a:xfrm>
              <a:off x="987" y="3284"/>
              <a:ext cx="56" cy="184"/>
            </a:xfrm>
            <a:custGeom>
              <a:avLst/>
              <a:gdLst>
                <a:gd name="T0" fmla="*/ 6 w 67"/>
                <a:gd name="T1" fmla="*/ 0 h 222"/>
                <a:gd name="T2" fmla="*/ 2 w 67"/>
                <a:gd name="T3" fmla="*/ 1 h 222"/>
                <a:gd name="T4" fmla="*/ 0 w 67"/>
                <a:gd name="T5" fmla="*/ 6 h 222"/>
                <a:gd name="T6" fmla="*/ 0 w 67"/>
                <a:gd name="T7" fmla="*/ 222 h 222"/>
                <a:gd name="T8" fmla="*/ 67 w 67"/>
                <a:gd name="T9" fmla="*/ 222 h 222"/>
                <a:gd name="T10" fmla="*/ 67 w 67"/>
                <a:gd name="T11" fmla="*/ 6 h 222"/>
                <a:gd name="T12" fmla="*/ 65 w 67"/>
                <a:gd name="T13" fmla="*/ 1 h 222"/>
                <a:gd name="T14" fmla="*/ 61 w 67"/>
                <a:gd name="T15" fmla="*/ 0 h 222"/>
                <a:gd name="T16" fmla="*/ 6 w 67"/>
                <a:gd name="T17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222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1" y="3"/>
                    <a:pt x="0" y="4"/>
                    <a:pt x="0" y="6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67" y="222"/>
                    <a:pt x="67" y="222"/>
                    <a:pt x="67" y="222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130"/>
            <p:cNvSpPr/>
            <p:nvPr/>
          </p:nvSpPr>
          <p:spPr bwMode="auto">
            <a:xfrm>
              <a:off x="610" y="3178"/>
              <a:ext cx="475" cy="289"/>
            </a:xfrm>
            <a:custGeom>
              <a:avLst/>
              <a:gdLst>
                <a:gd name="T0" fmla="*/ 572 w 572"/>
                <a:gd name="T1" fmla="*/ 7 h 347"/>
                <a:gd name="T2" fmla="*/ 571 w 572"/>
                <a:gd name="T3" fmla="*/ 2 h 347"/>
                <a:gd name="T4" fmla="*/ 567 w 572"/>
                <a:gd name="T5" fmla="*/ 1 h 347"/>
                <a:gd name="T6" fmla="*/ 500 w 572"/>
                <a:gd name="T7" fmla="*/ 20 h 347"/>
                <a:gd name="T8" fmla="*/ 497 w 572"/>
                <a:gd name="T9" fmla="*/ 23 h 347"/>
                <a:gd name="T10" fmla="*/ 498 w 572"/>
                <a:gd name="T11" fmla="*/ 27 h 347"/>
                <a:gd name="T12" fmla="*/ 506 w 572"/>
                <a:gd name="T13" fmla="*/ 37 h 347"/>
                <a:gd name="T14" fmla="*/ 302 w 572"/>
                <a:gd name="T15" fmla="*/ 196 h 347"/>
                <a:gd name="T16" fmla="*/ 190 w 572"/>
                <a:gd name="T17" fmla="*/ 148 h 347"/>
                <a:gd name="T18" fmla="*/ 2 w 572"/>
                <a:gd name="T19" fmla="*/ 327 h 347"/>
                <a:gd name="T20" fmla="*/ 0 w 572"/>
                <a:gd name="T21" fmla="*/ 331 h 347"/>
                <a:gd name="T22" fmla="*/ 2 w 572"/>
                <a:gd name="T23" fmla="*/ 336 h 347"/>
                <a:gd name="T24" fmla="*/ 10 w 572"/>
                <a:gd name="T25" fmla="*/ 345 h 347"/>
                <a:gd name="T26" fmla="*/ 15 w 572"/>
                <a:gd name="T27" fmla="*/ 347 h 347"/>
                <a:gd name="T28" fmla="*/ 19 w 572"/>
                <a:gd name="T29" fmla="*/ 345 h 347"/>
                <a:gd name="T30" fmla="*/ 195 w 572"/>
                <a:gd name="T31" fmla="*/ 178 h 347"/>
                <a:gd name="T32" fmla="*/ 306 w 572"/>
                <a:gd name="T33" fmla="*/ 225 h 347"/>
                <a:gd name="T34" fmla="*/ 521 w 572"/>
                <a:gd name="T35" fmla="*/ 57 h 347"/>
                <a:gd name="T36" fmla="*/ 529 w 572"/>
                <a:gd name="T37" fmla="*/ 68 h 347"/>
                <a:gd name="T38" fmla="*/ 533 w 572"/>
                <a:gd name="T39" fmla="*/ 69 h 347"/>
                <a:gd name="T40" fmla="*/ 536 w 572"/>
                <a:gd name="T41" fmla="*/ 67 h 347"/>
                <a:gd name="T42" fmla="*/ 572 w 572"/>
                <a:gd name="T43" fmla="*/ 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72" h="347">
                  <a:moveTo>
                    <a:pt x="572" y="7"/>
                  </a:moveTo>
                  <a:cubicBezTo>
                    <a:pt x="572" y="5"/>
                    <a:pt x="572" y="4"/>
                    <a:pt x="571" y="2"/>
                  </a:cubicBezTo>
                  <a:cubicBezTo>
                    <a:pt x="570" y="1"/>
                    <a:pt x="568" y="0"/>
                    <a:pt x="567" y="1"/>
                  </a:cubicBezTo>
                  <a:cubicBezTo>
                    <a:pt x="500" y="20"/>
                    <a:pt x="500" y="20"/>
                    <a:pt x="500" y="20"/>
                  </a:cubicBezTo>
                  <a:cubicBezTo>
                    <a:pt x="498" y="21"/>
                    <a:pt x="497" y="22"/>
                    <a:pt x="497" y="23"/>
                  </a:cubicBezTo>
                  <a:cubicBezTo>
                    <a:pt x="496" y="25"/>
                    <a:pt x="497" y="26"/>
                    <a:pt x="498" y="27"/>
                  </a:cubicBezTo>
                  <a:cubicBezTo>
                    <a:pt x="506" y="37"/>
                    <a:pt x="506" y="37"/>
                    <a:pt x="506" y="37"/>
                  </a:cubicBezTo>
                  <a:cubicBezTo>
                    <a:pt x="302" y="196"/>
                    <a:pt x="302" y="196"/>
                    <a:pt x="302" y="196"/>
                  </a:cubicBezTo>
                  <a:cubicBezTo>
                    <a:pt x="190" y="148"/>
                    <a:pt x="190" y="148"/>
                    <a:pt x="190" y="148"/>
                  </a:cubicBezTo>
                  <a:cubicBezTo>
                    <a:pt x="2" y="327"/>
                    <a:pt x="2" y="327"/>
                    <a:pt x="2" y="327"/>
                  </a:cubicBezTo>
                  <a:cubicBezTo>
                    <a:pt x="1" y="328"/>
                    <a:pt x="0" y="329"/>
                    <a:pt x="0" y="331"/>
                  </a:cubicBezTo>
                  <a:cubicBezTo>
                    <a:pt x="0" y="333"/>
                    <a:pt x="0" y="334"/>
                    <a:pt x="2" y="336"/>
                  </a:cubicBezTo>
                  <a:cubicBezTo>
                    <a:pt x="10" y="345"/>
                    <a:pt x="10" y="345"/>
                    <a:pt x="10" y="345"/>
                  </a:cubicBezTo>
                  <a:cubicBezTo>
                    <a:pt x="11" y="346"/>
                    <a:pt x="13" y="347"/>
                    <a:pt x="15" y="347"/>
                  </a:cubicBezTo>
                  <a:cubicBezTo>
                    <a:pt x="16" y="347"/>
                    <a:pt x="18" y="346"/>
                    <a:pt x="19" y="345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306" y="225"/>
                    <a:pt x="306" y="225"/>
                    <a:pt x="306" y="225"/>
                  </a:cubicBezTo>
                  <a:cubicBezTo>
                    <a:pt x="521" y="57"/>
                    <a:pt x="521" y="57"/>
                    <a:pt x="521" y="57"/>
                  </a:cubicBezTo>
                  <a:cubicBezTo>
                    <a:pt x="529" y="68"/>
                    <a:pt x="529" y="68"/>
                    <a:pt x="529" y="68"/>
                  </a:cubicBezTo>
                  <a:cubicBezTo>
                    <a:pt x="530" y="69"/>
                    <a:pt x="531" y="69"/>
                    <a:pt x="533" y="69"/>
                  </a:cubicBezTo>
                  <a:cubicBezTo>
                    <a:pt x="534" y="69"/>
                    <a:pt x="535" y="68"/>
                    <a:pt x="536" y="67"/>
                  </a:cubicBezTo>
                  <a:lnTo>
                    <a:pt x="572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737473" y="865486"/>
            <a:ext cx="3341370" cy="16168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8000" b="1" dirty="0">
                <a:solidFill>
                  <a:srgbClr val="676661"/>
                </a:solidFill>
              </a:rPr>
              <a:t>创新点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875506" y="2107168"/>
            <a:ext cx="3065304" cy="161214"/>
            <a:chOff x="2186940" y="5110307"/>
            <a:chExt cx="1981835" cy="161214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21869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34061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平行四边形 51"/>
            <p:cNvSpPr/>
            <p:nvPr/>
          </p:nvSpPr>
          <p:spPr>
            <a:xfrm flipH="1">
              <a:off x="3131018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平行四边形 52"/>
            <p:cNvSpPr/>
            <p:nvPr/>
          </p:nvSpPr>
          <p:spPr>
            <a:xfrm flipH="1">
              <a:off x="3067986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平行四边形 53"/>
            <p:cNvSpPr/>
            <p:nvPr/>
          </p:nvSpPr>
          <p:spPr>
            <a:xfrm flipH="1">
              <a:off x="3191343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5" name="矩形 54"/>
          <p:cNvSpPr/>
          <p:nvPr/>
        </p:nvSpPr>
        <p:spPr>
          <a:xfrm>
            <a:off x="2719665" y="3373160"/>
            <a:ext cx="140462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开源精神</a:t>
            </a:r>
          </a:p>
        </p:txBody>
      </p:sp>
      <p:sp>
        <p:nvSpPr>
          <p:cNvPr id="56" name="矩形 55"/>
          <p:cNvSpPr/>
          <p:nvPr/>
        </p:nvSpPr>
        <p:spPr>
          <a:xfrm>
            <a:off x="5879822" y="1646158"/>
            <a:ext cx="140462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技术思维</a:t>
            </a:r>
          </a:p>
        </p:txBody>
      </p:sp>
      <p:sp>
        <p:nvSpPr>
          <p:cNvPr id="57" name="矩形 56"/>
          <p:cNvSpPr/>
          <p:nvPr/>
        </p:nvSpPr>
        <p:spPr>
          <a:xfrm>
            <a:off x="7370981" y="4135398"/>
            <a:ext cx="1577459" cy="91344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 algn="ctr" defTabSz="914400"/>
            <a:r>
              <a:rPr lang="en-US" altLang="zh-CN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AIGC</a:t>
            </a:r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工具的应用</a:t>
            </a:r>
          </a:p>
        </p:txBody>
      </p:sp>
      <p:sp>
        <p:nvSpPr>
          <p:cNvPr id="15" name="流程图: 可选过程 14"/>
          <p:cNvSpPr/>
          <p:nvPr userDrawn="1"/>
        </p:nvSpPr>
        <p:spPr>
          <a:xfrm>
            <a:off x="7559953" y="558800"/>
            <a:ext cx="3869690" cy="1229876"/>
          </a:xfrm>
          <a:prstGeom prst="flowChartAlternateProcess">
            <a:avLst/>
          </a:prstGeom>
          <a:solidFill>
            <a:srgbClr val="6766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不追求大而全，采用“最小可行产品”理念，快速迭代</a:t>
            </a:r>
          </a:p>
        </p:txBody>
      </p:sp>
      <p:sp>
        <p:nvSpPr>
          <p:cNvPr id="19" name="流程图: 可选过程 18"/>
          <p:cNvSpPr/>
          <p:nvPr userDrawn="1"/>
        </p:nvSpPr>
        <p:spPr>
          <a:xfrm>
            <a:off x="7080647" y="5560814"/>
            <a:ext cx="4387096" cy="752078"/>
          </a:xfrm>
          <a:prstGeom prst="flowChartAlternateProcess">
            <a:avLst/>
          </a:prstGeom>
          <a:solidFill>
            <a:srgbClr val="6766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充分利用开源技术栈，降低开发门槛</a:t>
            </a:r>
          </a:p>
        </p:txBody>
      </p:sp>
      <p:sp>
        <p:nvSpPr>
          <p:cNvPr id="58" name="流程图: 可选过程 57"/>
          <p:cNvSpPr/>
          <p:nvPr userDrawn="1"/>
        </p:nvSpPr>
        <p:spPr>
          <a:xfrm>
            <a:off x="297061" y="4601170"/>
            <a:ext cx="3333909" cy="1277938"/>
          </a:xfrm>
          <a:prstGeom prst="flowChartAlternateProcess">
            <a:avLst/>
          </a:prstGeom>
          <a:solidFill>
            <a:srgbClr val="6766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会使用</a:t>
            </a:r>
            <a:r>
              <a:rPr lang="en-US" altLang="zh-CN">
                <a:solidFill>
                  <a:schemeClr val="bg1"/>
                </a:solidFill>
              </a:rPr>
              <a:t>AI</a:t>
            </a:r>
            <a:r>
              <a:rPr lang="zh-CN" altLang="en-US">
                <a:solidFill>
                  <a:schemeClr val="bg1"/>
                </a:solidFill>
              </a:rPr>
              <a:t>辅助进行代码生成与优化，体现对现代开发工具的掌握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7C7C13E-03E0-88DF-F70F-97BB9D0C82EC}"/>
              </a:ext>
            </a:extLst>
          </p:cNvPr>
          <p:cNvSpPr txBox="1"/>
          <p:nvPr/>
        </p:nvSpPr>
        <p:spPr>
          <a:xfrm>
            <a:off x="3651607" y="3621497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我讲的开源精神和技术思维上不得台面其实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F0A3372-1868-4483-5972-9CBE18B641E6}"/>
              </a:ext>
            </a:extLst>
          </p:cNvPr>
          <p:cNvSpPr txBox="1"/>
          <p:nvPr/>
        </p:nvSpPr>
        <p:spPr>
          <a:xfrm>
            <a:off x="4445257" y="4270337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创新点我会再告诉你们</a:t>
            </a:r>
            <a:endParaRPr lang="en-US" altLang="zh-CN" dirty="0"/>
          </a:p>
          <a:p>
            <a:r>
              <a:rPr lang="zh-CN" altLang="en-US" dirty="0"/>
              <a:t>改一下文字就可以</a:t>
            </a: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</p:spPr>
      </p:pic>
      <p:sp>
        <p:nvSpPr>
          <p:cNvPr id="6" name="任意多边形 5"/>
          <p:cNvSpPr/>
          <p:nvPr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5" name="组合 144"/>
          <p:cNvGrpSpPr/>
          <p:nvPr/>
        </p:nvGrpSpPr>
        <p:grpSpPr>
          <a:xfrm>
            <a:off x="3683901" y="345797"/>
            <a:ext cx="4820918" cy="4822970"/>
            <a:chOff x="4170953" y="833056"/>
            <a:chExt cx="3846813" cy="3848451"/>
          </a:xfrm>
        </p:grpSpPr>
        <p:grpSp>
          <p:nvGrpSpPr>
            <p:cNvPr id="131" name="组合 130"/>
            <p:cNvGrpSpPr/>
            <p:nvPr/>
          </p:nvGrpSpPr>
          <p:grpSpPr>
            <a:xfrm>
              <a:off x="4170953" y="833056"/>
              <a:ext cx="3846813" cy="3848451"/>
              <a:chOff x="4170953" y="833056"/>
              <a:chExt cx="3846813" cy="3848451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4273247" y="926495"/>
                <a:ext cx="3645505" cy="3645505"/>
                <a:chOff x="3651549" y="975481"/>
                <a:chExt cx="2929467" cy="2929467"/>
              </a:xfrm>
            </p:grpSpPr>
            <p:sp>
              <p:nvSpPr>
                <p:cNvPr id="10" name="椭圆 9"/>
                <p:cNvSpPr/>
                <p:nvPr/>
              </p:nvSpPr>
              <p:spPr>
                <a:xfrm>
                  <a:off x="3651549" y="975481"/>
                  <a:ext cx="2929467" cy="2929467"/>
                </a:xfrm>
                <a:prstGeom prst="ellipse">
                  <a:avLst/>
                </a:prstGeom>
                <a:solidFill>
                  <a:srgbClr val="F5F0E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椭圆 10"/>
                <p:cNvSpPr/>
                <p:nvPr/>
              </p:nvSpPr>
              <p:spPr>
                <a:xfrm>
                  <a:off x="3856282" y="1186757"/>
                  <a:ext cx="2520000" cy="2519829"/>
                </a:xfrm>
                <a:prstGeom prst="ellipse">
                  <a:avLst/>
                </a:prstGeom>
                <a:solidFill>
                  <a:srgbClr val="79A5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1" name="直接连接符 30"/>
              <p:cNvCxnSpPr/>
              <p:nvPr/>
            </p:nvCxnSpPr>
            <p:spPr>
              <a:xfrm rot="-5400000" flipH="1">
                <a:off x="4224639" y="255943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 rot="-4976471" flipH="1">
                <a:off x="4237730" y="234718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rot="-4552941" flipH="1">
                <a:off x="4276806" y="21381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rot="-4129412" flipH="1">
                <a:off x="4341273" y="193550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-3705882" flipH="1">
                <a:off x="4430155" y="174231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rot="-3282353" flipH="1">
                <a:off x="4542104" y="156150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rot="-2858823" flipH="1">
                <a:off x="4675423" y="139583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rot="-2435294" flipH="1">
                <a:off x="4828091" y="124779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rot="-2011765" flipH="1">
                <a:off x="4997794" y="111963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rot="-1588235" flipH="1">
                <a:off x="5181960" y="101331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rot="-1164706" flipH="1">
                <a:off x="5377796" y="93042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rot="-741177" flipH="1">
                <a:off x="5582334" y="8722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 rot="-317647" flipH="1">
                <a:off x="5792473" y="83960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rot="105883" flipH="1">
                <a:off x="6005028" y="83305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rot="529412" flipH="1">
                <a:off x="6216777" y="85267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 rot="952941" flipH="1">
                <a:off x="6424510" y="8981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rot="1376471" flipH="1">
                <a:off x="6625077" y="9688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rot="1800000" flipH="1">
                <a:off x="6815439" y="10636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rot="2223529" flipH="1">
                <a:off x="6992710" y="11811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 rot="2647059" flipH="1">
                <a:off x="7154201" y="13194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rot="3070588" flipH="1">
                <a:off x="7297467" y="147661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rot="3494117" flipH="1">
                <a:off x="7420334" y="165018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rot="3917647" flipH="1">
                <a:off x="7520940" y="18375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rot="4341176" flipH="1">
                <a:off x="7597760" y="203583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rot="4764706" flipH="1">
                <a:off x="7649630" y="22420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rot="5188236" flipH="1">
                <a:off x="7675763" y="24531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rot="5611765" flipH="1">
                <a:off x="7675763" y="26657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rot="6035294" flipH="1">
                <a:off x="7649630" y="28768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rot="6458824" flipH="1">
                <a:off x="7597760" y="308304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rot="6882353" flipH="1">
                <a:off x="7520940" y="32813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rot="7305883" flipH="1">
                <a:off x="7420334" y="346869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rot="7729412" flipH="1">
                <a:off x="7297467" y="36422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rot="8152941" flipH="1">
                <a:off x="7154201" y="379941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 rot="8576471" flipH="1">
                <a:off x="6992710" y="39377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 rot="9000000" flipH="1">
                <a:off x="6815439" y="40552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 rot="9423529" flipH="1">
                <a:off x="6625077" y="41500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rot="9847059" flipH="1">
                <a:off x="6424509" y="42207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rot="10270589" flipH="1">
                <a:off x="6216777" y="426619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 rot="10694117" flipH="1">
                <a:off x="6005028" y="428581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rot="11117648" flipH="1">
                <a:off x="5792473" y="42792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 rot="11541176" flipH="1">
                <a:off x="5582334" y="42466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 rot="11964706" flipH="1">
                <a:off x="5377796" y="418845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 rot="12388235" flipH="1">
                <a:off x="5181960" y="410556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 rot="12811765" flipH="1">
                <a:off x="4997794" y="399923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 rot="13235294" flipH="1">
                <a:off x="4828092" y="387108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rot="13658824" flipH="1">
                <a:off x="4675423" y="372304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rot="14082352" flipH="1">
                <a:off x="4542104" y="35573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rot="14505883" flipH="1">
                <a:off x="4430155" y="337656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rot="14929413" flipH="1">
                <a:off x="4341273" y="318337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 rot="15352941" flipH="1">
                <a:off x="4276806" y="29807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rot="15776472" flipH="1">
                <a:off x="4237730" y="277168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组合 136"/>
            <p:cNvGrpSpPr/>
            <p:nvPr/>
          </p:nvGrpSpPr>
          <p:grpSpPr>
            <a:xfrm>
              <a:off x="5093797" y="2186051"/>
              <a:ext cx="1999050" cy="158900"/>
              <a:chOff x="5010088" y="1993966"/>
              <a:chExt cx="1999050" cy="158900"/>
            </a:xfrm>
          </p:grpSpPr>
          <p:cxnSp>
            <p:nvCxnSpPr>
              <p:cNvPr id="133" name="直接连接符 132"/>
              <p:cNvCxnSpPr/>
              <p:nvPr/>
            </p:nvCxnSpPr>
            <p:spPr>
              <a:xfrm>
                <a:off x="5010088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>
                <a:off x="6109586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椭圆 135"/>
              <p:cNvSpPr/>
              <p:nvPr/>
            </p:nvSpPr>
            <p:spPr>
              <a:xfrm>
                <a:off x="5932484" y="1993966"/>
                <a:ext cx="158900" cy="158900"/>
              </a:xfrm>
              <a:prstGeom prst="ellipse">
                <a:avLst/>
              </a:prstGeom>
              <a:noFill/>
              <a:ln>
                <a:solidFill>
                  <a:srgbClr val="F5F0E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38" name="矩形 137"/>
            <p:cNvSpPr/>
            <p:nvPr/>
          </p:nvSpPr>
          <p:spPr>
            <a:xfrm>
              <a:off x="5282883" y="1616208"/>
              <a:ext cx="1620880" cy="5157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 defTabSz="914400"/>
              <a:r>
                <a:rPr lang="zh-CN" altLang="en-US" sz="3600" kern="0" dirty="0">
                  <a:solidFill>
                    <a:srgbClr val="F5F0E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第四部分</a:t>
              </a:r>
            </a:p>
          </p:txBody>
        </p:sp>
        <p:sp>
          <p:nvSpPr>
            <p:cNvPr id="139" name="矩形 138"/>
            <p:cNvSpPr/>
            <p:nvPr/>
          </p:nvSpPr>
          <p:spPr>
            <a:xfrm>
              <a:off x="4559561" y="2396875"/>
              <a:ext cx="3067521" cy="6622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rgbClr val="F5F0EA"/>
                  </a:solidFill>
                </a:rPr>
                <a:t>『</a:t>
              </a:r>
              <a:r>
                <a:rPr lang="zh-CN" altLang="en-US" sz="4800" b="1" dirty="0">
                  <a:solidFill>
                    <a:srgbClr val="F5F0EA"/>
                  </a:solidFill>
                </a:rPr>
                <a:t>项目规划</a:t>
              </a:r>
              <a:r>
                <a:rPr lang="en-US" altLang="zh-CN" sz="4800" b="1" dirty="0">
                  <a:solidFill>
                    <a:srgbClr val="F5F0EA"/>
                  </a:solidFill>
                </a:rPr>
                <a:t>』</a:t>
              </a:r>
            </a:p>
          </p:txBody>
        </p:sp>
        <p:grpSp>
          <p:nvGrpSpPr>
            <p:cNvPr id="140" name="Group 67"/>
            <p:cNvGrpSpPr>
              <a:grpSpLocks noChangeAspect="1"/>
            </p:cNvGrpSpPr>
            <p:nvPr/>
          </p:nvGrpSpPr>
          <p:grpSpPr bwMode="auto">
            <a:xfrm>
              <a:off x="5486103" y="3161047"/>
              <a:ext cx="1214438" cy="898525"/>
              <a:chOff x="6149" y="2123"/>
              <a:chExt cx="765" cy="566"/>
            </a:xfrm>
            <a:solidFill>
              <a:srgbClr val="F5F0EA"/>
            </a:solidFill>
          </p:grpSpPr>
          <p:sp>
            <p:nvSpPr>
              <p:cNvPr id="141" name="Freeform 68"/>
              <p:cNvSpPr/>
              <p:nvPr/>
            </p:nvSpPr>
            <p:spPr bwMode="auto">
              <a:xfrm>
                <a:off x="6281" y="2401"/>
                <a:ext cx="501" cy="288"/>
              </a:xfrm>
              <a:custGeom>
                <a:avLst/>
                <a:gdLst>
                  <a:gd name="T0" fmla="*/ 485 w 524"/>
                  <a:gd name="T1" fmla="*/ 56 h 300"/>
                  <a:gd name="T2" fmla="*/ 473 w 524"/>
                  <a:gd name="T3" fmla="*/ 36 h 300"/>
                  <a:gd name="T4" fmla="*/ 450 w 524"/>
                  <a:gd name="T5" fmla="*/ 26 h 300"/>
                  <a:gd name="T6" fmla="*/ 318 w 524"/>
                  <a:gd name="T7" fmla="*/ 0 h 300"/>
                  <a:gd name="T8" fmla="*/ 356 w 524"/>
                  <a:gd name="T9" fmla="*/ 25 h 300"/>
                  <a:gd name="T10" fmla="*/ 296 w 524"/>
                  <a:gd name="T11" fmla="*/ 215 h 300"/>
                  <a:gd name="T12" fmla="*/ 262 w 524"/>
                  <a:gd name="T13" fmla="*/ 74 h 300"/>
                  <a:gd name="T14" fmla="*/ 228 w 524"/>
                  <a:gd name="T15" fmla="*/ 215 h 300"/>
                  <a:gd name="T16" fmla="*/ 168 w 524"/>
                  <a:gd name="T17" fmla="*/ 25 h 300"/>
                  <a:gd name="T18" fmla="*/ 206 w 524"/>
                  <a:gd name="T19" fmla="*/ 0 h 300"/>
                  <a:gd name="T20" fmla="*/ 74 w 524"/>
                  <a:gd name="T21" fmla="*/ 26 h 300"/>
                  <a:gd name="T22" fmla="*/ 51 w 524"/>
                  <a:gd name="T23" fmla="*/ 36 h 300"/>
                  <a:gd name="T24" fmla="*/ 39 w 524"/>
                  <a:gd name="T25" fmla="*/ 56 h 300"/>
                  <a:gd name="T26" fmla="*/ 0 w 524"/>
                  <a:gd name="T27" fmla="*/ 228 h 300"/>
                  <a:gd name="T28" fmla="*/ 73 w 524"/>
                  <a:gd name="T29" fmla="*/ 254 h 300"/>
                  <a:gd name="T30" fmla="*/ 249 w 524"/>
                  <a:gd name="T31" fmla="*/ 300 h 300"/>
                  <a:gd name="T32" fmla="*/ 262 w 524"/>
                  <a:gd name="T33" fmla="*/ 300 h 300"/>
                  <a:gd name="T34" fmla="*/ 275 w 524"/>
                  <a:gd name="T35" fmla="*/ 300 h 300"/>
                  <a:gd name="T36" fmla="*/ 451 w 524"/>
                  <a:gd name="T37" fmla="*/ 254 h 300"/>
                  <a:gd name="T38" fmla="*/ 524 w 524"/>
                  <a:gd name="T39" fmla="*/ 228 h 300"/>
                  <a:gd name="T40" fmla="*/ 485 w 524"/>
                  <a:gd name="T41" fmla="*/ 56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24" h="300">
                    <a:moveTo>
                      <a:pt x="485" y="56"/>
                    </a:moveTo>
                    <a:cubicBezTo>
                      <a:pt x="484" y="48"/>
                      <a:pt x="479" y="41"/>
                      <a:pt x="473" y="36"/>
                    </a:cubicBezTo>
                    <a:cubicBezTo>
                      <a:pt x="467" y="30"/>
                      <a:pt x="459" y="27"/>
                      <a:pt x="450" y="26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56" y="25"/>
                      <a:pt x="356" y="25"/>
                      <a:pt x="356" y="25"/>
                    </a:cubicBezTo>
                    <a:cubicBezTo>
                      <a:pt x="296" y="215"/>
                      <a:pt x="296" y="215"/>
                      <a:pt x="296" y="215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28" y="215"/>
                      <a:pt x="228" y="215"/>
                      <a:pt x="228" y="215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206" y="0"/>
                      <a:pt x="206" y="0"/>
                      <a:pt x="206" y="0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65" y="27"/>
                      <a:pt x="57" y="30"/>
                      <a:pt x="51" y="36"/>
                    </a:cubicBezTo>
                    <a:cubicBezTo>
                      <a:pt x="45" y="41"/>
                      <a:pt x="40" y="48"/>
                      <a:pt x="39" y="56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3" y="254"/>
                      <a:pt x="73" y="254"/>
                      <a:pt x="73" y="254"/>
                    </a:cubicBezTo>
                    <a:cubicBezTo>
                      <a:pt x="98" y="279"/>
                      <a:pt x="167" y="298"/>
                      <a:pt x="249" y="300"/>
                    </a:cubicBezTo>
                    <a:cubicBezTo>
                      <a:pt x="262" y="300"/>
                      <a:pt x="262" y="300"/>
                      <a:pt x="262" y="300"/>
                    </a:cubicBezTo>
                    <a:cubicBezTo>
                      <a:pt x="275" y="300"/>
                      <a:pt x="275" y="300"/>
                      <a:pt x="275" y="300"/>
                    </a:cubicBezTo>
                    <a:cubicBezTo>
                      <a:pt x="357" y="298"/>
                      <a:pt x="426" y="279"/>
                      <a:pt x="451" y="254"/>
                    </a:cubicBezTo>
                    <a:cubicBezTo>
                      <a:pt x="524" y="228"/>
                      <a:pt x="524" y="228"/>
                      <a:pt x="524" y="228"/>
                    </a:cubicBezTo>
                    <a:lnTo>
                      <a:pt x="48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2" name="Freeform 69"/>
              <p:cNvSpPr/>
              <p:nvPr/>
            </p:nvSpPr>
            <p:spPr bwMode="auto">
              <a:xfrm>
                <a:off x="6503" y="2419"/>
                <a:ext cx="57" cy="53"/>
              </a:xfrm>
              <a:custGeom>
                <a:avLst/>
                <a:gdLst>
                  <a:gd name="T0" fmla="*/ 29 w 57"/>
                  <a:gd name="T1" fmla="*/ 0 h 53"/>
                  <a:gd name="T2" fmla="*/ 0 w 57"/>
                  <a:gd name="T3" fmla="*/ 11 h 53"/>
                  <a:gd name="T4" fmla="*/ 29 w 57"/>
                  <a:gd name="T5" fmla="*/ 53 h 53"/>
                  <a:gd name="T6" fmla="*/ 57 w 57"/>
                  <a:gd name="T7" fmla="*/ 11 h 53"/>
                  <a:gd name="T8" fmla="*/ 29 w 57"/>
                  <a:gd name="T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3">
                    <a:moveTo>
                      <a:pt x="29" y="0"/>
                    </a:moveTo>
                    <a:lnTo>
                      <a:pt x="0" y="11"/>
                    </a:lnTo>
                    <a:lnTo>
                      <a:pt x="29" y="53"/>
                    </a:lnTo>
                    <a:lnTo>
                      <a:pt x="57" y="1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3" name="Freeform 70"/>
              <p:cNvSpPr/>
              <p:nvPr/>
            </p:nvSpPr>
            <p:spPr bwMode="auto">
              <a:xfrm>
                <a:off x="6410" y="2123"/>
                <a:ext cx="243" cy="292"/>
              </a:xfrm>
              <a:custGeom>
                <a:avLst/>
                <a:gdLst>
                  <a:gd name="T0" fmla="*/ 240 w 254"/>
                  <a:gd name="T1" fmla="*/ 140 h 304"/>
                  <a:gd name="T2" fmla="*/ 127 w 254"/>
                  <a:gd name="T3" fmla="*/ 0 h 304"/>
                  <a:gd name="T4" fmla="*/ 14 w 254"/>
                  <a:gd name="T5" fmla="*/ 140 h 304"/>
                  <a:gd name="T6" fmla="*/ 8 w 254"/>
                  <a:gd name="T7" fmla="*/ 177 h 304"/>
                  <a:gd name="T8" fmla="*/ 26 w 254"/>
                  <a:gd name="T9" fmla="*/ 202 h 304"/>
                  <a:gd name="T10" fmla="*/ 127 w 254"/>
                  <a:gd name="T11" fmla="*/ 304 h 304"/>
                  <a:gd name="T12" fmla="*/ 228 w 254"/>
                  <a:gd name="T13" fmla="*/ 202 h 304"/>
                  <a:gd name="T14" fmla="*/ 246 w 254"/>
                  <a:gd name="T15" fmla="*/ 177 h 304"/>
                  <a:gd name="T16" fmla="*/ 240 w 254"/>
                  <a:gd name="T17" fmla="*/ 14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4" h="304">
                    <a:moveTo>
                      <a:pt x="240" y="140"/>
                    </a:moveTo>
                    <a:cubicBezTo>
                      <a:pt x="240" y="61"/>
                      <a:pt x="208" y="0"/>
                      <a:pt x="127" y="0"/>
                    </a:cubicBezTo>
                    <a:cubicBezTo>
                      <a:pt x="46" y="0"/>
                      <a:pt x="14" y="62"/>
                      <a:pt x="14" y="140"/>
                    </a:cubicBezTo>
                    <a:cubicBezTo>
                      <a:pt x="5" y="144"/>
                      <a:pt x="0" y="154"/>
                      <a:pt x="8" y="177"/>
                    </a:cubicBezTo>
                    <a:cubicBezTo>
                      <a:pt x="12" y="188"/>
                      <a:pt x="20" y="197"/>
                      <a:pt x="26" y="202"/>
                    </a:cubicBezTo>
                    <a:cubicBezTo>
                      <a:pt x="49" y="260"/>
                      <a:pt x="94" y="304"/>
                      <a:pt x="127" y="304"/>
                    </a:cubicBezTo>
                    <a:cubicBezTo>
                      <a:pt x="160" y="304"/>
                      <a:pt x="205" y="260"/>
                      <a:pt x="228" y="202"/>
                    </a:cubicBezTo>
                    <a:cubicBezTo>
                      <a:pt x="234" y="197"/>
                      <a:pt x="242" y="188"/>
                      <a:pt x="246" y="177"/>
                    </a:cubicBezTo>
                    <a:cubicBezTo>
                      <a:pt x="254" y="154"/>
                      <a:pt x="249" y="144"/>
                      <a:pt x="240" y="1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4" name="Freeform 71"/>
              <p:cNvSpPr>
                <a:spLocks noEditPoints="1"/>
              </p:cNvSpPr>
              <p:nvPr/>
            </p:nvSpPr>
            <p:spPr bwMode="auto">
              <a:xfrm>
                <a:off x="6149" y="2218"/>
                <a:ext cx="765" cy="365"/>
              </a:xfrm>
              <a:custGeom>
                <a:avLst/>
                <a:gdLst>
                  <a:gd name="T0" fmla="*/ 128 w 800"/>
                  <a:gd name="T1" fmla="*/ 380 h 380"/>
                  <a:gd name="T2" fmla="*/ 48 w 800"/>
                  <a:gd name="T3" fmla="*/ 352 h 380"/>
                  <a:gd name="T4" fmla="*/ 0 w 800"/>
                  <a:gd name="T5" fmla="*/ 336 h 380"/>
                  <a:gd name="T6" fmla="*/ 25 w 800"/>
                  <a:gd name="T7" fmla="*/ 224 h 380"/>
                  <a:gd name="T8" fmla="*/ 33 w 800"/>
                  <a:gd name="T9" fmla="*/ 211 h 380"/>
                  <a:gd name="T10" fmla="*/ 48 w 800"/>
                  <a:gd name="T11" fmla="*/ 204 h 380"/>
                  <a:gd name="T12" fmla="*/ 141 w 800"/>
                  <a:gd name="T13" fmla="*/ 183 h 380"/>
                  <a:gd name="T14" fmla="*/ 105 w 800"/>
                  <a:gd name="T15" fmla="*/ 131 h 380"/>
                  <a:gd name="T16" fmla="*/ 93 w 800"/>
                  <a:gd name="T17" fmla="*/ 114 h 380"/>
                  <a:gd name="T18" fmla="*/ 97 w 800"/>
                  <a:gd name="T19" fmla="*/ 90 h 380"/>
                  <a:gd name="T20" fmla="*/ 170 w 800"/>
                  <a:gd name="T21" fmla="*/ 0 h 380"/>
                  <a:gd name="T22" fmla="*/ 170 w 800"/>
                  <a:gd name="T23" fmla="*/ 0 h 380"/>
                  <a:gd name="T24" fmla="*/ 244 w 800"/>
                  <a:gd name="T25" fmla="*/ 90 h 380"/>
                  <a:gd name="T26" fmla="*/ 247 w 800"/>
                  <a:gd name="T27" fmla="*/ 114 h 380"/>
                  <a:gd name="T28" fmla="*/ 236 w 800"/>
                  <a:gd name="T29" fmla="*/ 131 h 380"/>
                  <a:gd name="T30" fmla="*/ 199 w 800"/>
                  <a:gd name="T31" fmla="*/ 183 h 380"/>
                  <a:gd name="T32" fmla="*/ 240 w 800"/>
                  <a:gd name="T33" fmla="*/ 192 h 380"/>
                  <a:gd name="T34" fmla="*/ 209 w 800"/>
                  <a:gd name="T35" fmla="*/ 199 h 380"/>
                  <a:gd name="T36" fmla="*/ 177 w 800"/>
                  <a:gd name="T37" fmla="*/ 213 h 380"/>
                  <a:gd name="T38" fmla="*/ 159 w 800"/>
                  <a:gd name="T39" fmla="*/ 243 h 380"/>
                  <a:gd name="T40" fmla="*/ 128 w 800"/>
                  <a:gd name="T41" fmla="*/ 380 h 380"/>
                  <a:gd name="T42" fmla="*/ 775 w 800"/>
                  <a:gd name="T43" fmla="*/ 224 h 380"/>
                  <a:gd name="T44" fmla="*/ 767 w 800"/>
                  <a:gd name="T45" fmla="*/ 211 h 380"/>
                  <a:gd name="T46" fmla="*/ 752 w 800"/>
                  <a:gd name="T47" fmla="*/ 204 h 380"/>
                  <a:gd name="T48" fmla="*/ 659 w 800"/>
                  <a:gd name="T49" fmla="*/ 183 h 380"/>
                  <a:gd name="T50" fmla="*/ 695 w 800"/>
                  <a:gd name="T51" fmla="*/ 131 h 380"/>
                  <a:gd name="T52" fmla="*/ 707 w 800"/>
                  <a:gd name="T53" fmla="*/ 114 h 380"/>
                  <a:gd name="T54" fmla="*/ 703 w 800"/>
                  <a:gd name="T55" fmla="*/ 90 h 380"/>
                  <a:gd name="T56" fmla="*/ 630 w 800"/>
                  <a:gd name="T57" fmla="*/ 0 h 380"/>
                  <a:gd name="T58" fmla="*/ 630 w 800"/>
                  <a:gd name="T59" fmla="*/ 0 h 380"/>
                  <a:gd name="T60" fmla="*/ 556 w 800"/>
                  <a:gd name="T61" fmla="*/ 90 h 380"/>
                  <a:gd name="T62" fmla="*/ 553 w 800"/>
                  <a:gd name="T63" fmla="*/ 114 h 380"/>
                  <a:gd name="T64" fmla="*/ 564 w 800"/>
                  <a:gd name="T65" fmla="*/ 131 h 380"/>
                  <a:gd name="T66" fmla="*/ 601 w 800"/>
                  <a:gd name="T67" fmla="*/ 183 h 380"/>
                  <a:gd name="T68" fmla="*/ 560 w 800"/>
                  <a:gd name="T69" fmla="*/ 192 h 380"/>
                  <a:gd name="T70" fmla="*/ 591 w 800"/>
                  <a:gd name="T71" fmla="*/ 199 h 380"/>
                  <a:gd name="T72" fmla="*/ 623 w 800"/>
                  <a:gd name="T73" fmla="*/ 213 h 380"/>
                  <a:gd name="T74" fmla="*/ 641 w 800"/>
                  <a:gd name="T75" fmla="*/ 243 h 380"/>
                  <a:gd name="T76" fmla="*/ 672 w 800"/>
                  <a:gd name="T77" fmla="*/ 380 h 380"/>
                  <a:gd name="T78" fmla="*/ 752 w 800"/>
                  <a:gd name="T79" fmla="*/ 352 h 380"/>
                  <a:gd name="T80" fmla="*/ 800 w 800"/>
                  <a:gd name="T81" fmla="*/ 336 h 380"/>
                  <a:gd name="T82" fmla="*/ 775 w 800"/>
                  <a:gd name="T83" fmla="*/ 224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0" h="380">
                    <a:moveTo>
                      <a:pt x="128" y="380"/>
                    </a:moveTo>
                    <a:cubicBezTo>
                      <a:pt x="90" y="375"/>
                      <a:pt x="60" y="365"/>
                      <a:pt x="48" y="352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25" y="224"/>
                      <a:pt x="25" y="224"/>
                      <a:pt x="25" y="224"/>
                    </a:cubicBezTo>
                    <a:cubicBezTo>
                      <a:pt x="27" y="219"/>
                      <a:pt x="29" y="215"/>
                      <a:pt x="33" y="211"/>
                    </a:cubicBezTo>
                    <a:cubicBezTo>
                      <a:pt x="38" y="207"/>
                      <a:pt x="43" y="205"/>
                      <a:pt x="48" y="204"/>
                    </a:cubicBezTo>
                    <a:cubicBezTo>
                      <a:pt x="141" y="183"/>
                      <a:pt x="141" y="183"/>
                      <a:pt x="141" y="183"/>
                    </a:cubicBezTo>
                    <a:cubicBezTo>
                      <a:pt x="127" y="171"/>
                      <a:pt x="113" y="152"/>
                      <a:pt x="105" y="131"/>
                    </a:cubicBezTo>
                    <a:cubicBezTo>
                      <a:pt x="101" y="128"/>
                      <a:pt x="96" y="122"/>
                      <a:pt x="93" y="114"/>
                    </a:cubicBezTo>
                    <a:cubicBezTo>
                      <a:pt x="88" y="100"/>
                      <a:pt x="91" y="93"/>
                      <a:pt x="97" y="90"/>
                    </a:cubicBezTo>
                    <a:cubicBezTo>
                      <a:pt x="97" y="40"/>
                      <a:pt x="118" y="0"/>
                      <a:pt x="170" y="0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223" y="0"/>
                      <a:pt x="244" y="40"/>
                      <a:pt x="244" y="90"/>
                    </a:cubicBezTo>
                    <a:cubicBezTo>
                      <a:pt x="249" y="93"/>
                      <a:pt x="253" y="100"/>
                      <a:pt x="247" y="114"/>
                    </a:cubicBezTo>
                    <a:cubicBezTo>
                      <a:pt x="245" y="122"/>
                      <a:pt x="240" y="128"/>
                      <a:pt x="236" y="131"/>
                    </a:cubicBezTo>
                    <a:cubicBezTo>
                      <a:pt x="227" y="152"/>
                      <a:pt x="213" y="171"/>
                      <a:pt x="199" y="183"/>
                    </a:cubicBezTo>
                    <a:cubicBezTo>
                      <a:pt x="240" y="192"/>
                      <a:pt x="240" y="192"/>
                      <a:pt x="240" y="192"/>
                    </a:cubicBezTo>
                    <a:cubicBezTo>
                      <a:pt x="209" y="199"/>
                      <a:pt x="209" y="199"/>
                      <a:pt x="209" y="199"/>
                    </a:cubicBezTo>
                    <a:cubicBezTo>
                      <a:pt x="197" y="200"/>
                      <a:pt x="186" y="205"/>
                      <a:pt x="177" y="213"/>
                    </a:cubicBezTo>
                    <a:cubicBezTo>
                      <a:pt x="168" y="221"/>
                      <a:pt x="162" y="231"/>
                      <a:pt x="159" y="243"/>
                    </a:cubicBezTo>
                    <a:lnTo>
                      <a:pt x="128" y="380"/>
                    </a:lnTo>
                    <a:close/>
                    <a:moveTo>
                      <a:pt x="775" y="224"/>
                    </a:moveTo>
                    <a:cubicBezTo>
                      <a:pt x="773" y="219"/>
                      <a:pt x="771" y="215"/>
                      <a:pt x="767" y="211"/>
                    </a:cubicBezTo>
                    <a:cubicBezTo>
                      <a:pt x="762" y="207"/>
                      <a:pt x="757" y="205"/>
                      <a:pt x="752" y="204"/>
                    </a:cubicBezTo>
                    <a:cubicBezTo>
                      <a:pt x="659" y="183"/>
                      <a:pt x="659" y="183"/>
                      <a:pt x="659" y="183"/>
                    </a:cubicBezTo>
                    <a:cubicBezTo>
                      <a:pt x="673" y="171"/>
                      <a:pt x="687" y="152"/>
                      <a:pt x="695" y="131"/>
                    </a:cubicBezTo>
                    <a:cubicBezTo>
                      <a:pt x="699" y="128"/>
                      <a:pt x="704" y="121"/>
                      <a:pt x="707" y="114"/>
                    </a:cubicBezTo>
                    <a:cubicBezTo>
                      <a:pt x="712" y="100"/>
                      <a:pt x="709" y="93"/>
                      <a:pt x="703" y="90"/>
                    </a:cubicBezTo>
                    <a:cubicBezTo>
                      <a:pt x="703" y="40"/>
                      <a:pt x="682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ubicBezTo>
                      <a:pt x="577" y="0"/>
                      <a:pt x="556" y="40"/>
                      <a:pt x="556" y="90"/>
                    </a:cubicBezTo>
                    <a:cubicBezTo>
                      <a:pt x="551" y="93"/>
                      <a:pt x="547" y="100"/>
                      <a:pt x="553" y="114"/>
                    </a:cubicBezTo>
                    <a:cubicBezTo>
                      <a:pt x="555" y="121"/>
                      <a:pt x="560" y="128"/>
                      <a:pt x="564" y="131"/>
                    </a:cubicBezTo>
                    <a:cubicBezTo>
                      <a:pt x="573" y="152"/>
                      <a:pt x="587" y="171"/>
                      <a:pt x="601" y="183"/>
                    </a:cubicBezTo>
                    <a:cubicBezTo>
                      <a:pt x="560" y="192"/>
                      <a:pt x="560" y="192"/>
                      <a:pt x="560" y="192"/>
                    </a:cubicBezTo>
                    <a:cubicBezTo>
                      <a:pt x="591" y="199"/>
                      <a:pt x="591" y="199"/>
                      <a:pt x="591" y="199"/>
                    </a:cubicBezTo>
                    <a:cubicBezTo>
                      <a:pt x="603" y="200"/>
                      <a:pt x="614" y="205"/>
                      <a:pt x="623" y="213"/>
                    </a:cubicBezTo>
                    <a:cubicBezTo>
                      <a:pt x="632" y="221"/>
                      <a:pt x="638" y="231"/>
                      <a:pt x="641" y="243"/>
                    </a:cubicBezTo>
                    <a:cubicBezTo>
                      <a:pt x="672" y="380"/>
                      <a:pt x="672" y="380"/>
                      <a:pt x="672" y="380"/>
                    </a:cubicBezTo>
                    <a:cubicBezTo>
                      <a:pt x="710" y="375"/>
                      <a:pt x="740" y="365"/>
                      <a:pt x="752" y="352"/>
                    </a:cubicBezTo>
                    <a:cubicBezTo>
                      <a:pt x="800" y="336"/>
                      <a:pt x="800" y="336"/>
                      <a:pt x="800" y="336"/>
                    </a:cubicBezTo>
                    <a:lnTo>
                      <a:pt x="775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71418" y="184665"/>
            <a:ext cx="140462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里程计划</a:t>
            </a:r>
          </a:p>
        </p:txBody>
      </p:sp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4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107861" y="1329267"/>
            <a:ext cx="5144772" cy="4419600"/>
            <a:chOff x="951228" y="1329267"/>
            <a:chExt cx="5144772" cy="4419600"/>
          </a:xfrm>
        </p:grpSpPr>
        <p:sp>
          <p:nvSpPr>
            <p:cNvPr id="7" name="等腰三角形 6"/>
            <p:cNvSpPr/>
            <p:nvPr/>
          </p:nvSpPr>
          <p:spPr>
            <a:xfrm>
              <a:off x="951228" y="1329267"/>
              <a:ext cx="4419600" cy="4419600"/>
            </a:xfrm>
            <a:prstGeom prst="triangle">
              <a:avLst/>
            </a:prstGeom>
            <a:solidFill>
              <a:srgbClr val="79A5B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等腰三角形 11"/>
            <p:cNvSpPr/>
            <p:nvPr/>
          </p:nvSpPr>
          <p:spPr>
            <a:xfrm>
              <a:off x="1107861" y="1574658"/>
              <a:ext cx="4106334" cy="4106334"/>
            </a:xfrm>
            <a:prstGeom prst="triangle">
              <a:avLst/>
            </a:prstGeom>
            <a:noFill/>
            <a:ln w="38100">
              <a:solidFill>
                <a:srgbClr val="F5F0EA"/>
              </a:solidFill>
              <a:prstDash val="dash"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矩形 8"/>
            <p:cNvSpPr/>
            <p:nvPr/>
          </p:nvSpPr>
          <p:spPr>
            <a:xfrm>
              <a:off x="3366554" y="2329297"/>
              <a:ext cx="2729404" cy="821771"/>
            </a:xfrm>
            <a:prstGeom prst="rect">
              <a:avLst/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6801" tIns="176801" rIns="176801" bIns="176801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3200" b="1" dirty="0">
                  <a:solidFill>
                    <a:srgbClr val="F5F0EA"/>
                  </a:solidFill>
                </a:rPr>
                <a:t>第一阶段</a:t>
              </a:r>
              <a:endParaRPr lang="zh-CN" altLang="en-US" sz="2000" b="1" kern="1200" dirty="0">
                <a:solidFill>
                  <a:srgbClr val="F5F0EA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366554" y="3506275"/>
              <a:ext cx="2729446" cy="821770"/>
            </a:xfrm>
            <a:prstGeom prst="rect">
              <a:avLst/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6801" tIns="176801" rIns="176801" bIns="176801" numCol="1" spcCol="1270" anchor="ctr" anchorCtr="0">
              <a:noAutofit/>
            </a:bodyPr>
            <a:lstStyle/>
            <a:p>
              <a:pPr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3200" b="1" dirty="0">
                  <a:solidFill>
                    <a:srgbClr val="F5F0EA"/>
                  </a:solidFill>
                </a:rPr>
                <a:t>第二阶段</a:t>
              </a:r>
              <a:endParaRPr lang="zh-CN" altLang="en-US" sz="2000" b="1" dirty="0">
                <a:solidFill>
                  <a:srgbClr val="F5F0EA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366554" y="4683252"/>
              <a:ext cx="2729446" cy="778826"/>
            </a:xfrm>
            <a:prstGeom prst="rect">
              <a:avLst/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6801" tIns="176801" rIns="176801" bIns="176801" numCol="1" spcCol="1270" anchor="ctr" anchorCtr="0">
              <a:noAutofit/>
            </a:bodyPr>
            <a:lstStyle/>
            <a:p>
              <a:pPr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3200" b="1" dirty="0">
                  <a:solidFill>
                    <a:srgbClr val="F5F0EA"/>
                  </a:solidFill>
                </a:rPr>
                <a:t>关键节点</a:t>
              </a:r>
            </a:p>
          </p:txBody>
        </p:sp>
      </p:grpSp>
      <p:sp>
        <p:nvSpPr>
          <p:cNvPr id="13" name="矩形 12"/>
          <p:cNvSpPr/>
          <p:nvPr/>
        </p:nvSpPr>
        <p:spPr>
          <a:xfrm>
            <a:off x="6319552" y="2303070"/>
            <a:ext cx="4911481" cy="810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600">
              <a:lnSpc>
                <a:spcPct val="13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（当前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-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一月底）</a:t>
            </a:r>
          </a:p>
          <a:p>
            <a:pPr defTabSz="609600">
              <a:lnSpc>
                <a:spcPct val="13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  静态网站开发 -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&gt; 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产出高保真前端原型。   </a:t>
            </a:r>
          </a:p>
        </p:txBody>
      </p:sp>
      <p:sp>
        <p:nvSpPr>
          <p:cNvPr id="14" name="矩形 13"/>
          <p:cNvSpPr/>
          <p:nvPr/>
        </p:nvSpPr>
        <p:spPr>
          <a:xfrm>
            <a:off x="6319552" y="3493161"/>
            <a:ext cx="4911481" cy="810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600">
              <a:lnSpc>
                <a:spcPct val="13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（二月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-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四月）</a:t>
            </a:r>
          </a:p>
          <a:p>
            <a:pPr defTabSz="609600">
              <a:lnSpc>
                <a:spcPct val="13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  动态功能对接 -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&gt; 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实现前后端连通完成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MVP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。   </a:t>
            </a:r>
          </a:p>
        </p:txBody>
      </p:sp>
      <p:sp>
        <p:nvSpPr>
          <p:cNvPr id="15" name="矩形 14"/>
          <p:cNvSpPr/>
          <p:nvPr/>
        </p:nvSpPr>
        <p:spPr>
          <a:xfrm>
            <a:off x="6319552" y="4683252"/>
            <a:ext cx="4911481" cy="450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600">
              <a:lnSpc>
                <a:spcPct val="13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中期检查、结题答辩。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3610B26-3840-5A17-74E6-97208B01A9E8}"/>
              </a:ext>
            </a:extLst>
          </p:cNvPr>
          <p:cNvSpPr txBox="1"/>
          <p:nvPr/>
        </p:nvSpPr>
        <p:spPr>
          <a:xfrm>
            <a:off x="5995115" y="1329267"/>
            <a:ext cx="4108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把我高超的项目管理能力说的太普通了</a:t>
            </a:r>
            <a:endParaRPr lang="en-US" altLang="zh-CN" dirty="0"/>
          </a:p>
          <a:p>
            <a:r>
              <a:rPr lang="zh-CN" altLang="en-US" dirty="0"/>
              <a:t>这里我后面也讲一下</a:t>
            </a: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</p:spPr>
      </p:pic>
      <p:sp>
        <p:nvSpPr>
          <p:cNvPr id="6" name="任意多边形 5"/>
          <p:cNvSpPr/>
          <p:nvPr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5" name="组合 144"/>
          <p:cNvGrpSpPr/>
          <p:nvPr/>
        </p:nvGrpSpPr>
        <p:grpSpPr>
          <a:xfrm>
            <a:off x="3683901" y="345797"/>
            <a:ext cx="4820918" cy="4822970"/>
            <a:chOff x="4170953" y="833056"/>
            <a:chExt cx="3846813" cy="3848451"/>
          </a:xfrm>
        </p:grpSpPr>
        <p:grpSp>
          <p:nvGrpSpPr>
            <p:cNvPr id="131" name="组合 130"/>
            <p:cNvGrpSpPr/>
            <p:nvPr/>
          </p:nvGrpSpPr>
          <p:grpSpPr>
            <a:xfrm>
              <a:off x="4170953" y="833056"/>
              <a:ext cx="3846813" cy="3848451"/>
              <a:chOff x="4170953" y="833056"/>
              <a:chExt cx="3846813" cy="3848451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4273247" y="926495"/>
                <a:ext cx="3645505" cy="3645505"/>
                <a:chOff x="3651549" y="975481"/>
                <a:chExt cx="2929467" cy="2929467"/>
              </a:xfrm>
            </p:grpSpPr>
            <p:sp>
              <p:nvSpPr>
                <p:cNvPr id="10" name="椭圆 9"/>
                <p:cNvSpPr/>
                <p:nvPr/>
              </p:nvSpPr>
              <p:spPr>
                <a:xfrm>
                  <a:off x="3651549" y="975481"/>
                  <a:ext cx="2929467" cy="2929467"/>
                </a:xfrm>
                <a:prstGeom prst="ellipse">
                  <a:avLst/>
                </a:prstGeom>
                <a:solidFill>
                  <a:srgbClr val="F5F0E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椭圆 10"/>
                <p:cNvSpPr/>
                <p:nvPr/>
              </p:nvSpPr>
              <p:spPr>
                <a:xfrm>
                  <a:off x="3856282" y="1186757"/>
                  <a:ext cx="2520000" cy="2519829"/>
                </a:xfrm>
                <a:prstGeom prst="ellipse">
                  <a:avLst/>
                </a:prstGeom>
                <a:solidFill>
                  <a:srgbClr val="79A5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1" name="直接连接符 30"/>
              <p:cNvCxnSpPr/>
              <p:nvPr/>
            </p:nvCxnSpPr>
            <p:spPr>
              <a:xfrm rot="-5400000" flipH="1">
                <a:off x="4224639" y="255943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 rot="-4976471" flipH="1">
                <a:off x="4237730" y="234718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rot="-4552941" flipH="1">
                <a:off x="4276806" y="21381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rot="-4129412" flipH="1">
                <a:off x="4341273" y="193550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-3705882" flipH="1">
                <a:off x="4430155" y="174231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rot="-3282353" flipH="1">
                <a:off x="4542104" y="156150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rot="-2858823" flipH="1">
                <a:off x="4675423" y="139583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rot="-2435294" flipH="1">
                <a:off x="4828091" y="124779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rot="-2011765" flipH="1">
                <a:off x="4997794" y="111963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rot="-1588235" flipH="1">
                <a:off x="5181960" y="101331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rot="-1164706" flipH="1">
                <a:off x="5377796" y="93042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rot="-741177" flipH="1">
                <a:off x="5582334" y="8722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 rot="-317647" flipH="1">
                <a:off x="5792473" y="83960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rot="105883" flipH="1">
                <a:off x="6005028" y="83305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rot="529412" flipH="1">
                <a:off x="6216777" y="85267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 rot="952941" flipH="1">
                <a:off x="6424510" y="8981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rot="1376471" flipH="1">
                <a:off x="6625077" y="9688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rot="1800000" flipH="1">
                <a:off x="6815439" y="10636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rot="2223529" flipH="1">
                <a:off x="6992710" y="11811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 rot="2647059" flipH="1">
                <a:off x="7154201" y="13194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rot="3070588" flipH="1">
                <a:off x="7297467" y="147661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rot="3494117" flipH="1">
                <a:off x="7420334" y="165018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rot="3917647" flipH="1">
                <a:off x="7520940" y="18375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rot="4341176" flipH="1">
                <a:off x="7597760" y="203583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rot="4764706" flipH="1">
                <a:off x="7649630" y="22420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rot="5188236" flipH="1">
                <a:off x="7675763" y="24531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rot="5611765" flipH="1">
                <a:off x="7675763" y="26657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rot="6035294" flipH="1">
                <a:off x="7649630" y="28768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rot="6458824" flipH="1">
                <a:off x="7597760" y="308304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rot="6882353" flipH="1">
                <a:off x="7520940" y="32813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rot="7305883" flipH="1">
                <a:off x="7420334" y="346869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rot="7729412" flipH="1">
                <a:off x="7297467" y="36422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rot="8152941" flipH="1">
                <a:off x="7154201" y="379941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 rot="8576471" flipH="1">
                <a:off x="6992710" y="39377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 rot="9000000" flipH="1">
                <a:off x="6815439" y="40552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 rot="9423529" flipH="1">
                <a:off x="6625077" y="41500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rot="9847059" flipH="1">
                <a:off x="6424509" y="42207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rot="10270589" flipH="1">
                <a:off x="6216777" y="426619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 rot="10694117" flipH="1">
                <a:off x="6005028" y="428581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rot="11117648" flipH="1">
                <a:off x="5792473" y="42792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 rot="11541176" flipH="1">
                <a:off x="5582334" y="42466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 rot="11964706" flipH="1">
                <a:off x="5377796" y="418845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 rot="12388235" flipH="1">
                <a:off x="5181960" y="410556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 rot="12811765" flipH="1">
                <a:off x="4997794" y="399923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 rot="13235294" flipH="1">
                <a:off x="4828092" y="387108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rot="13658824" flipH="1">
                <a:off x="4675423" y="372304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rot="14082352" flipH="1">
                <a:off x="4542104" y="35573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rot="14505883" flipH="1">
                <a:off x="4430155" y="337656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rot="14929413" flipH="1">
                <a:off x="4341273" y="318337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 rot="15352941" flipH="1">
                <a:off x="4276806" y="29807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rot="15776472" flipH="1">
                <a:off x="4237730" y="277168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组合 136"/>
            <p:cNvGrpSpPr/>
            <p:nvPr/>
          </p:nvGrpSpPr>
          <p:grpSpPr>
            <a:xfrm>
              <a:off x="5093797" y="2186051"/>
              <a:ext cx="1999050" cy="158900"/>
              <a:chOff x="5010088" y="1993966"/>
              <a:chExt cx="1999050" cy="158900"/>
            </a:xfrm>
          </p:grpSpPr>
          <p:cxnSp>
            <p:nvCxnSpPr>
              <p:cNvPr id="133" name="直接连接符 132"/>
              <p:cNvCxnSpPr/>
              <p:nvPr/>
            </p:nvCxnSpPr>
            <p:spPr>
              <a:xfrm>
                <a:off x="5010088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>
                <a:off x="6109586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椭圆 135"/>
              <p:cNvSpPr/>
              <p:nvPr/>
            </p:nvSpPr>
            <p:spPr>
              <a:xfrm>
                <a:off x="5932484" y="1993966"/>
                <a:ext cx="158900" cy="158900"/>
              </a:xfrm>
              <a:prstGeom prst="ellipse">
                <a:avLst/>
              </a:prstGeom>
              <a:noFill/>
              <a:ln>
                <a:solidFill>
                  <a:srgbClr val="F5F0E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38" name="矩形 137"/>
            <p:cNvSpPr/>
            <p:nvPr/>
          </p:nvSpPr>
          <p:spPr>
            <a:xfrm>
              <a:off x="5282883" y="1616208"/>
              <a:ext cx="1620880" cy="5157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 defTabSz="914400"/>
              <a:r>
                <a:rPr lang="zh-CN" altLang="en-US" sz="3600" kern="0" dirty="0">
                  <a:solidFill>
                    <a:srgbClr val="F5F0E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第五部分</a:t>
              </a:r>
            </a:p>
          </p:txBody>
        </p:sp>
        <p:sp>
          <p:nvSpPr>
            <p:cNvPr id="139" name="矩形 138"/>
            <p:cNvSpPr/>
            <p:nvPr/>
          </p:nvSpPr>
          <p:spPr>
            <a:xfrm>
              <a:off x="4559561" y="2396875"/>
              <a:ext cx="3067521" cy="6622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rgbClr val="F5F0EA"/>
                  </a:solidFill>
                </a:rPr>
                <a:t>『</a:t>
              </a:r>
              <a:r>
                <a:rPr lang="zh-CN" altLang="en-US" sz="4800" b="1" dirty="0">
                  <a:solidFill>
                    <a:srgbClr val="F5F0EA"/>
                  </a:solidFill>
                </a:rPr>
                <a:t>团队分工</a:t>
              </a:r>
              <a:r>
                <a:rPr lang="en-US" altLang="zh-CN" sz="4800" b="1" dirty="0">
                  <a:solidFill>
                    <a:srgbClr val="F5F0EA"/>
                  </a:solidFill>
                </a:rPr>
                <a:t>』</a:t>
              </a:r>
            </a:p>
          </p:txBody>
        </p:sp>
        <p:grpSp>
          <p:nvGrpSpPr>
            <p:cNvPr id="140" name="Group 67"/>
            <p:cNvGrpSpPr>
              <a:grpSpLocks noChangeAspect="1"/>
            </p:cNvGrpSpPr>
            <p:nvPr/>
          </p:nvGrpSpPr>
          <p:grpSpPr bwMode="auto">
            <a:xfrm>
              <a:off x="5486103" y="3161047"/>
              <a:ext cx="1214438" cy="898525"/>
              <a:chOff x="6149" y="2123"/>
              <a:chExt cx="765" cy="566"/>
            </a:xfrm>
            <a:solidFill>
              <a:srgbClr val="F5F0EA"/>
            </a:solidFill>
          </p:grpSpPr>
          <p:sp>
            <p:nvSpPr>
              <p:cNvPr id="141" name="Freeform 68"/>
              <p:cNvSpPr/>
              <p:nvPr/>
            </p:nvSpPr>
            <p:spPr bwMode="auto">
              <a:xfrm>
                <a:off x="6281" y="2401"/>
                <a:ext cx="501" cy="288"/>
              </a:xfrm>
              <a:custGeom>
                <a:avLst/>
                <a:gdLst>
                  <a:gd name="T0" fmla="*/ 485 w 524"/>
                  <a:gd name="T1" fmla="*/ 56 h 300"/>
                  <a:gd name="T2" fmla="*/ 473 w 524"/>
                  <a:gd name="T3" fmla="*/ 36 h 300"/>
                  <a:gd name="T4" fmla="*/ 450 w 524"/>
                  <a:gd name="T5" fmla="*/ 26 h 300"/>
                  <a:gd name="T6" fmla="*/ 318 w 524"/>
                  <a:gd name="T7" fmla="*/ 0 h 300"/>
                  <a:gd name="T8" fmla="*/ 356 w 524"/>
                  <a:gd name="T9" fmla="*/ 25 h 300"/>
                  <a:gd name="T10" fmla="*/ 296 w 524"/>
                  <a:gd name="T11" fmla="*/ 215 h 300"/>
                  <a:gd name="T12" fmla="*/ 262 w 524"/>
                  <a:gd name="T13" fmla="*/ 74 h 300"/>
                  <a:gd name="T14" fmla="*/ 228 w 524"/>
                  <a:gd name="T15" fmla="*/ 215 h 300"/>
                  <a:gd name="T16" fmla="*/ 168 w 524"/>
                  <a:gd name="T17" fmla="*/ 25 h 300"/>
                  <a:gd name="T18" fmla="*/ 206 w 524"/>
                  <a:gd name="T19" fmla="*/ 0 h 300"/>
                  <a:gd name="T20" fmla="*/ 74 w 524"/>
                  <a:gd name="T21" fmla="*/ 26 h 300"/>
                  <a:gd name="T22" fmla="*/ 51 w 524"/>
                  <a:gd name="T23" fmla="*/ 36 h 300"/>
                  <a:gd name="T24" fmla="*/ 39 w 524"/>
                  <a:gd name="T25" fmla="*/ 56 h 300"/>
                  <a:gd name="T26" fmla="*/ 0 w 524"/>
                  <a:gd name="T27" fmla="*/ 228 h 300"/>
                  <a:gd name="T28" fmla="*/ 73 w 524"/>
                  <a:gd name="T29" fmla="*/ 254 h 300"/>
                  <a:gd name="T30" fmla="*/ 249 w 524"/>
                  <a:gd name="T31" fmla="*/ 300 h 300"/>
                  <a:gd name="T32" fmla="*/ 262 w 524"/>
                  <a:gd name="T33" fmla="*/ 300 h 300"/>
                  <a:gd name="T34" fmla="*/ 275 w 524"/>
                  <a:gd name="T35" fmla="*/ 300 h 300"/>
                  <a:gd name="T36" fmla="*/ 451 w 524"/>
                  <a:gd name="T37" fmla="*/ 254 h 300"/>
                  <a:gd name="T38" fmla="*/ 524 w 524"/>
                  <a:gd name="T39" fmla="*/ 228 h 300"/>
                  <a:gd name="T40" fmla="*/ 485 w 524"/>
                  <a:gd name="T41" fmla="*/ 56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24" h="300">
                    <a:moveTo>
                      <a:pt x="485" y="56"/>
                    </a:moveTo>
                    <a:cubicBezTo>
                      <a:pt x="484" y="48"/>
                      <a:pt x="479" y="41"/>
                      <a:pt x="473" y="36"/>
                    </a:cubicBezTo>
                    <a:cubicBezTo>
                      <a:pt x="467" y="30"/>
                      <a:pt x="459" y="27"/>
                      <a:pt x="450" y="26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56" y="25"/>
                      <a:pt x="356" y="25"/>
                      <a:pt x="356" y="25"/>
                    </a:cubicBezTo>
                    <a:cubicBezTo>
                      <a:pt x="296" y="215"/>
                      <a:pt x="296" y="215"/>
                      <a:pt x="296" y="215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28" y="215"/>
                      <a:pt x="228" y="215"/>
                      <a:pt x="228" y="215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206" y="0"/>
                      <a:pt x="206" y="0"/>
                      <a:pt x="206" y="0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65" y="27"/>
                      <a:pt x="57" y="30"/>
                      <a:pt x="51" y="36"/>
                    </a:cubicBezTo>
                    <a:cubicBezTo>
                      <a:pt x="45" y="41"/>
                      <a:pt x="40" y="48"/>
                      <a:pt x="39" y="56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3" y="254"/>
                      <a:pt x="73" y="254"/>
                      <a:pt x="73" y="254"/>
                    </a:cubicBezTo>
                    <a:cubicBezTo>
                      <a:pt x="98" y="279"/>
                      <a:pt x="167" y="298"/>
                      <a:pt x="249" y="300"/>
                    </a:cubicBezTo>
                    <a:cubicBezTo>
                      <a:pt x="262" y="300"/>
                      <a:pt x="262" y="300"/>
                      <a:pt x="262" y="300"/>
                    </a:cubicBezTo>
                    <a:cubicBezTo>
                      <a:pt x="275" y="300"/>
                      <a:pt x="275" y="300"/>
                      <a:pt x="275" y="300"/>
                    </a:cubicBezTo>
                    <a:cubicBezTo>
                      <a:pt x="357" y="298"/>
                      <a:pt x="426" y="279"/>
                      <a:pt x="451" y="254"/>
                    </a:cubicBezTo>
                    <a:cubicBezTo>
                      <a:pt x="524" y="228"/>
                      <a:pt x="524" y="228"/>
                      <a:pt x="524" y="228"/>
                    </a:cubicBezTo>
                    <a:lnTo>
                      <a:pt x="48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2" name="Freeform 69"/>
              <p:cNvSpPr/>
              <p:nvPr/>
            </p:nvSpPr>
            <p:spPr bwMode="auto">
              <a:xfrm>
                <a:off x="6503" y="2419"/>
                <a:ext cx="57" cy="53"/>
              </a:xfrm>
              <a:custGeom>
                <a:avLst/>
                <a:gdLst>
                  <a:gd name="T0" fmla="*/ 29 w 57"/>
                  <a:gd name="T1" fmla="*/ 0 h 53"/>
                  <a:gd name="T2" fmla="*/ 0 w 57"/>
                  <a:gd name="T3" fmla="*/ 11 h 53"/>
                  <a:gd name="T4" fmla="*/ 29 w 57"/>
                  <a:gd name="T5" fmla="*/ 53 h 53"/>
                  <a:gd name="T6" fmla="*/ 57 w 57"/>
                  <a:gd name="T7" fmla="*/ 11 h 53"/>
                  <a:gd name="T8" fmla="*/ 29 w 57"/>
                  <a:gd name="T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3">
                    <a:moveTo>
                      <a:pt x="29" y="0"/>
                    </a:moveTo>
                    <a:lnTo>
                      <a:pt x="0" y="11"/>
                    </a:lnTo>
                    <a:lnTo>
                      <a:pt x="29" y="53"/>
                    </a:lnTo>
                    <a:lnTo>
                      <a:pt x="57" y="1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3" name="Freeform 70"/>
              <p:cNvSpPr/>
              <p:nvPr/>
            </p:nvSpPr>
            <p:spPr bwMode="auto">
              <a:xfrm>
                <a:off x="6410" y="2123"/>
                <a:ext cx="243" cy="292"/>
              </a:xfrm>
              <a:custGeom>
                <a:avLst/>
                <a:gdLst>
                  <a:gd name="T0" fmla="*/ 240 w 254"/>
                  <a:gd name="T1" fmla="*/ 140 h 304"/>
                  <a:gd name="T2" fmla="*/ 127 w 254"/>
                  <a:gd name="T3" fmla="*/ 0 h 304"/>
                  <a:gd name="T4" fmla="*/ 14 w 254"/>
                  <a:gd name="T5" fmla="*/ 140 h 304"/>
                  <a:gd name="T6" fmla="*/ 8 w 254"/>
                  <a:gd name="T7" fmla="*/ 177 h 304"/>
                  <a:gd name="T8" fmla="*/ 26 w 254"/>
                  <a:gd name="T9" fmla="*/ 202 h 304"/>
                  <a:gd name="T10" fmla="*/ 127 w 254"/>
                  <a:gd name="T11" fmla="*/ 304 h 304"/>
                  <a:gd name="T12" fmla="*/ 228 w 254"/>
                  <a:gd name="T13" fmla="*/ 202 h 304"/>
                  <a:gd name="T14" fmla="*/ 246 w 254"/>
                  <a:gd name="T15" fmla="*/ 177 h 304"/>
                  <a:gd name="T16" fmla="*/ 240 w 254"/>
                  <a:gd name="T17" fmla="*/ 14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4" h="304">
                    <a:moveTo>
                      <a:pt x="240" y="140"/>
                    </a:moveTo>
                    <a:cubicBezTo>
                      <a:pt x="240" y="61"/>
                      <a:pt x="208" y="0"/>
                      <a:pt x="127" y="0"/>
                    </a:cubicBezTo>
                    <a:cubicBezTo>
                      <a:pt x="46" y="0"/>
                      <a:pt x="14" y="62"/>
                      <a:pt x="14" y="140"/>
                    </a:cubicBezTo>
                    <a:cubicBezTo>
                      <a:pt x="5" y="144"/>
                      <a:pt x="0" y="154"/>
                      <a:pt x="8" y="177"/>
                    </a:cubicBezTo>
                    <a:cubicBezTo>
                      <a:pt x="12" y="188"/>
                      <a:pt x="20" y="197"/>
                      <a:pt x="26" y="202"/>
                    </a:cubicBezTo>
                    <a:cubicBezTo>
                      <a:pt x="49" y="260"/>
                      <a:pt x="94" y="304"/>
                      <a:pt x="127" y="304"/>
                    </a:cubicBezTo>
                    <a:cubicBezTo>
                      <a:pt x="160" y="304"/>
                      <a:pt x="205" y="260"/>
                      <a:pt x="228" y="202"/>
                    </a:cubicBezTo>
                    <a:cubicBezTo>
                      <a:pt x="234" y="197"/>
                      <a:pt x="242" y="188"/>
                      <a:pt x="246" y="177"/>
                    </a:cubicBezTo>
                    <a:cubicBezTo>
                      <a:pt x="254" y="154"/>
                      <a:pt x="249" y="144"/>
                      <a:pt x="240" y="1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4" name="Freeform 71"/>
              <p:cNvSpPr>
                <a:spLocks noEditPoints="1"/>
              </p:cNvSpPr>
              <p:nvPr/>
            </p:nvSpPr>
            <p:spPr bwMode="auto">
              <a:xfrm>
                <a:off x="6149" y="2218"/>
                <a:ext cx="765" cy="365"/>
              </a:xfrm>
              <a:custGeom>
                <a:avLst/>
                <a:gdLst>
                  <a:gd name="T0" fmla="*/ 128 w 800"/>
                  <a:gd name="T1" fmla="*/ 380 h 380"/>
                  <a:gd name="T2" fmla="*/ 48 w 800"/>
                  <a:gd name="T3" fmla="*/ 352 h 380"/>
                  <a:gd name="T4" fmla="*/ 0 w 800"/>
                  <a:gd name="T5" fmla="*/ 336 h 380"/>
                  <a:gd name="T6" fmla="*/ 25 w 800"/>
                  <a:gd name="T7" fmla="*/ 224 h 380"/>
                  <a:gd name="T8" fmla="*/ 33 w 800"/>
                  <a:gd name="T9" fmla="*/ 211 h 380"/>
                  <a:gd name="T10" fmla="*/ 48 w 800"/>
                  <a:gd name="T11" fmla="*/ 204 h 380"/>
                  <a:gd name="T12" fmla="*/ 141 w 800"/>
                  <a:gd name="T13" fmla="*/ 183 h 380"/>
                  <a:gd name="T14" fmla="*/ 105 w 800"/>
                  <a:gd name="T15" fmla="*/ 131 h 380"/>
                  <a:gd name="T16" fmla="*/ 93 w 800"/>
                  <a:gd name="T17" fmla="*/ 114 h 380"/>
                  <a:gd name="T18" fmla="*/ 97 w 800"/>
                  <a:gd name="T19" fmla="*/ 90 h 380"/>
                  <a:gd name="T20" fmla="*/ 170 w 800"/>
                  <a:gd name="T21" fmla="*/ 0 h 380"/>
                  <a:gd name="T22" fmla="*/ 170 w 800"/>
                  <a:gd name="T23" fmla="*/ 0 h 380"/>
                  <a:gd name="T24" fmla="*/ 244 w 800"/>
                  <a:gd name="T25" fmla="*/ 90 h 380"/>
                  <a:gd name="T26" fmla="*/ 247 w 800"/>
                  <a:gd name="T27" fmla="*/ 114 h 380"/>
                  <a:gd name="T28" fmla="*/ 236 w 800"/>
                  <a:gd name="T29" fmla="*/ 131 h 380"/>
                  <a:gd name="T30" fmla="*/ 199 w 800"/>
                  <a:gd name="T31" fmla="*/ 183 h 380"/>
                  <a:gd name="T32" fmla="*/ 240 w 800"/>
                  <a:gd name="T33" fmla="*/ 192 h 380"/>
                  <a:gd name="T34" fmla="*/ 209 w 800"/>
                  <a:gd name="T35" fmla="*/ 199 h 380"/>
                  <a:gd name="T36" fmla="*/ 177 w 800"/>
                  <a:gd name="T37" fmla="*/ 213 h 380"/>
                  <a:gd name="T38" fmla="*/ 159 w 800"/>
                  <a:gd name="T39" fmla="*/ 243 h 380"/>
                  <a:gd name="T40" fmla="*/ 128 w 800"/>
                  <a:gd name="T41" fmla="*/ 380 h 380"/>
                  <a:gd name="T42" fmla="*/ 775 w 800"/>
                  <a:gd name="T43" fmla="*/ 224 h 380"/>
                  <a:gd name="T44" fmla="*/ 767 w 800"/>
                  <a:gd name="T45" fmla="*/ 211 h 380"/>
                  <a:gd name="T46" fmla="*/ 752 w 800"/>
                  <a:gd name="T47" fmla="*/ 204 h 380"/>
                  <a:gd name="T48" fmla="*/ 659 w 800"/>
                  <a:gd name="T49" fmla="*/ 183 h 380"/>
                  <a:gd name="T50" fmla="*/ 695 w 800"/>
                  <a:gd name="T51" fmla="*/ 131 h 380"/>
                  <a:gd name="T52" fmla="*/ 707 w 800"/>
                  <a:gd name="T53" fmla="*/ 114 h 380"/>
                  <a:gd name="T54" fmla="*/ 703 w 800"/>
                  <a:gd name="T55" fmla="*/ 90 h 380"/>
                  <a:gd name="T56" fmla="*/ 630 w 800"/>
                  <a:gd name="T57" fmla="*/ 0 h 380"/>
                  <a:gd name="T58" fmla="*/ 630 w 800"/>
                  <a:gd name="T59" fmla="*/ 0 h 380"/>
                  <a:gd name="T60" fmla="*/ 556 w 800"/>
                  <a:gd name="T61" fmla="*/ 90 h 380"/>
                  <a:gd name="T62" fmla="*/ 553 w 800"/>
                  <a:gd name="T63" fmla="*/ 114 h 380"/>
                  <a:gd name="T64" fmla="*/ 564 w 800"/>
                  <a:gd name="T65" fmla="*/ 131 h 380"/>
                  <a:gd name="T66" fmla="*/ 601 w 800"/>
                  <a:gd name="T67" fmla="*/ 183 h 380"/>
                  <a:gd name="T68" fmla="*/ 560 w 800"/>
                  <a:gd name="T69" fmla="*/ 192 h 380"/>
                  <a:gd name="T70" fmla="*/ 591 w 800"/>
                  <a:gd name="T71" fmla="*/ 199 h 380"/>
                  <a:gd name="T72" fmla="*/ 623 w 800"/>
                  <a:gd name="T73" fmla="*/ 213 h 380"/>
                  <a:gd name="T74" fmla="*/ 641 w 800"/>
                  <a:gd name="T75" fmla="*/ 243 h 380"/>
                  <a:gd name="T76" fmla="*/ 672 w 800"/>
                  <a:gd name="T77" fmla="*/ 380 h 380"/>
                  <a:gd name="T78" fmla="*/ 752 w 800"/>
                  <a:gd name="T79" fmla="*/ 352 h 380"/>
                  <a:gd name="T80" fmla="*/ 800 w 800"/>
                  <a:gd name="T81" fmla="*/ 336 h 380"/>
                  <a:gd name="T82" fmla="*/ 775 w 800"/>
                  <a:gd name="T83" fmla="*/ 224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0" h="380">
                    <a:moveTo>
                      <a:pt x="128" y="380"/>
                    </a:moveTo>
                    <a:cubicBezTo>
                      <a:pt x="90" y="375"/>
                      <a:pt x="60" y="365"/>
                      <a:pt x="48" y="352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25" y="224"/>
                      <a:pt x="25" y="224"/>
                      <a:pt x="25" y="224"/>
                    </a:cubicBezTo>
                    <a:cubicBezTo>
                      <a:pt x="27" y="219"/>
                      <a:pt x="29" y="215"/>
                      <a:pt x="33" y="211"/>
                    </a:cubicBezTo>
                    <a:cubicBezTo>
                      <a:pt x="38" y="207"/>
                      <a:pt x="43" y="205"/>
                      <a:pt x="48" y="204"/>
                    </a:cubicBezTo>
                    <a:cubicBezTo>
                      <a:pt x="141" y="183"/>
                      <a:pt x="141" y="183"/>
                      <a:pt x="141" y="183"/>
                    </a:cubicBezTo>
                    <a:cubicBezTo>
                      <a:pt x="127" y="171"/>
                      <a:pt x="113" y="152"/>
                      <a:pt x="105" y="131"/>
                    </a:cubicBezTo>
                    <a:cubicBezTo>
                      <a:pt x="101" y="128"/>
                      <a:pt x="96" y="122"/>
                      <a:pt x="93" y="114"/>
                    </a:cubicBezTo>
                    <a:cubicBezTo>
                      <a:pt x="88" y="100"/>
                      <a:pt x="91" y="93"/>
                      <a:pt x="97" y="90"/>
                    </a:cubicBezTo>
                    <a:cubicBezTo>
                      <a:pt x="97" y="40"/>
                      <a:pt x="118" y="0"/>
                      <a:pt x="170" y="0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223" y="0"/>
                      <a:pt x="244" y="40"/>
                      <a:pt x="244" y="90"/>
                    </a:cubicBezTo>
                    <a:cubicBezTo>
                      <a:pt x="249" y="93"/>
                      <a:pt x="253" y="100"/>
                      <a:pt x="247" y="114"/>
                    </a:cubicBezTo>
                    <a:cubicBezTo>
                      <a:pt x="245" y="122"/>
                      <a:pt x="240" y="128"/>
                      <a:pt x="236" y="131"/>
                    </a:cubicBezTo>
                    <a:cubicBezTo>
                      <a:pt x="227" y="152"/>
                      <a:pt x="213" y="171"/>
                      <a:pt x="199" y="183"/>
                    </a:cubicBezTo>
                    <a:cubicBezTo>
                      <a:pt x="240" y="192"/>
                      <a:pt x="240" y="192"/>
                      <a:pt x="240" y="192"/>
                    </a:cubicBezTo>
                    <a:cubicBezTo>
                      <a:pt x="209" y="199"/>
                      <a:pt x="209" y="199"/>
                      <a:pt x="209" y="199"/>
                    </a:cubicBezTo>
                    <a:cubicBezTo>
                      <a:pt x="197" y="200"/>
                      <a:pt x="186" y="205"/>
                      <a:pt x="177" y="213"/>
                    </a:cubicBezTo>
                    <a:cubicBezTo>
                      <a:pt x="168" y="221"/>
                      <a:pt x="162" y="231"/>
                      <a:pt x="159" y="243"/>
                    </a:cubicBezTo>
                    <a:lnTo>
                      <a:pt x="128" y="380"/>
                    </a:lnTo>
                    <a:close/>
                    <a:moveTo>
                      <a:pt x="775" y="224"/>
                    </a:moveTo>
                    <a:cubicBezTo>
                      <a:pt x="773" y="219"/>
                      <a:pt x="771" y="215"/>
                      <a:pt x="767" y="211"/>
                    </a:cubicBezTo>
                    <a:cubicBezTo>
                      <a:pt x="762" y="207"/>
                      <a:pt x="757" y="205"/>
                      <a:pt x="752" y="204"/>
                    </a:cubicBezTo>
                    <a:cubicBezTo>
                      <a:pt x="659" y="183"/>
                      <a:pt x="659" y="183"/>
                      <a:pt x="659" y="183"/>
                    </a:cubicBezTo>
                    <a:cubicBezTo>
                      <a:pt x="673" y="171"/>
                      <a:pt x="687" y="152"/>
                      <a:pt x="695" y="131"/>
                    </a:cubicBezTo>
                    <a:cubicBezTo>
                      <a:pt x="699" y="128"/>
                      <a:pt x="704" y="121"/>
                      <a:pt x="707" y="114"/>
                    </a:cubicBezTo>
                    <a:cubicBezTo>
                      <a:pt x="712" y="100"/>
                      <a:pt x="709" y="93"/>
                      <a:pt x="703" y="90"/>
                    </a:cubicBezTo>
                    <a:cubicBezTo>
                      <a:pt x="703" y="40"/>
                      <a:pt x="682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ubicBezTo>
                      <a:pt x="577" y="0"/>
                      <a:pt x="556" y="40"/>
                      <a:pt x="556" y="90"/>
                    </a:cubicBezTo>
                    <a:cubicBezTo>
                      <a:pt x="551" y="93"/>
                      <a:pt x="547" y="100"/>
                      <a:pt x="553" y="114"/>
                    </a:cubicBezTo>
                    <a:cubicBezTo>
                      <a:pt x="555" y="121"/>
                      <a:pt x="560" y="128"/>
                      <a:pt x="564" y="131"/>
                    </a:cubicBezTo>
                    <a:cubicBezTo>
                      <a:pt x="573" y="152"/>
                      <a:pt x="587" y="171"/>
                      <a:pt x="601" y="183"/>
                    </a:cubicBezTo>
                    <a:cubicBezTo>
                      <a:pt x="560" y="192"/>
                      <a:pt x="560" y="192"/>
                      <a:pt x="560" y="192"/>
                    </a:cubicBezTo>
                    <a:cubicBezTo>
                      <a:pt x="591" y="199"/>
                      <a:pt x="591" y="199"/>
                      <a:pt x="591" y="199"/>
                    </a:cubicBezTo>
                    <a:cubicBezTo>
                      <a:pt x="603" y="200"/>
                      <a:pt x="614" y="205"/>
                      <a:pt x="623" y="213"/>
                    </a:cubicBezTo>
                    <a:cubicBezTo>
                      <a:pt x="632" y="221"/>
                      <a:pt x="638" y="231"/>
                      <a:pt x="641" y="243"/>
                    </a:cubicBezTo>
                    <a:cubicBezTo>
                      <a:pt x="672" y="380"/>
                      <a:pt x="672" y="380"/>
                      <a:pt x="672" y="380"/>
                    </a:cubicBezTo>
                    <a:cubicBezTo>
                      <a:pt x="710" y="375"/>
                      <a:pt x="740" y="365"/>
                      <a:pt x="752" y="352"/>
                    </a:cubicBezTo>
                    <a:cubicBezTo>
                      <a:pt x="800" y="336"/>
                      <a:pt x="800" y="336"/>
                      <a:pt x="800" y="336"/>
                    </a:cubicBezTo>
                    <a:lnTo>
                      <a:pt x="775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0A4446B-B060-5215-5BE2-890ACB6B6EE4}"/>
              </a:ext>
            </a:extLst>
          </p:cNvPr>
          <p:cNvSpPr txBox="1"/>
          <p:nvPr/>
        </p:nvSpPr>
        <p:spPr>
          <a:xfrm>
            <a:off x="2633730" y="1696456"/>
            <a:ext cx="341632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最不重要的事情、</a:t>
            </a:r>
            <a:endParaRPr lang="en-US" altLang="zh-CN" dirty="0"/>
          </a:p>
          <a:p>
            <a:r>
              <a:rPr lang="zh-CN" altLang="en-US" dirty="0"/>
              <a:t>这里对接的是项目管理</a:t>
            </a:r>
            <a:endParaRPr lang="en-US" altLang="zh-CN" dirty="0"/>
          </a:p>
          <a:p>
            <a:r>
              <a:rPr lang="zh-CN" altLang="en-US" dirty="0"/>
              <a:t>让他们看一下我们分工合理</a:t>
            </a:r>
            <a:endParaRPr lang="en-US" altLang="zh-CN" dirty="0"/>
          </a:p>
          <a:p>
            <a:r>
              <a:rPr lang="zh-CN" altLang="en-US" dirty="0"/>
              <a:t>感觉到我们确实能做出来就好，</a:t>
            </a:r>
            <a:endParaRPr lang="en-US" altLang="zh-CN" dirty="0"/>
          </a:p>
          <a:p>
            <a:r>
              <a:rPr lang="zh-CN" altLang="en-US" dirty="0"/>
              <a:t>不用写具体人名什么的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71418" y="184665"/>
            <a:ext cx="140462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团队分工</a:t>
            </a:r>
          </a:p>
        </p:txBody>
      </p:sp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5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998273" y="1424460"/>
            <a:ext cx="4779986" cy="4174710"/>
            <a:chOff x="2843868" y="643035"/>
            <a:chExt cx="6157755" cy="5378016"/>
          </a:xfrm>
        </p:grpSpPr>
        <p:sp>
          <p:nvSpPr>
            <p:cNvPr id="33" name="任意多边形 32"/>
            <p:cNvSpPr/>
            <p:nvPr/>
          </p:nvSpPr>
          <p:spPr>
            <a:xfrm flipV="1">
              <a:off x="2843868" y="4869923"/>
              <a:ext cx="5913184" cy="1151128"/>
            </a:xfrm>
            <a:custGeom>
              <a:avLst/>
              <a:gdLst>
                <a:gd name="connsiteX0" fmla="*/ 5910895 w 5913184"/>
                <a:gd name="connsiteY0" fmla="*/ 0 h 1151128"/>
                <a:gd name="connsiteX1" fmla="*/ 4594724 w 5913184"/>
                <a:gd name="connsiteY1" fmla="*/ 0 h 1151128"/>
                <a:gd name="connsiteX2" fmla="*/ 4594724 w 5913184"/>
                <a:gd name="connsiteY2" fmla="*/ 1216 h 1151128"/>
                <a:gd name="connsiteX3" fmla="*/ 781200 w 5913184"/>
                <a:gd name="connsiteY3" fmla="*/ 1216 h 1151128"/>
                <a:gd name="connsiteX4" fmla="*/ 684172 w 5913184"/>
                <a:gd name="connsiteY4" fmla="*/ 1216 h 1151128"/>
                <a:gd name="connsiteX5" fmla="*/ 541838 w 5913184"/>
                <a:gd name="connsiteY5" fmla="*/ 23173 h 1151128"/>
                <a:gd name="connsiteX6" fmla="*/ 487763 w 5913184"/>
                <a:gd name="connsiteY6" fmla="*/ 45600 h 1151128"/>
                <a:gd name="connsiteX7" fmla="*/ 477122 w 5913184"/>
                <a:gd name="connsiteY7" fmla="*/ 48123 h 1151128"/>
                <a:gd name="connsiteX8" fmla="*/ 0 w 5913184"/>
                <a:gd name="connsiteY8" fmla="*/ 598116 h 1151128"/>
                <a:gd name="connsiteX9" fmla="*/ 0 w 5913184"/>
                <a:gd name="connsiteY9" fmla="*/ 1151128 h 1151128"/>
                <a:gd name="connsiteX10" fmla="*/ 623761 w 5913184"/>
                <a:gd name="connsiteY10" fmla="*/ 566354 h 1151128"/>
                <a:gd name="connsiteX11" fmla="*/ 706043 w 5913184"/>
                <a:gd name="connsiteY11" fmla="*/ 560016 h 1151128"/>
                <a:gd name="connsiteX12" fmla="*/ 4594724 w 5913184"/>
                <a:gd name="connsiteY12" fmla="*/ 560016 h 1151128"/>
                <a:gd name="connsiteX13" fmla="*/ 4594724 w 5913184"/>
                <a:gd name="connsiteY13" fmla="*/ 561600 h 1151128"/>
                <a:gd name="connsiteX14" fmla="*/ 5913184 w 5913184"/>
                <a:gd name="connsiteY14" fmla="*/ 561600 h 1151128"/>
                <a:gd name="connsiteX15" fmla="*/ 5631240 w 5913184"/>
                <a:gd name="connsiteY15" fmla="*/ 279656 h 1151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913184" h="1151128">
                  <a:moveTo>
                    <a:pt x="5910895" y="0"/>
                  </a:moveTo>
                  <a:lnTo>
                    <a:pt x="4594724" y="0"/>
                  </a:lnTo>
                  <a:lnTo>
                    <a:pt x="4594724" y="1216"/>
                  </a:lnTo>
                  <a:lnTo>
                    <a:pt x="781200" y="1216"/>
                  </a:lnTo>
                  <a:lnTo>
                    <a:pt x="684172" y="1216"/>
                  </a:lnTo>
                  <a:cubicBezTo>
                    <a:pt x="633684" y="1216"/>
                    <a:pt x="585586" y="9034"/>
                    <a:pt x="541838" y="23173"/>
                  </a:cubicBezTo>
                  <a:lnTo>
                    <a:pt x="487763" y="45600"/>
                  </a:lnTo>
                  <a:lnTo>
                    <a:pt x="477122" y="48123"/>
                  </a:lnTo>
                  <a:cubicBezTo>
                    <a:pt x="196737" y="138738"/>
                    <a:pt x="0" y="350872"/>
                    <a:pt x="0" y="598116"/>
                  </a:cubicBezTo>
                  <a:lnTo>
                    <a:pt x="0" y="1151128"/>
                  </a:lnTo>
                  <a:cubicBezTo>
                    <a:pt x="0" y="862676"/>
                    <a:pt x="267781" y="622013"/>
                    <a:pt x="623761" y="566354"/>
                  </a:cubicBezTo>
                  <a:lnTo>
                    <a:pt x="706043" y="560016"/>
                  </a:lnTo>
                  <a:lnTo>
                    <a:pt x="4594724" y="560016"/>
                  </a:lnTo>
                  <a:lnTo>
                    <a:pt x="4594724" y="561600"/>
                  </a:lnTo>
                  <a:lnTo>
                    <a:pt x="5913184" y="561600"/>
                  </a:lnTo>
                  <a:lnTo>
                    <a:pt x="5631240" y="279656"/>
                  </a:lnTo>
                  <a:close/>
                </a:path>
              </a:pathLst>
            </a:custGeom>
            <a:solidFill>
              <a:srgbClr val="466E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/>
          </p:nvSpPr>
          <p:spPr>
            <a:xfrm flipH="1">
              <a:off x="2843868" y="2473480"/>
              <a:ext cx="6157754" cy="1741024"/>
            </a:xfrm>
            <a:custGeom>
              <a:avLst/>
              <a:gdLst>
                <a:gd name="connsiteX0" fmla="*/ 4705033 w 4705033"/>
                <a:gd name="connsiteY0" fmla="*/ 0 h 1741024"/>
                <a:gd name="connsiteX1" fmla="*/ 4705033 w 4705033"/>
                <a:gd name="connsiteY1" fmla="*/ 553012 h 1741024"/>
                <a:gd name="connsiteX2" fmla="*/ 4228428 w 4705033"/>
                <a:gd name="connsiteY2" fmla="*/ 1137785 h 1741024"/>
                <a:gd name="connsiteX3" fmla="*/ 4186776 w 4705033"/>
                <a:gd name="connsiteY3" fmla="*/ 1141984 h 1741024"/>
                <a:gd name="connsiteX4" fmla="*/ 4179523 w 4705033"/>
                <a:gd name="connsiteY4" fmla="*/ 1144236 h 1741024"/>
                <a:gd name="connsiteX5" fmla="*/ 4123214 w 4705033"/>
                <a:gd name="connsiteY5" fmla="*/ 1149912 h 1741024"/>
                <a:gd name="connsiteX6" fmla="*/ 4108132 w 4705033"/>
                <a:gd name="connsiteY6" fmla="*/ 1149912 h 1741024"/>
                <a:gd name="connsiteX7" fmla="*/ 539475 w 4705033"/>
                <a:gd name="connsiteY7" fmla="*/ 1149912 h 1741024"/>
                <a:gd name="connsiteX8" fmla="*/ 476605 w 4705033"/>
                <a:gd name="connsiteY8" fmla="*/ 1156250 h 1741024"/>
                <a:gd name="connsiteX9" fmla="*/ 0 w 4705033"/>
                <a:gd name="connsiteY9" fmla="*/ 1741024 h 1741024"/>
                <a:gd name="connsiteX10" fmla="*/ 0 w 4705033"/>
                <a:gd name="connsiteY10" fmla="*/ 1188012 h 1741024"/>
                <a:gd name="connsiteX11" fmla="*/ 364561 w 4705033"/>
                <a:gd name="connsiteY11" fmla="*/ 638019 h 1741024"/>
                <a:gd name="connsiteX12" fmla="*/ 372691 w 4705033"/>
                <a:gd name="connsiteY12" fmla="*/ 635496 h 1741024"/>
                <a:gd name="connsiteX13" fmla="*/ 414009 w 4705033"/>
                <a:gd name="connsiteY13" fmla="*/ 613069 h 1741024"/>
                <a:gd name="connsiteX14" fmla="*/ 522764 w 4705033"/>
                <a:gd name="connsiteY14" fmla="*/ 591112 h 1741024"/>
                <a:gd name="connsiteX15" fmla="*/ 596901 w 4705033"/>
                <a:gd name="connsiteY15" fmla="*/ 591112 h 1741024"/>
                <a:gd name="connsiteX16" fmla="*/ 4123214 w 4705033"/>
                <a:gd name="connsiteY16" fmla="*/ 591112 h 1741024"/>
                <a:gd name="connsiteX17" fmla="*/ 4144386 w 4705033"/>
                <a:gd name="connsiteY17" fmla="*/ 593246 h 1741024"/>
                <a:gd name="connsiteX18" fmla="*/ 4228428 w 4705033"/>
                <a:gd name="connsiteY18" fmla="*/ 584774 h 1741024"/>
                <a:gd name="connsiteX19" fmla="*/ 4705033 w 4705033"/>
                <a:gd name="connsiteY19" fmla="*/ 0 h 1741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05033" h="1741024">
                  <a:moveTo>
                    <a:pt x="4705033" y="0"/>
                  </a:moveTo>
                  <a:lnTo>
                    <a:pt x="4705033" y="553012"/>
                  </a:lnTo>
                  <a:cubicBezTo>
                    <a:pt x="4705033" y="841464"/>
                    <a:pt x="4500426" y="1082127"/>
                    <a:pt x="4228428" y="1137785"/>
                  </a:cubicBezTo>
                  <a:lnTo>
                    <a:pt x="4186776" y="1141984"/>
                  </a:lnTo>
                  <a:lnTo>
                    <a:pt x="4179523" y="1144236"/>
                  </a:lnTo>
                  <a:cubicBezTo>
                    <a:pt x="4161335" y="1147958"/>
                    <a:pt x="4142503" y="1149912"/>
                    <a:pt x="4123214" y="1149912"/>
                  </a:cubicBezTo>
                  <a:lnTo>
                    <a:pt x="4108132" y="1149912"/>
                  </a:lnTo>
                  <a:lnTo>
                    <a:pt x="539475" y="1149912"/>
                  </a:lnTo>
                  <a:lnTo>
                    <a:pt x="476605" y="1156250"/>
                  </a:lnTo>
                  <a:cubicBezTo>
                    <a:pt x="204607" y="1211909"/>
                    <a:pt x="0" y="1452572"/>
                    <a:pt x="0" y="1741024"/>
                  </a:cubicBezTo>
                  <a:lnTo>
                    <a:pt x="0" y="1188012"/>
                  </a:lnTo>
                  <a:cubicBezTo>
                    <a:pt x="0" y="940768"/>
                    <a:pt x="150323" y="728634"/>
                    <a:pt x="364561" y="638019"/>
                  </a:cubicBezTo>
                  <a:lnTo>
                    <a:pt x="372691" y="635496"/>
                  </a:lnTo>
                  <a:lnTo>
                    <a:pt x="414009" y="613069"/>
                  </a:lnTo>
                  <a:cubicBezTo>
                    <a:pt x="447436" y="598930"/>
                    <a:pt x="484187" y="591112"/>
                    <a:pt x="522764" y="591112"/>
                  </a:cubicBezTo>
                  <a:lnTo>
                    <a:pt x="596901" y="591112"/>
                  </a:lnTo>
                  <a:lnTo>
                    <a:pt x="4123214" y="591112"/>
                  </a:lnTo>
                  <a:lnTo>
                    <a:pt x="4144386" y="593246"/>
                  </a:lnTo>
                  <a:lnTo>
                    <a:pt x="4228428" y="584774"/>
                  </a:lnTo>
                  <a:cubicBezTo>
                    <a:pt x="4500426" y="529115"/>
                    <a:pt x="4705033" y="288452"/>
                    <a:pt x="4705033" y="0"/>
                  </a:cubicBezTo>
                  <a:close/>
                </a:path>
              </a:pathLst>
            </a:custGeom>
            <a:solidFill>
              <a:srgbClr val="466E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任意多边形 31"/>
            <p:cNvSpPr/>
            <p:nvPr/>
          </p:nvSpPr>
          <p:spPr>
            <a:xfrm flipH="1">
              <a:off x="3088438" y="801652"/>
              <a:ext cx="5913184" cy="1151128"/>
            </a:xfrm>
            <a:custGeom>
              <a:avLst/>
              <a:gdLst>
                <a:gd name="connsiteX0" fmla="*/ 5910895 w 5913184"/>
                <a:gd name="connsiteY0" fmla="*/ 0 h 1151128"/>
                <a:gd name="connsiteX1" fmla="*/ 4594724 w 5913184"/>
                <a:gd name="connsiteY1" fmla="*/ 0 h 1151128"/>
                <a:gd name="connsiteX2" fmla="*/ 4594724 w 5913184"/>
                <a:gd name="connsiteY2" fmla="*/ 1216 h 1151128"/>
                <a:gd name="connsiteX3" fmla="*/ 781200 w 5913184"/>
                <a:gd name="connsiteY3" fmla="*/ 1216 h 1151128"/>
                <a:gd name="connsiteX4" fmla="*/ 684172 w 5913184"/>
                <a:gd name="connsiteY4" fmla="*/ 1216 h 1151128"/>
                <a:gd name="connsiteX5" fmla="*/ 541838 w 5913184"/>
                <a:gd name="connsiteY5" fmla="*/ 23173 h 1151128"/>
                <a:gd name="connsiteX6" fmla="*/ 487763 w 5913184"/>
                <a:gd name="connsiteY6" fmla="*/ 45600 h 1151128"/>
                <a:gd name="connsiteX7" fmla="*/ 477122 w 5913184"/>
                <a:gd name="connsiteY7" fmla="*/ 48123 h 1151128"/>
                <a:gd name="connsiteX8" fmla="*/ 0 w 5913184"/>
                <a:gd name="connsiteY8" fmla="*/ 598116 h 1151128"/>
                <a:gd name="connsiteX9" fmla="*/ 0 w 5913184"/>
                <a:gd name="connsiteY9" fmla="*/ 1151128 h 1151128"/>
                <a:gd name="connsiteX10" fmla="*/ 623761 w 5913184"/>
                <a:gd name="connsiteY10" fmla="*/ 566354 h 1151128"/>
                <a:gd name="connsiteX11" fmla="*/ 706043 w 5913184"/>
                <a:gd name="connsiteY11" fmla="*/ 560016 h 1151128"/>
                <a:gd name="connsiteX12" fmla="*/ 4594724 w 5913184"/>
                <a:gd name="connsiteY12" fmla="*/ 560016 h 1151128"/>
                <a:gd name="connsiteX13" fmla="*/ 4594724 w 5913184"/>
                <a:gd name="connsiteY13" fmla="*/ 561600 h 1151128"/>
                <a:gd name="connsiteX14" fmla="*/ 5913184 w 5913184"/>
                <a:gd name="connsiteY14" fmla="*/ 561600 h 1151128"/>
                <a:gd name="connsiteX15" fmla="*/ 5631240 w 5913184"/>
                <a:gd name="connsiteY15" fmla="*/ 279656 h 1151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913184" h="1151128">
                  <a:moveTo>
                    <a:pt x="5910895" y="0"/>
                  </a:moveTo>
                  <a:lnTo>
                    <a:pt x="4594724" y="0"/>
                  </a:lnTo>
                  <a:lnTo>
                    <a:pt x="4594724" y="1216"/>
                  </a:lnTo>
                  <a:lnTo>
                    <a:pt x="781200" y="1216"/>
                  </a:lnTo>
                  <a:lnTo>
                    <a:pt x="684172" y="1216"/>
                  </a:lnTo>
                  <a:cubicBezTo>
                    <a:pt x="633684" y="1216"/>
                    <a:pt x="585586" y="9034"/>
                    <a:pt x="541838" y="23173"/>
                  </a:cubicBezTo>
                  <a:lnTo>
                    <a:pt x="487763" y="45600"/>
                  </a:lnTo>
                  <a:lnTo>
                    <a:pt x="477122" y="48123"/>
                  </a:lnTo>
                  <a:cubicBezTo>
                    <a:pt x="196737" y="138738"/>
                    <a:pt x="0" y="350872"/>
                    <a:pt x="0" y="598116"/>
                  </a:cubicBezTo>
                  <a:lnTo>
                    <a:pt x="0" y="1151128"/>
                  </a:lnTo>
                  <a:cubicBezTo>
                    <a:pt x="0" y="862676"/>
                    <a:pt x="267781" y="622013"/>
                    <a:pt x="623761" y="566354"/>
                  </a:cubicBezTo>
                  <a:lnTo>
                    <a:pt x="706043" y="560016"/>
                  </a:lnTo>
                  <a:lnTo>
                    <a:pt x="4594724" y="560016"/>
                  </a:lnTo>
                  <a:lnTo>
                    <a:pt x="4594724" y="561600"/>
                  </a:lnTo>
                  <a:lnTo>
                    <a:pt x="5913184" y="561600"/>
                  </a:lnTo>
                  <a:lnTo>
                    <a:pt x="5631240" y="279656"/>
                  </a:lnTo>
                  <a:close/>
                </a:path>
              </a:pathLst>
            </a:custGeom>
            <a:solidFill>
              <a:srgbClr val="466E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3471746" y="643035"/>
              <a:ext cx="5168884" cy="5168884"/>
              <a:chOff x="115601" y="285647"/>
              <a:chExt cx="5848985" cy="5848985"/>
            </a:xfrm>
            <a:effectLst>
              <a:outerShdw dist="88900" dir="2700000" algn="tl" rotWithShape="0">
                <a:prstClr val="black">
                  <a:alpha val="8000"/>
                </a:prstClr>
              </a:outerShdw>
            </a:effectLst>
          </p:grpSpPr>
          <p:sp>
            <p:nvSpPr>
              <p:cNvPr id="21" name="椭圆 20"/>
              <p:cNvSpPr/>
              <p:nvPr/>
            </p:nvSpPr>
            <p:spPr>
              <a:xfrm>
                <a:off x="118408" y="310643"/>
                <a:ext cx="5845838" cy="5820991"/>
              </a:xfrm>
              <a:prstGeom prst="ellipse">
                <a:avLst/>
              </a:prstGeom>
              <a:solidFill>
                <a:srgbClr val="466E7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+mn-cs"/>
                </a:endParaRPr>
              </a:p>
            </p:txBody>
          </p:sp>
          <p:grpSp>
            <p:nvGrpSpPr>
              <p:cNvPr id="22" name="Group 4"/>
              <p:cNvGrpSpPr>
                <a:grpSpLocks noChangeAspect="1"/>
              </p:cNvGrpSpPr>
              <p:nvPr/>
            </p:nvGrpSpPr>
            <p:grpSpPr bwMode="auto">
              <a:xfrm>
                <a:off x="115601" y="285647"/>
                <a:ext cx="5848985" cy="5848985"/>
                <a:chOff x="0" y="5"/>
                <a:chExt cx="291" cy="291"/>
              </a:xfrm>
              <a:solidFill>
                <a:srgbClr val="0378B0"/>
              </a:solidFill>
            </p:grpSpPr>
            <p:sp>
              <p:nvSpPr>
                <p:cNvPr id="23" name="Freeform 5"/>
                <p:cNvSpPr/>
                <p:nvPr/>
              </p:nvSpPr>
              <p:spPr bwMode="auto">
                <a:xfrm>
                  <a:off x="0" y="41"/>
                  <a:ext cx="194" cy="255"/>
                </a:xfrm>
                <a:custGeom>
                  <a:avLst/>
                  <a:gdLst>
                    <a:gd name="T0" fmla="*/ 80 w 80"/>
                    <a:gd name="T1" fmla="*/ 85 h 105"/>
                    <a:gd name="T2" fmla="*/ 74 w 80"/>
                    <a:gd name="T3" fmla="*/ 80 h 105"/>
                    <a:gd name="T4" fmla="*/ 72 w 80"/>
                    <a:gd name="T5" fmla="*/ 69 h 105"/>
                    <a:gd name="T6" fmla="*/ 75 w 80"/>
                    <a:gd name="T7" fmla="*/ 63 h 105"/>
                    <a:gd name="T8" fmla="*/ 72 w 80"/>
                    <a:gd name="T9" fmla="*/ 63 h 105"/>
                    <a:gd name="T10" fmla="*/ 67 w 80"/>
                    <a:gd name="T11" fmla="*/ 57 h 105"/>
                    <a:gd name="T12" fmla="*/ 63 w 80"/>
                    <a:gd name="T13" fmla="*/ 55 h 105"/>
                    <a:gd name="T14" fmla="*/ 53 w 80"/>
                    <a:gd name="T15" fmla="*/ 52 h 105"/>
                    <a:gd name="T16" fmla="*/ 45 w 80"/>
                    <a:gd name="T17" fmla="*/ 39 h 105"/>
                    <a:gd name="T18" fmla="*/ 41 w 80"/>
                    <a:gd name="T19" fmla="*/ 31 h 105"/>
                    <a:gd name="T20" fmla="*/ 42 w 80"/>
                    <a:gd name="T21" fmla="*/ 20 h 105"/>
                    <a:gd name="T22" fmla="*/ 36 w 80"/>
                    <a:gd name="T23" fmla="*/ 10 h 105"/>
                    <a:gd name="T24" fmla="*/ 29 w 80"/>
                    <a:gd name="T25" fmla="*/ 8 h 105"/>
                    <a:gd name="T26" fmla="*/ 25 w 80"/>
                    <a:gd name="T27" fmla="*/ 12 h 105"/>
                    <a:gd name="T28" fmla="*/ 19 w 80"/>
                    <a:gd name="T29" fmla="*/ 19 h 105"/>
                    <a:gd name="T30" fmla="*/ 22 w 80"/>
                    <a:gd name="T31" fmla="*/ 12 h 105"/>
                    <a:gd name="T32" fmla="*/ 20 w 80"/>
                    <a:gd name="T33" fmla="*/ 13 h 105"/>
                    <a:gd name="T34" fmla="*/ 19 w 80"/>
                    <a:gd name="T35" fmla="*/ 9 h 105"/>
                    <a:gd name="T36" fmla="*/ 23 w 80"/>
                    <a:gd name="T37" fmla="*/ 5 h 105"/>
                    <a:gd name="T38" fmla="*/ 20 w 80"/>
                    <a:gd name="T39" fmla="*/ 5 h 105"/>
                    <a:gd name="T40" fmla="*/ 20 w 80"/>
                    <a:gd name="T41" fmla="*/ 2 h 105"/>
                    <a:gd name="T42" fmla="*/ 23 w 80"/>
                    <a:gd name="T43" fmla="*/ 2 h 105"/>
                    <a:gd name="T44" fmla="*/ 21 w 80"/>
                    <a:gd name="T45" fmla="*/ 0 h 105"/>
                    <a:gd name="T46" fmla="*/ 0 w 80"/>
                    <a:gd name="T47" fmla="*/ 45 h 105"/>
                    <a:gd name="T48" fmla="*/ 60 w 80"/>
                    <a:gd name="T49" fmla="*/ 105 h 105"/>
                    <a:gd name="T50" fmla="*/ 72 w 80"/>
                    <a:gd name="T51" fmla="*/ 104 h 105"/>
                    <a:gd name="T52" fmla="*/ 80 w 80"/>
                    <a:gd name="T53" fmla="*/ 85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80" h="105">
                      <a:moveTo>
                        <a:pt x="80" y="85"/>
                      </a:moveTo>
                      <a:cubicBezTo>
                        <a:pt x="78" y="83"/>
                        <a:pt x="76" y="82"/>
                        <a:pt x="74" y="80"/>
                      </a:cubicBezTo>
                      <a:cubicBezTo>
                        <a:pt x="73" y="77"/>
                        <a:pt x="73" y="73"/>
                        <a:pt x="72" y="69"/>
                      </a:cubicBezTo>
                      <a:cubicBezTo>
                        <a:pt x="73" y="67"/>
                        <a:pt x="74" y="65"/>
                        <a:pt x="75" y="63"/>
                      </a:cubicBezTo>
                      <a:cubicBezTo>
                        <a:pt x="74" y="63"/>
                        <a:pt x="73" y="63"/>
                        <a:pt x="72" y="63"/>
                      </a:cubicBezTo>
                      <a:cubicBezTo>
                        <a:pt x="70" y="61"/>
                        <a:pt x="69" y="59"/>
                        <a:pt x="67" y="57"/>
                      </a:cubicBezTo>
                      <a:cubicBezTo>
                        <a:pt x="66" y="56"/>
                        <a:pt x="64" y="56"/>
                        <a:pt x="63" y="55"/>
                      </a:cubicBezTo>
                      <a:cubicBezTo>
                        <a:pt x="60" y="54"/>
                        <a:pt x="56" y="53"/>
                        <a:pt x="53" y="52"/>
                      </a:cubicBezTo>
                      <a:cubicBezTo>
                        <a:pt x="50" y="47"/>
                        <a:pt x="48" y="43"/>
                        <a:pt x="45" y="39"/>
                      </a:cubicBezTo>
                      <a:cubicBezTo>
                        <a:pt x="44" y="36"/>
                        <a:pt x="42" y="33"/>
                        <a:pt x="41" y="31"/>
                      </a:cubicBezTo>
                      <a:cubicBezTo>
                        <a:pt x="41" y="27"/>
                        <a:pt x="41" y="23"/>
                        <a:pt x="42" y="20"/>
                      </a:cubicBezTo>
                      <a:cubicBezTo>
                        <a:pt x="40" y="16"/>
                        <a:pt x="38" y="13"/>
                        <a:pt x="36" y="10"/>
                      </a:cubicBezTo>
                      <a:cubicBezTo>
                        <a:pt x="34" y="9"/>
                        <a:pt x="31" y="9"/>
                        <a:pt x="29" y="8"/>
                      </a:cubicBezTo>
                      <a:cubicBezTo>
                        <a:pt x="28" y="9"/>
                        <a:pt x="26" y="10"/>
                        <a:pt x="25" y="12"/>
                      </a:cubicBezTo>
                      <a:cubicBezTo>
                        <a:pt x="22" y="14"/>
                        <a:pt x="20" y="16"/>
                        <a:pt x="19" y="19"/>
                      </a:cubicBezTo>
                      <a:cubicBezTo>
                        <a:pt x="20" y="16"/>
                        <a:pt x="21" y="14"/>
                        <a:pt x="22" y="12"/>
                      </a:cubicBezTo>
                      <a:cubicBezTo>
                        <a:pt x="22" y="12"/>
                        <a:pt x="21" y="13"/>
                        <a:pt x="20" y="13"/>
                      </a:cubicBezTo>
                      <a:cubicBezTo>
                        <a:pt x="20" y="11"/>
                        <a:pt x="20" y="10"/>
                        <a:pt x="19" y="9"/>
                      </a:cubicBezTo>
                      <a:cubicBezTo>
                        <a:pt x="20" y="7"/>
                        <a:pt x="21" y="6"/>
                        <a:pt x="23" y="5"/>
                      </a:cubicBezTo>
                      <a:cubicBezTo>
                        <a:pt x="21" y="5"/>
                        <a:pt x="20" y="5"/>
                        <a:pt x="20" y="5"/>
                      </a:cubicBezTo>
                      <a:cubicBezTo>
                        <a:pt x="20" y="4"/>
                        <a:pt x="20" y="3"/>
                        <a:pt x="20" y="2"/>
                      </a:cubicBezTo>
                      <a:cubicBezTo>
                        <a:pt x="21" y="2"/>
                        <a:pt x="22" y="2"/>
                        <a:pt x="23" y="2"/>
                      </a:cubicBezTo>
                      <a:cubicBezTo>
                        <a:pt x="22" y="1"/>
                        <a:pt x="22" y="0"/>
                        <a:pt x="21" y="0"/>
                      </a:cubicBezTo>
                      <a:cubicBezTo>
                        <a:pt x="8" y="11"/>
                        <a:pt x="0" y="27"/>
                        <a:pt x="0" y="45"/>
                      </a:cubicBezTo>
                      <a:cubicBezTo>
                        <a:pt x="0" y="78"/>
                        <a:pt x="27" y="105"/>
                        <a:pt x="60" y="105"/>
                      </a:cubicBezTo>
                      <a:cubicBezTo>
                        <a:pt x="64" y="105"/>
                        <a:pt x="68" y="105"/>
                        <a:pt x="72" y="104"/>
                      </a:cubicBezTo>
                      <a:cubicBezTo>
                        <a:pt x="74" y="100"/>
                        <a:pt x="77" y="93"/>
                        <a:pt x="80" y="85"/>
                      </a:cubicBezTo>
                      <a:close/>
                    </a:path>
                  </a:pathLst>
                </a:custGeom>
                <a:solidFill>
                  <a:srgbClr val="CDCAC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软雅黑"/>
                  </a:endParaRPr>
                </a:p>
              </p:txBody>
            </p:sp>
            <p:sp>
              <p:nvSpPr>
                <p:cNvPr id="24" name="Freeform 6"/>
                <p:cNvSpPr/>
                <p:nvPr/>
              </p:nvSpPr>
              <p:spPr bwMode="auto">
                <a:xfrm>
                  <a:off x="67" y="5"/>
                  <a:ext cx="224" cy="283"/>
                </a:xfrm>
                <a:custGeom>
                  <a:avLst/>
                  <a:gdLst>
                    <a:gd name="T0" fmla="*/ 32 w 92"/>
                    <a:gd name="T1" fmla="*/ 0 h 117"/>
                    <a:gd name="T2" fmla="*/ 0 w 92"/>
                    <a:gd name="T3" fmla="*/ 10 h 117"/>
                    <a:gd name="T4" fmla="*/ 11 w 92"/>
                    <a:gd name="T5" fmla="*/ 13 h 117"/>
                    <a:gd name="T6" fmla="*/ 17 w 92"/>
                    <a:gd name="T7" fmla="*/ 11 h 117"/>
                    <a:gd name="T8" fmla="*/ 26 w 92"/>
                    <a:gd name="T9" fmla="*/ 13 h 117"/>
                    <a:gd name="T10" fmla="*/ 47 w 92"/>
                    <a:gd name="T11" fmla="*/ 13 h 117"/>
                    <a:gd name="T12" fmla="*/ 49 w 92"/>
                    <a:gd name="T13" fmla="*/ 19 h 117"/>
                    <a:gd name="T14" fmla="*/ 40 w 92"/>
                    <a:gd name="T15" fmla="*/ 20 h 117"/>
                    <a:gd name="T16" fmla="*/ 38 w 92"/>
                    <a:gd name="T17" fmla="*/ 24 h 117"/>
                    <a:gd name="T18" fmla="*/ 48 w 92"/>
                    <a:gd name="T19" fmla="*/ 32 h 117"/>
                    <a:gd name="T20" fmla="*/ 50 w 92"/>
                    <a:gd name="T21" fmla="*/ 32 h 117"/>
                    <a:gd name="T22" fmla="*/ 50 w 92"/>
                    <a:gd name="T23" fmla="*/ 22 h 117"/>
                    <a:gd name="T24" fmla="*/ 56 w 92"/>
                    <a:gd name="T25" fmla="*/ 23 h 117"/>
                    <a:gd name="T26" fmla="*/ 59 w 92"/>
                    <a:gd name="T27" fmla="*/ 29 h 117"/>
                    <a:gd name="T28" fmla="*/ 61 w 92"/>
                    <a:gd name="T29" fmla="*/ 28 h 117"/>
                    <a:gd name="T30" fmla="*/ 67 w 92"/>
                    <a:gd name="T31" fmla="*/ 43 h 117"/>
                    <a:gd name="T32" fmla="*/ 60 w 92"/>
                    <a:gd name="T33" fmla="*/ 45 h 117"/>
                    <a:gd name="T34" fmla="*/ 53 w 92"/>
                    <a:gd name="T35" fmla="*/ 49 h 117"/>
                    <a:gd name="T36" fmla="*/ 48 w 92"/>
                    <a:gd name="T37" fmla="*/ 57 h 117"/>
                    <a:gd name="T38" fmla="*/ 48 w 92"/>
                    <a:gd name="T39" fmla="*/ 61 h 117"/>
                    <a:gd name="T40" fmla="*/ 45 w 92"/>
                    <a:gd name="T41" fmla="*/ 62 h 117"/>
                    <a:gd name="T42" fmla="*/ 44 w 92"/>
                    <a:gd name="T43" fmla="*/ 57 h 117"/>
                    <a:gd name="T44" fmla="*/ 34 w 92"/>
                    <a:gd name="T45" fmla="*/ 58 h 117"/>
                    <a:gd name="T46" fmla="*/ 32 w 92"/>
                    <a:gd name="T47" fmla="*/ 64 h 117"/>
                    <a:gd name="T48" fmla="*/ 35 w 92"/>
                    <a:gd name="T49" fmla="*/ 68 h 117"/>
                    <a:gd name="T50" fmla="*/ 38 w 92"/>
                    <a:gd name="T51" fmla="*/ 65 h 117"/>
                    <a:gd name="T52" fmla="*/ 42 w 92"/>
                    <a:gd name="T53" fmla="*/ 65 h 117"/>
                    <a:gd name="T54" fmla="*/ 40 w 92"/>
                    <a:gd name="T55" fmla="*/ 70 h 117"/>
                    <a:gd name="T56" fmla="*/ 44 w 92"/>
                    <a:gd name="T57" fmla="*/ 70 h 117"/>
                    <a:gd name="T58" fmla="*/ 45 w 92"/>
                    <a:gd name="T59" fmla="*/ 76 h 117"/>
                    <a:gd name="T60" fmla="*/ 48 w 92"/>
                    <a:gd name="T61" fmla="*/ 76 h 117"/>
                    <a:gd name="T62" fmla="*/ 50 w 92"/>
                    <a:gd name="T63" fmla="*/ 73 h 117"/>
                    <a:gd name="T64" fmla="*/ 62 w 92"/>
                    <a:gd name="T65" fmla="*/ 74 h 117"/>
                    <a:gd name="T66" fmla="*/ 68 w 92"/>
                    <a:gd name="T67" fmla="*/ 79 h 117"/>
                    <a:gd name="T68" fmla="*/ 68 w 92"/>
                    <a:gd name="T69" fmla="*/ 84 h 117"/>
                    <a:gd name="T70" fmla="*/ 73 w 92"/>
                    <a:gd name="T71" fmla="*/ 86 h 117"/>
                    <a:gd name="T72" fmla="*/ 70 w 92"/>
                    <a:gd name="T73" fmla="*/ 99 h 117"/>
                    <a:gd name="T74" fmla="*/ 66 w 92"/>
                    <a:gd name="T75" fmla="*/ 101 h 117"/>
                    <a:gd name="T76" fmla="*/ 65 w 92"/>
                    <a:gd name="T77" fmla="*/ 105 h 117"/>
                    <a:gd name="T78" fmla="*/ 53 w 92"/>
                    <a:gd name="T79" fmla="*/ 116 h 117"/>
                    <a:gd name="T80" fmla="*/ 53 w 92"/>
                    <a:gd name="T81" fmla="*/ 117 h 117"/>
                    <a:gd name="T82" fmla="*/ 92 w 92"/>
                    <a:gd name="T83" fmla="*/ 60 h 117"/>
                    <a:gd name="T84" fmla="*/ 32 w 92"/>
                    <a:gd name="T85" fmla="*/ 0 h 1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92" h="117">
                      <a:moveTo>
                        <a:pt x="32" y="0"/>
                      </a:moveTo>
                      <a:cubicBezTo>
                        <a:pt x="20" y="0"/>
                        <a:pt x="9" y="4"/>
                        <a:pt x="0" y="10"/>
                      </a:cubicBezTo>
                      <a:cubicBezTo>
                        <a:pt x="4" y="11"/>
                        <a:pt x="7" y="12"/>
                        <a:pt x="11" y="13"/>
                      </a:cubicBezTo>
                      <a:cubicBezTo>
                        <a:pt x="13" y="12"/>
                        <a:pt x="15" y="11"/>
                        <a:pt x="17" y="11"/>
                      </a:cubicBezTo>
                      <a:cubicBezTo>
                        <a:pt x="20" y="11"/>
                        <a:pt x="23" y="12"/>
                        <a:pt x="26" y="13"/>
                      </a:cubicBezTo>
                      <a:cubicBezTo>
                        <a:pt x="34" y="13"/>
                        <a:pt x="41" y="12"/>
                        <a:pt x="47" y="13"/>
                      </a:cubicBezTo>
                      <a:cubicBezTo>
                        <a:pt x="48" y="14"/>
                        <a:pt x="48" y="17"/>
                        <a:pt x="49" y="19"/>
                      </a:cubicBezTo>
                      <a:cubicBezTo>
                        <a:pt x="46" y="19"/>
                        <a:pt x="43" y="20"/>
                        <a:pt x="40" y="20"/>
                      </a:cubicBezTo>
                      <a:cubicBezTo>
                        <a:pt x="39" y="21"/>
                        <a:pt x="39" y="22"/>
                        <a:pt x="38" y="24"/>
                      </a:cubicBezTo>
                      <a:cubicBezTo>
                        <a:pt x="41" y="26"/>
                        <a:pt x="45" y="29"/>
                        <a:pt x="48" y="32"/>
                      </a:cubicBezTo>
                      <a:cubicBezTo>
                        <a:pt x="48" y="32"/>
                        <a:pt x="49" y="32"/>
                        <a:pt x="50" y="32"/>
                      </a:cubicBezTo>
                      <a:cubicBezTo>
                        <a:pt x="50" y="29"/>
                        <a:pt x="50" y="25"/>
                        <a:pt x="50" y="22"/>
                      </a:cubicBezTo>
                      <a:cubicBezTo>
                        <a:pt x="52" y="23"/>
                        <a:pt x="54" y="23"/>
                        <a:pt x="56" y="23"/>
                      </a:cubicBezTo>
                      <a:cubicBezTo>
                        <a:pt x="57" y="25"/>
                        <a:pt x="58" y="27"/>
                        <a:pt x="59" y="29"/>
                      </a:cubicBezTo>
                      <a:cubicBezTo>
                        <a:pt x="59" y="29"/>
                        <a:pt x="60" y="28"/>
                        <a:pt x="61" y="28"/>
                      </a:cubicBezTo>
                      <a:cubicBezTo>
                        <a:pt x="63" y="33"/>
                        <a:pt x="65" y="38"/>
                        <a:pt x="67" y="43"/>
                      </a:cubicBezTo>
                      <a:cubicBezTo>
                        <a:pt x="65" y="43"/>
                        <a:pt x="63" y="44"/>
                        <a:pt x="60" y="45"/>
                      </a:cubicBezTo>
                      <a:cubicBezTo>
                        <a:pt x="58" y="46"/>
                        <a:pt x="56" y="47"/>
                        <a:pt x="53" y="49"/>
                      </a:cubicBezTo>
                      <a:cubicBezTo>
                        <a:pt x="52" y="51"/>
                        <a:pt x="50" y="54"/>
                        <a:pt x="48" y="57"/>
                      </a:cubicBezTo>
                      <a:cubicBezTo>
                        <a:pt x="48" y="58"/>
                        <a:pt x="48" y="60"/>
                        <a:pt x="48" y="61"/>
                      </a:cubicBezTo>
                      <a:cubicBezTo>
                        <a:pt x="47" y="61"/>
                        <a:pt x="46" y="62"/>
                        <a:pt x="45" y="62"/>
                      </a:cubicBezTo>
                      <a:cubicBezTo>
                        <a:pt x="45" y="60"/>
                        <a:pt x="44" y="58"/>
                        <a:pt x="44" y="57"/>
                      </a:cubicBezTo>
                      <a:cubicBezTo>
                        <a:pt x="41" y="57"/>
                        <a:pt x="37" y="58"/>
                        <a:pt x="34" y="58"/>
                      </a:cubicBezTo>
                      <a:cubicBezTo>
                        <a:pt x="34" y="60"/>
                        <a:pt x="33" y="62"/>
                        <a:pt x="32" y="64"/>
                      </a:cubicBezTo>
                      <a:cubicBezTo>
                        <a:pt x="33" y="65"/>
                        <a:pt x="34" y="66"/>
                        <a:pt x="35" y="68"/>
                      </a:cubicBezTo>
                      <a:cubicBezTo>
                        <a:pt x="36" y="67"/>
                        <a:pt x="37" y="66"/>
                        <a:pt x="38" y="65"/>
                      </a:cubicBezTo>
                      <a:cubicBezTo>
                        <a:pt x="39" y="65"/>
                        <a:pt x="41" y="65"/>
                        <a:pt x="42" y="65"/>
                      </a:cubicBezTo>
                      <a:cubicBezTo>
                        <a:pt x="41" y="67"/>
                        <a:pt x="41" y="68"/>
                        <a:pt x="40" y="70"/>
                      </a:cubicBezTo>
                      <a:cubicBezTo>
                        <a:pt x="41" y="70"/>
                        <a:pt x="43" y="70"/>
                        <a:pt x="44" y="70"/>
                      </a:cubicBezTo>
                      <a:cubicBezTo>
                        <a:pt x="45" y="72"/>
                        <a:pt x="45" y="74"/>
                        <a:pt x="45" y="76"/>
                      </a:cubicBezTo>
                      <a:cubicBezTo>
                        <a:pt x="46" y="76"/>
                        <a:pt x="47" y="76"/>
                        <a:pt x="48" y="76"/>
                      </a:cubicBezTo>
                      <a:cubicBezTo>
                        <a:pt x="49" y="75"/>
                        <a:pt x="49" y="74"/>
                        <a:pt x="50" y="73"/>
                      </a:cubicBezTo>
                      <a:cubicBezTo>
                        <a:pt x="54" y="73"/>
                        <a:pt x="58" y="74"/>
                        <a:pt x="62" y="74"/>
                      </a:cubicBezTo>
                      <a:cubicBezTo>
                        <a:pt x="64" y="76"/>
                        <a:pt x="66" y="78"/>
                        <a:pt x="68" y="79"/>
                      </a:cubicBezTo>
                      <a:cubicBezTo>
                        <a:pt x="68" y="81"/>
                        <a:pt x="68" y="82"/>
                        <a:pt x="68" y="84"/>
                      </a:cubicBezTo>
                      <a:cubicBezTo>
                        <a:pt x="70" y="85"/>
                        <a:pt x="72" y="86"/>
                        <a:pt x="73" y="86"/>
                      </a:cubicBezTo>
                      <a:cubicBezTo>
                        <a:pt x="72" y="90"/>
                        <a:pt x="71" y="94"/>
                        <a:pt x="70" y="99"/>
                      </a:cubicBezTo>
                      <a:cubicBezTo>
                        <a:pt x="69" y="99"/>
                        <a:pt x="68" y="100"/>
                        <a:pt x="66" y="101"/>
                      </a:cubicBezTo>
                      <a:cubicBezTo>
                        <a:pt x="66" y="103"/>
                        <a:pt x="65" y="104"/>
                        <a:pt x="65" y="105"/>
                      </a:cubicBezTo>
                      <a:cubicBezTo>
                        <a:pt x="62" y="109"/>
                        <a:pt x="58" y="113"/>
                        <a:pt x="53" y="116"/>
                      </a:cubicBezTo>
                      <a:cubicBezTo>
                        <a:pt x="53" y="116"/>
                        <a:pt x="53" y="116"/>
                        <a:pt x="53" y="117"/>
                      </a:cubicBezTo>
                      <a:cubicBezTo>
                        <a:pt x="76" y="108"/>
                        <a:pt x="92" y="86"/>
                        <a:pt x="92" y="60"/>
                      </a:cubicBezTo>
                      <a:cubicBezTo>
                        <a:pt x="92" y="27"/>
                        <a:pt x="65" y="0"/>
                        <a:pt x="32" y="0"/>
                      </a:cubicBezTo>
                      <a:close/>
                    </a:path>
                  </a:pathLst>
                </a:custGeom>
                <a:solidFill>
                  <a:srgbClr val="CDCAC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软雅黑"/>
                  </a:endParaRPr>
                </a:p>
              </p:txBody>
            </p:sp>
          </p:grpSp>
        </p:grpSp>
        <p:sp>
          <p:nvSpPr>
            <p:cNvPr id="26" name="任意多边形 25"/>
            <p:cNvSpPr/>
            <p:nvPr/>
          </p:nvSpPr>
          <p:spPr>
            <a:xfrm>
              <a:off x="2843869" y="1342618"/>
              <a:ext cx="6157754" cy="1741024"/>
            </a:xfrm>
            <a:custGeom>
              <a:avLst/>
              <a:gdLst>
                <a:gd name="connsiteX0" fmla="*/ 4705033 w 4705033"/>
                <a:gd name="connsiteY0" fmla="*/ 0 h 1741024"/>
                <a:gd name="connsiteX1" fmla="*/ 4705033 w 4705033"/>
                <a:gd name="connsiteY1" fmla="*/ 553012 h 1741024"/>
                <a:gd name="connsiteX2" fmla="*/ 4228428 w 4705033"/>
                <a:gd name="connsiteY2" fmla="*/ 1137785 h 1741024"/>
                <a:gd name="connsiteX3" fmla="*/ 4186776 w 4705033"/>
                <a:gd name="connsiteY3" fmla="*/ 1141984 h 1741024"/>
                <a:gd name="connsiteX4" fmla="*/ 4179523 w 4705033"/>
                <a:gd name="connsiteY4" fmla="*/ 1144236 h 1741024"/>
                <a:gd name="connsiteX5" fmla="*/ 4123214 w 4705033"/>
                <a:gd name="connsiteY5" fmla="*/ 1149912 h 1741024"/>
                <a:gd name="connsiteX6" fmla="*/ 4108132 w 4705033"/>
                <a:gd name="connsiteY6" fmla="*/ 1149912 h 1741024"/>
                <a:gd name="connsiteX7" fmla="*/ 539475 w 4705033"/>
                <a:gd name="connsiteY7" fmla="*/ 1149912 h 1741024"/>
                <a:gd name="connsiteX8" fmla="*/ 476605 w 4705033"/>
                <a:gd name="connsiteY8" fmla="*/ 1156250 h 1741024"/>
                <a:gd name="connsiteX9" fmla="*/ 0 w 4705033"/>
                <a:gd name="connsiteY9" fmla="*/ 1741024 h 1741024"/>
                <a:gd name="connsiteX10" fmla="*/ 0 w 4705033"/>
                <a:gd name="connsiteY10" fmla="*/ 1188012 h 1741024"/>
                <a:gd name="connsiteX11" fmla="*/ 364561 w 4705033"/>
                <a:gd name="connsiteY11" fmla="*/ 638019 h 1741024"/>
                <a:gd name="connsiteX12" fmla="*/ 372691 w 4705033"/>
                <a:gd name="connsiteY12" fmla="*/ 635496 h 1741024"/>
                <a:gd name="connsiteX13" fmla="*/ 414009 w 4705033"/>
                <a:gd name="connsiteY13" fmla="*/ 613069 h 1741024"/>
                <a:gd name="connsiteX14" fmla="*/ 522764 w 4705033"/>
                <a:gd name="connsiteY14" fmla="*/ 591112 h 1741024"/>
                <a:gd name="connsiteX15" fmla="*/ 596901 w 4705033"/>
                <a:gd name="connsiteY15" fmla="*/ 591112 h 1741024"/>
                <a:gd name="connsiteX16" fmla="*/ 4123214 w 4705033"/>
                <a:gd name="connsiteY16" fmla="*/ 591112 h 1741024"/>
                <a:gd name="connsiteX17" fmla="*/ 4144386 w 4705033"/>
                <a:gd name="connsiteY17" fmla="*/ 593246 h 1741024"/>
                <a:gd name="connsiteX18" fmla="*/ 4228428 w 4705033"/>
                <a:gd name="connsiteY18" fmla="*/ 584774 h 1741024"/>
                <a:gd name="connsiteX19" fmla="*/ 4705033 w 4705033"/>
                <a:gd name="connsiteY19" fmla="*/ 0 h 1741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05033" h="1741024">
                  <a:moveTo>
                    <a:pt x="4705033" y="0"/>
                  </a:moveTo>
                  <a:lnTo>
                    <a:pt x="4705033" y="553012"/>
                  </a:lnTo>
                  <a:cubicBezTo>
                    <a:pt x="4705033" y="841464"/>
                    <a:pt x="4500426" y="1082127"/>
                    <a:pt x="4228428" y="1137785"/>
                  </a:cubicBezTo>
                  <a:lnTo>
                    <a:pt x="4186776" y="1141984"/>
                  </a:lnTo>
                  <a:lnTo>
                    <a:pt x="4179523" y="1144236"/>
                  </a:lnTo>
                  <a:cubicBezTo>
                    <a:pt x="4161335" y="1147958"/>
                    <a:pt x="4142503" y="1149912"/>
                    <a:pt x="4123214" y="1149912"/>
                  </a:cubicBezTo>
                  <a:lnTo>
                    <a:pt x="4108132" y="1149912"/>
                  </a:lnTo>
                  <a:lnTo>
                    <a:pt x="539475" y="1149912"/>
                  </a:lnTo>
                  <a:lnTo>
                    <a:pt x="476605" y="1156250"/>
                  </a:lnTo>
                  <a:cubicBezTo>
                    <a:pt x="204607" y="1211909"/>
                    <a:pt x="0" y="1452572"/>
                    <a:pt x="0" y="1741024"/>
                  </a:cubicBezTo>
                  <a:lnTo>
                    <a:pt x="0" y="1188012"/>
                  </a:lnTo>
                  <a:cubicBezTo>
                    <a:pt x="0" y="940768"/>
                    <a:pt x="150323" y="728634"/>
                    <a:pt x="364561" y="638019"/>
                  </a:cubicBezTo>
                  <a:lnTo>
                    <a:pt x="372691" y="635496"/>
                  </a:lnTo>
                  <a:lnTo>
                    <a:pt x="414009" y="613069"/>
                  </a:lnTo>
                  <a:cubicBezTo>
                    <a:pt x="447436" y="598930"/>
                    <a:pt x="484187" y="591112"/>
                    <a:pt x="522764" y="591112"/>
                  </a:cubicBezTo>
                  <a:lnTo>
                    <a:pt x="596901" y="591112"/>
                  </a:lnTo>
                  <a:lnTo>
                    <a:pt x="4123214" y="591112"/>
                  </a:lnTo>
                  <a:lnTo>
                    <a:pt x="4144386" y="593246"/>
                  </a:lnTo>
                  <a:lnTo>
                    <a:pt x="4228428" y="584774"/>
                  </a:lnTo>
                  <a:cubicBezTo>
                    <a:pt x="4500426" y="529115"/>
                    <a:pt x="4705033" y="288452"/>
                    <a:pt x="4705033" y="0"/>
                  </a:cubicBezTo>
                  <a:close/>
                </a:path>
              </a:pathLst>
            </a:custGeom>
            <a:solidFill>
              <a:srgbClr val="79A5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/>
          </p:nvSpPr>
          <p:spPr>
            <a:xfrm>
              <a:off x="2843869" y="3604342"/>
              <a:ext cx="6157754" cy="1741024"/>
            </a:xfrm>
            <a:custGeom>
              <a:avLst/>
              <a:gdLst>
                <a:gd name="connsiteX0" fmla="*/ 4705033 w 4705033"/>
                <a:gd name="connsiteY0" fmla="*/ 0 h 1741024"/>
                <a:gd name="connsiteX1" fmla="*/ 4705033 w 4705033"/>
                <a:gd name="connsiteY1" fmla="*/ 553012 h 1741024"/>
                <a:gd name="connsiteX2" fmla="*/ 4228428 w 4705033"/>
                <a:gd name="connsiteY2" fmla="*/ 1137785 h 1741024"/>
                <a:gd name="connsiteX3" fmla="*/ 4186776 w 4705033"/>
                <a:gd name="connsiteY3" fmla="*/ 1141984 h 1741024"/>
                <a:gd name="connsiteX4" fmla="*/ 4179523 w 4705033"/>
                <a:gd name="connsiteY4" fmla="*/ 1144236 h 1741024"/>
                <a:gd name="connsiteX5" fmla="*/ 4123214 w 4705033"/>
                <a:gd name="connsiteY5" fmla="*/ 1149912 h 1741024"/>
                <a:gd name="connsiteX6" fmla="*/ 4108132 w 4705033"/>
                <a:gd name="connsiteY6" fmla="*/ 1149912 h 1741024"/>
                <a:gd name="connsiteX7" fmla="*/ 539475 w 4705033"/>
                <a:gd name="connsiteY7" fmla="*/ 1149912 h 1741024"/>
                <a:gd name="connsiteX8" fmla="*/ 476605 w 4705033"/>
                <a:gd name="connsiteY8" fmla="*/ 1156250 h 1741024"/>
                <a:gd name="connsiteX9" fmla="*/ 0 w 4705033"/>
                <a:gd name="connsiteY9" fmla="*/ 1741024 h 1741024"/>
                <a:gd name="connsiteX10" fmla="*/ 0 w 4705033"/>
                <a:gd name="connsiteY10" fmla="*/ 1188012 h 1741024"/>
                <a:gd name="connsiteX11" fmla="*/ 364561 w 4705033"/>
                <a:gd name="connsiteY11" fmla="*/ 638019 h 1741024"/>
                <a:gd name="connsiteX12" fmla="*/ 372691 w 4705033"/>
                <a:gd name="connsiteY12" fmla="*/ 635496 h 1741024"/>
                <a:gd name="connsiteX13" fmla="*/ 414009 w 4705033"/>
                <a:gd name="connsiteY13" fmla="*/ 613069 h 1741024"/>
                <a:gd name="connsiteX14" fmla="*/ 522764 w 4705033"/>
                <a:gd name="connsiteY14" fmla="*/ 591112 h 1741024"/>
                <a:gd name="connsiteX15" fmla="*/ 596901 w 4705033"/>
                <a:gd name="connsiteY15" fmla="*/ 591112 h 1741024"/>
                <a:gd name="connsiteX16" fmla="*/ 4123214 w 4705033"/>
                <a:gd name="connsiteY16" fmla="*/ 591112 h 1741024"/>
                <a:gd name="connsiteX17" fmla="*/ 4144386 w 4705033"/>
                <a:gd name="connsiteY17" fmla="*/ 593246 h 1741024"/>
                <a:gd name="connsiteX18" fmla="*/ 4228428 w 4705033"/>
                <a:gd name="connsiteY18" fmla="*/ 584774 h 1741024"/>
                <a:gd name="connsiteX19" fmla="*/ 4705033 w 4705033"/>
                <a:gd name="connsiteY19" fmla="*/ 0 h 1741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05033" h="1741024">
                  <a:moveTo>
                    <a:pt x="4705033" y="0"/>
                  </a:moveTo>
                  <a:lnTo>
                    <a:pt x="4705033" y="553012"/>
                  </a:lnTo>
                  <a:cubicBezTo>
                    <a:pt x="4705033" y="841464"/>
                    <a:pt x="4500426" y="1082127"/>
                    <a:pt x="4228428" y="1137785"/>
                  </a:cubicBezTo>
                  <a:lnTo>
                    <a:pt x="4186776" y="1141984"/>
                  </a:lnTo>
                  <a:lnTo>
                    <a:pt x="4179523" y="1144236"/>
                  </a:lnTo>
                  <a:cubicBezTo>
                    <a:pt x="4161335" y="1147958"/>
                    <a:pt x="4142503" y="1149912"/>
                    <a:pt x="4123214" y="1149912"/>
                  </a:cubicBezTo>
                  <a:lnTo>
                    <a:pt x="4108132" y="1149912"/>
                  </a:lnTo>
                  <a:lnTo>
                    <a:pt x="539475" y="1149912"/>
                  </a:lnTo>
                  <a:lnTo>
                    <a:pt x="476605" y="1156250"/>
                  </a:lnTo>
                  <a:cubicBezTo>
                    <a:pt x="204607" y="1211909"/>
                    <a:pt x="0" y="1452572"/>
                    <a:pt x="0" y="1741024"/>
                  </a:cubicBezTo>
                  <a:lnTo>
                    <a:pt x="0" y="1188012"/>
                  </a:lnTo>
                  <a:cubicBezTo>
                    <a:pt x="0" y="940768"/>
                    <a:pt x="150323" y="728634"/>
                    <a:pt x="364561" y="638019"/>
                  </a:cubicBezTo>
                  <a:lnTo>
                    <a:pt x="372691" y="635496"/>
                  </a:lnTo>
                  <a:lnTo>
                    <a:pt x="414009" y="613069"/>
                  </a:lnTo>
                  <a:cubicBezTo>
                    <a:pt x="447436" y="598930"/>
                    <a:pt x="484187" y="591112"/>
                    <a:pt x="522764" y="591112"/>
                  </a:cubicBezTo>
                  <a:lnTo>
                    <a:pt x="596901" y="591112"/>
                  </a:lnTo>
                  <a:lnTo>
                    <a:pt x="4123214" y="591112"/>
                  </a:lnTo>
                  <a:lnTo>
                    <a:pt x="4144386" y="593246"/>
                  </a:lnTo>
                  <a:lnTo>
                    <a:pt x="4228428" y="584774"/>
                  </a:lnTo>
                  <a:cubicBezTo>
                    <a:pt x="4500426" y="529115"/>
                    <a:pt x="4705033" y="288452"/>
                    <a:pt x="4705033" y="0"/>
                  </a:cubicBezTo>
                  <a:close/>
                </a:path>
              </a:pathLst>
            </a:custGeom>
            <a:solidFill>
              <a:srgbClr val="79A5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7" name="直接连接符 36"/>
          <p:cNvCxnSpPr/>
          <p:nvPr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rgbClr val="F5F0E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5687051" y="1424485"/>
            <a:ext cx="56692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</a:t>
            </a:r>
            <a:r>
              <a:rPr lang="en-US" altLang="zh-CN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前端开发（</a:t>
            </a:r>
            <a:r>
              <a:rPr lang="en-US" altLang="zh-CN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UI/</a:t>
            </a:r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交互）</a:t>
            </a:r>
          </a:p>
        </p:txBody>
      </p:sp>
      <p:sp>
        <p:nvSpPr>
          <p:cNvPr id="39" name="矩形 38"/>
          <p:cNvSpPr/>
          <p:nvPr/>
        </p:nvSpPr>
        <p:spPr>
          <a:xfrm>
            <a:off x="5687053" y="2673772"/>
            <a:ext cx="515747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</a:t>
            </a:r>
            <a:r>
              <a:rPr lang="en-US" altLang="zh-CN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后端开发</a:t>
            </a:r>
            <a:r>
              <a:rPr lang="en-US" altLang="zh-CN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技术预研</a:t>
            </a:r>
            <a:endParaRPr lang="zh-CN" altLang="en-US" sz="36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687053" y="3917856"/>
            <a:ext cx="447675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</a:t>
            </a:r>
            <a:r>
              <a:rPr lang="en-US" altLang="zh-CN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项目管理与文档</a:t>
            </a:r>
          </a:p>
        </p:txBody>
      </p:sp>
      <p:sp>
        <p:nvSpPr>
          <p:cNvPr id="41" name="矩形 40"/>
          <p:cNvSpPr/>
          <p:nvPr/>
        </p:nvSpPr>
        <p:spPr>
          <a:xfrm>
            <a:off x="5687053" y="5074677"/>
            <a:ext cx="447675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</a:t>
            </a:r>
            <a:r>
              <a:rPr lang="en-US" altLang="zh-CN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产品包装与简介</a:t>
            </a:r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823005" y="951774"/>
            <a:ext cx="10545989" cy="4954451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zh-CN" altLang="en-US" sz="3600"/>
              <a:t>前端开发（</a:t>
            </a:r>
            <a:r>
              <a:rPr lang="en-US" altLang="zh-CN" sz="3600"/>
              <a:t>UI/</a:t>
            </a:r>
            <a:r>
              <a:rPr lang="zh-CN" altLang="en-US" sz="3600"/>
              <a:t>交互）： 李婉</a:t>
            </a:r>
            <a:r>
              <a:rPr lang="en-US" altLang="zh-CN" sz="3600"/>
              <a:t> </a:t>
            </a:r>
            <a:r>
              <a:rPr lang="zh-CN" altLang="en-US" sz="3600"/>
              <a:t>、谭紫洋– 负责界面实现与用户体验。   </a:t>
            </a:r>
          </a:p>
          <a:p>
            <a:r>
              <a:rPr lang="zh-CN" altLang="en-US" sz="3600"/>
              <a:t>后端开发</a:t>
            </a:r>
            <a:r>
              <a:rPr lang="en-US" altLang="zh-CN" sz="3600"/>
              <a:t>/</a:t>
            </a:r>
            <a:r>
              <a:rPr lang="zh-CN" altLang="en-US" sz="3600"/>
              <a:t>技术预研： 罗晨雨</a:t>
            </a:r>
            <a:r>
              <a:rPr lang="en-US" altLang="zh-CN" sz="3600"/>
              <a:t> </a:t>
            </a:r>
            <a:r>
              <a:rPr lang="zh-CN" altLang="en-US" sz="3600"/>
              <a:t>– 负责</a:t>
            </a:r>
            <a:r>
              <a:rPr lang="en-US" altLang="zh-CN" sz="3600"/>
              <a:t>API</a:t>
            </a:r>
            <a:r>
              <a:rPr lang="zh-CN" altLang="en-US" sz="3600"/>
              <a:t>设计与数据管理。</a:t>
            </a:r>
          </a:p>
          <a:p>
            <a:r>
              <a:rPr lang="zh-CN" altLang="en-US" sz="3600"/>
              <a:t>全栈：张楚晗 、黄一馨 、杨俊强 </a:t>
            </a:r>
          </a:p>
          <a:p>
            <a:r>
              <a:rPr lang="zh-CN" altLang="en-US" sz="3600"/>
              <a:t>项目管理与文档： 叶晨杰</a:t>
            </a:r>
            <a:r>
              <a:rPr lang="en-US" altLang="zh-CN" sz="3600"/>
              <a:t> </a:t>
            </a:r>
            <a:r>
              <a:rPr lang="zh-CN" altLang="en-US" sz="3600"/>
              <a:t>– 确保流程规范、文档齐全。  </a:t>
            </a:r>
          </a:p>
          <a:p>
            <a:r>
              <a:rPr lang="zh-CN" altLang="en-US" sz="3600"/>
              <a:t>产品包装与宣介： 柳雨汐、许金涵 – 负责</a:t>
            </a:r>
            <a:r>
              <a:rPr lang="en-US" altLang="zh-CN" sz="3600"/>
              <a:t>PPT</a:t>
            </a:r>
            <a:r>
              <a:rPr lang="zh-CN" altLang="en-US" sz="3600"/>
              <a:t>、答辩话术等价值呈现。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</p:spPr>
      </p:pic>
      <p:sp>
        <p:nvSpPr>
          <p:cNvPr id="6" name="任意多边形 5"/>
          <p:cNvSpPr/>
          <p:nvPr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5" name="组合 144"/>
          <p:cNvGrpSpPr/>
          <p:nvPr/>
        </p:nvGrpSpPr>
        <p:grpSpPr>
          <a:xfrm>
            <a:off x="3683901" y="345797"/>
            <a:ext cx="4820918" cy="4822970"/>
            <a:chOff x="4170953" y="833056"/>
            <a:chExt cx="3846813" cy="3848451"/>
          </a:xfrm>
        </p:grpSpPr>
        <p:grpSp>
          <p:nvGrpSpPr>
            <p:cNvPr id="131" name="组合 130"/>
            <p:cNvGrpSpPr/>
            <p:nvPr/>
          </p:nvGrpSpPr>
          <p:grpSpPr>
            <a:xfrm>
              <a:off x="4170953" y="833056"/>
              <a:ext cx="3846813" cy="3848451"/>
              <a:chOff x="4170953" y="833056"/>
              <a:chExt cx="3846813" cy="3848451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4273247" y="926495"/>
                <a:ext cx="3645505" cy="3645505"/>
                <a:chOff x="3651549" y="975481"/>
                <a:chExt cx="2929467" cy="2929467"/>
              </a:xfrm>
            </p:grpSpPr>
            <p:sp>
              <p:nvSpPr>
                <p:cNvPr id="10" name="椭圆 9"/>
                <p:cNvSpPr/>
                <p:nvPr/>
              </p:nvSpPr>
              <p:spPr>
                <a:xfrm>
                  <a:off x="3651549" y="975481"/>
                  <a:ext cx="2929467" cy="2929467"/>
                </a:xfrm>
                <a:prstGeom prst="ellipse">
                  <a:avLst/>
                </a:prstGeom>
                <a:solidFill>
                  <a:srgbClr val="F5F0E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椭圆 10"/>
                <p:cNvSpPr/>
                <p:nvPr/>
              </p:nvSpPr>
              <p:spPr>
                <a:xfrm>
                  <a:off x="3856282" y="1186757"/>
                  <a:ext cx="2520000" cy="2519829"/>
                </a:xfrm>
                <a:prstGeom prst="ellipse">
                  <a:avLst/>
                </a:prstGeom>
                <a:solidFill>
                  <a:srgbClr val="79A5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1" name="直接连接符 30"/>
              <p:cNvCxnSpPr/>
              <p:nvPr/>
            </p:nvCxnSpPr>
            <p:spPr>
              <a:xfrm rot="-5400000" flipH="1">
                <a:off x="4224639" y="255943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 rot="-4976471" flipH="1">
                <a:off x="4237730" y="234718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rot="-4552941" flipH="1">
                <a:off x="4276806" y="21381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rot="-4129412" flipH="1">
                <a:off x="4341273" y="193550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-3705882" flipH="1">
                <a:off x="4430155" y="174231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rot="-3282353" flipH="1">
                <a:off x="4542104" y="156150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rot="-2858823" flipH="1">
                <a:off x="4675423" y="139583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rot="-2435294" flipH="1">
                <a:off x="4828091" y="124779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rot="-2011765" flipH="1">
                <a:off x="4997794" y="111963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rot="-1588235" flipH="1">
                <a:off x="5181960" y="101331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rot="-1164706" flipH="1">
                <a:off x="5377796" y="93042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rot="-741177" flipH="1">
                <a:off x="5582334" y="8722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 rot="-317647" flipH="1">
                <a:off x="5792473" y="83960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rot="105883" flipH="1">
                <a:off x="6005028" y="83305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rot="529412" flipH="1">
                <a:off x="6216777" y="85267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 rot="952941" flipH="1">
                <a:off x="6424510" y="8981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rot="1376471" flipH="1">
                <a:off x="6625077" y="9688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rot="1800000" flipH="1">
                <a:off x="6815439" y="10636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rot="2223529" flipH="1">
                <a:off x="6992710" y="11811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 rot="2647059" flipH="1">
                <a:off x="7154201" y="13194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rot="3070588" flipH="1">
                <a:off x="7297467" y="147661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rot="3494117" flipH="1">
                <a:off x="7420334" y="165018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rot="3917647" flipH="1">
                <a:off x="7520940" y="18375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rot="4341176" flipH="1">
                <a:off x="7597760" y="203583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rot="4764706" flipH="1">
                <a:off x="7649630" y="22420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rot="5188236" flipH="1">
                <a:off x="7675763" y="24531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rot="5611765" flipH="1">
                <a:off x="7675763" y="26657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rot="6035294" flipH="1">
                <a:off x="7649630" y="28768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rot="6458824" flipH="1">
                <a:off x="7597760" y="308304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rot="6882353" flipH="1">
                <a:off x="7520940" y="32813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rot="7305883" flipH="1">
                <a:off x="7420334" y="346869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rot="7729412" flipH="1">
                <a:off x="7297467" y="36422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rot="8152941" flipH="1">
                <a:off x="7154201" y="379941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 rot="8576471" flipH="1">
                <a:off x="6992710" y="39377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 rot="9000000" flipH="1">
                <a:off x="6815439" y="40552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 rot="9423529" flipH="1">
                <a:off x="6625077" y="41500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rot="9847059" flipH="1">
                <a:off x="6424509" y="42207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rot="10270589" flipH="1">
                <a:off x="6216777" y="426619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 rot="10694117" flipH="1">
                <a:off x="6005028" y="428581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rot="11117648" flipH="1">
                <a:off x="5792473" y="42792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 rot="11541176" flipH="1">
                <a:off x="5582334" y="42466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 rot="11964706" flipH="1">
                <a:off x="5377796" y="418845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 rot="12388235" flipH="1">
                <a:off x="5181960" y="410556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 rot="12811765" flipH="1">
                <a:off x="4997794" y="399923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 rot="13235294" flipH="1">
                <a:off x="4828092" y="387108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rot="13658824" flipH="1">
                <a:off x="4675423" y="372304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rot="14082352" flipH="1">
                <a:off x="4542104" y="35573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rot="14505883" flipH="1">
                <a:off x="4430155" y="337656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rot="14929413" flipH="1">
                <a:off x="4341273" y="318337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 rot="15352941" flipH="1">
                <a:off x="4276806" y="29807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rot="15776472" flipH="1">
                <a:off x="4237730" y="277168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组合 136"/>
            <p:cNvGrpSpPr/>
            <p:nvPr/>
          </p:nvGrpSpPr>
          <p:grpSpPr>
            <a:xfrm>
              <a:off x="5093797" y="2186051"/>
              <a:ext cx="1999050" cy="158900"/>
              <a:chOff x="5010088" y="1993966"/>
              <a:chExt cx="1999050" cy="158900"/>
            </a:xfrm>
          </p:grpSpPr>
          <p:cxnSp>
            <p:nvCxnSpPr>
              <p:cNvPr id="133" name="直接连接符 132"/>
              <p:cNvCxnSpPr/>
              <p:nvPr/>
            </p:nvCxnSpPr>
            <p:spPr>
              <a:xfrm>
                <a:off x="5010088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>
                <a:off x="6109586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椭圆 135"/>
              <p:cNvSpPr/>
              <p:nvPr/>
            </p:nvSpPr>
            <p:spPr>
              <a:xfrm>
                <a:off x="5932484" y="1993966"/>
                <a:ext cx="158900" cy="158900"/>
              </a:xfrm>
              <a:prstGeom prst="ellipse">
                <a:avLst/>
              </a:prstGeom>
              <a:noFill/>
              <a:ln>
                <a:solidFill>
                  <a:srgbClr val="F5F0E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38" name="矩形 137"/>
            <p:cNvSpPr/>
            <p:nvPr/>
          </p:nvSpPr>
          <p:spPr>
            <a:xfrm>
              <a:off x="5282883" y="1623742"/>
              <a:ext cx="1620880" cy="50820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lvl="0" algn="ctr" defTabSz="914400"/>
              <a:r>
                <a:rPr lang="zh-CN" altLang="en-US" sz="3600" kern="0" dirty="0">
                  <a:solidFill>
                    <a:srgbClr val="F5F0E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</a:t>
              </a:r>
              <a:r>
                <a:rPr lang="zh-CN" altLang="en-US" sz="3600" kern="0" dirty="0">
                  <a:solidFill>
                    <a:srgbClr val="F5F0E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六</a:t>
              </a:r>
              <a:r>
                <a:rPr lang="zh-CN" altLang="en-US" sz="3600" kern="0" dirty="0">
                  <a:solidFill>
                    <a:srgbClr val="F5F0E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部分</a:t>
              </a:r>
            </a:p>
          </p:txBody>
        </p:sp>
        <p:sp>
          <p:nvSpPr>
            <p:cNvPr id="139" name="矩形 138"/>
            <p:cNvSpPr/>
            <p:nvPr/>
          </p:nvSpPr>
          <p:spPr>
            <a:xfrm>
              <a:off x="4559561" y="2396875"/>
              <a:ext cx="3067521" cy="6622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rgbClr val="F5F0EA"/>
                  </a:solidFill>
                </a:rPr>
                <a:t>『</a:t>
              </a:r>
              <a:r>
                <a:rPr lang="zh-CN" altLang="en-US" sz="4800" b="1" dirty="0">
                  <a:solidFill>
                    <a:srgbClr val="F5F0EA"/>
                  </a:solidFill>
                </a:rPr>
                <a:t>预期成果</a:t>
              </a:r>
              <a:r>
                <a:rPr lang="en-US" altLang="zh-CN" sz="4800" b="1" dirty="0">
                  <a:solidFill>
                    <a:srgbClr val="F5F0EA"/>
                  </a:solidFill>
                </a:rPr>
                <a:t>』</a:t>
              </a:r>
            </a:p>
          </p:txBody>
        </p:sp>
        <p:grpSp>
          <p:nvGrpSpPr>
            <p:cNvPr id="140" name="Group 67"/>
            <p:cNvGrpSpPr>
              <a:grpSpLocks noChangeAspect="1"/>
            </p:cNvGrpSpPr>
            <p:nvPr/>
          </p:nvGrpSpPr>
          <p:grpSpPr bwMode="auto">
            <a:xfrm>
              <a:off x="5486103" y="3161047"/>
              <a:ext cx="1214438" cy="898525"/>
              <a:chOff x="6149" y="2123"/>
              <a:chExt cx="765" cy="566"/>
            </a:xfrm>
            <a:solidFill>
              <a:srgbClr val="F5F0EA"/>
            </a:solidFill>
          </p:grpSpPr>
          <p:sp>
            <p:nvSpPr>
              <p:cNvPr id="141" name="Freeform 68"/>
              <p:cNvSpPr/>
              <p:nvPr/>
            </p:nvSpPr>
            <p:spPr bwMode="auto">
              <a:xfrm>
                <a:off x="6281" y="2401"/>
                <a:ext cx="501" cy="288"/>
              </a:xfrm>
              <a:custGeom>
                <a:avLst/>
                <a:gdLst>
                  <a:gd name="T0" fmla="*/ 485 w 524"/>
                  <a:gd name="T1" fmla="*/ 56 h 300"/>
                  <a:gd name="T2" fmla="*/ 473 w 524"/>
                  <a:gd name="T3" fmla="*/ 36 h 300"/>
                  <a:gd name="T4" fmla="*/ 450 w 524"/>
                  <a:gd name="T5" fmla="*/ 26 h 300"/>
                  <a:gd name="T6" fmla="*/ 318 w 524"/>
                  <a:gd name="T7" fmla="*/ 0 h 300"/>
                  <a:gd name="T8" fmla="*/ 356 w 524"/>
                  <a:gd name="T9" fmla="*/ 25 h 300"/>
                  <a:gd name="T10" fmla="*/ 296 w 524"/>
                  <a:gd name="T11" fmla="*/ 215 h 300"/>
                  <a:gd name="T12" fmla="*/ 262 w 524"/>
                  <a:gd name="T13" fmla="*/ 74 h 300"/>
                  <a:gd name="T14" fmla="*/ 228 w 524"/>
                  <a:gd name="T15" fmla="*/ 215 h 300"/>
                  <a:gd name="T16" fmla="*/ 168 w 524"/>
                  <a:gd name="T17" fmla="*/ 25 h 300"/>
                  <a:gd name="T18" fmla="*/ 206 w 524"/>
                  <a:gd name="T19" fmla="*/ 0 h 300"/>
                  <a:gd name="T20" fmla="*/ 74 w 524"/>
                  <a:gd name="T21" fmla="*/ 26 h 300"/>
                  <a:gd name="T22" fmla="*/ 51 w 524"/>
                  <a:gd name="T23" fmla="*/ 36 h 300"/>
                  <a:gd name="T24" fmla="*/ 39 w 524"/>
                  <a:gd name="T25" fmla="*/ 56 h 300"/>
                  <a:gd name="T26" fmla="*/ 0 w 524"/>
                  <a:gd name="T27" fmla="*/ 228 h 300"/>
                  <a:gd name="T28" fmla="*/ 73 w 524"/>
                  <a:gd name="T29" fmla="*/ 254 h 300"/>
                  <a:gd name="T30" fmla="*/ 249 w 524"/>
                  <a:gd name="T31" fmla="*/ 300 h 300"/>
                  <a:gd name="T32" fmla="*/ 262 w 524"/>
                  <a:gd name="T33" fmla="*/ 300 h 300"/>
                  <a:gd name="T34" fmla="*/ 275 w 524"/>
                  <a:gd name="T35" fmla="*/ 300 h 300"/>
                  <a:gd name="T36" fmla="*/ 451 w 524"/>
                  <a:gd name="T37" fmla="*/ 254 h 300"/>
                  <a:gd name="T38" fmla="*/ 524 w 524"/>
                  <a:gd name="T39" fmla="*/ 228 h 300"/>
                  <a:gd name="T40" fmla="*/ 485 w 524"/>
                  <a:gd name="T41" fmla="*/ 56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24" h="300">
                    <a:moveTo>
                      <a:pt x="485" y="56"/>
                    </a:moveTo>
                    <a:cubicBezTo>
                      <a:pt x="484" y="48"/>
                      <a:pt x="479" y="41"/>
                      <a:pt x="473" y="36"/>
                    </a:cubicBezTo>
                    <a:cubicBezTo>
                      <a:pt x="467" y="30"/>
                      <a:pt x="459" y="27"/>
                      <a:pt x="450" y="26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56" y="25"/>
                      <a:pt x="356" y="25"/>
                      <a:pt x="356" y="25"/>
                    </a:cubicBezTo>
                    <a:cubicBezTo>
                      <a:pt x="296" y="215"/>
                      <a:pt x="296" y="215"/>
                      <a:pt x="296" y="215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28" y="215"/>
                      <a:pt x="228" y="215"/>
                      <a:pt x="228" y="215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206" y="0"/>
                      <a:pt x="206" y="0"/>
                      <a:pt x="206" y="0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65" y="27"/>
                      <a:pt x="57" y="30"/>
                      <a:pt x="51" y="36"/>
                    </a:cubicBezTo>
                    <a:cubicBezTo>
                      <a:pt x="45" y="41"/>
                      <a:pt x="40" y="48"/>
                      <a:pt x="39" y="56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3" y="254"/>
                      <a:pt x="73" y="254"/>
                      <a:pt x="73" y="254"/>
                    </a:cubicBezTo>
                    <a:cubicBezTo>
                      <a:pt x="98" y="279"/>
                      <a:pt x="167" y="298"/>
                      <a:pt x="249" y="300"/>
                    </a:cubicBezTo>
                    <a:cubicBezTo>
                      <a:pt x="262" y="300"/>
                      <a:pt x="262" y="300"/>
                      <a:pt x="262" y="300"/>
                    </a:cubicBezTo>
                    <a:cubicBezTo>
                      <a:pt x="275" y="300"/>
                      <a:pt x="275" y="300"/>
                      <a:pt x="275" y="300"/>
                    </a:cubicBezTo>
                    <a:cubicBezTo>
                      <a:pt x="357" y="298"/>
                      <a:pt x="426" y="279"/>
                      <a:pt x="451" y="254"/>
                    </a:cubicBezTo>
                    <a:cubicBezTo>
                      <a:pt x="524" y="228"/>
                      <a:pt x="524" y="228"/>
                      <a:pt x="524" y="228"/>
                    </a:cubicBezTo>
                    <a:lnTo>
                      <a:pt x="48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2" name="Freeform 69"/>
              <p:cNvSpPr/>
              <p:nvPr/>
            </p:nvSpPr>
            <p:spPr bwMode="auto">
              <a:xfrm>
                <a:off x="6503" y="2419"/>
                <a:ext cx="57" cy="53"/>
              </a:xfrm>
              <a:custGeom>
                <a:avLst/>
                <a:gdLst>
                  <a:gd name="T0" fmla="*/ 29 w 57"/>
                  <a:gd name="T1" fmla="*/ 0 h 53"/>
                  <a:gd name="T2" fmla="*/ 0 w 57"/>
                  <a:gd name="T3" fmla="*/ 11 h 53"/>
                  <a:gd name="T4" fmla="*/ 29 w 57"/>
                  <a:gd name="T5" fmla="*/ 53 h 53"/>
                  <a:gd name="T6" fmla="*/ 57 w 57"/>
                  <a:gd name="T7" fmla="*/ 11 h 53"/>
                  <a:gd name="T8" fmla="*/ 29 w 57"/>
                  <a:gd name="T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3">
                    <a:moveTo>
                      <a:pt x="29" y="0"/>
                    </a:moveTo>
                    <a:lnTo>
                      <a:pt x="0" y="11"/>
                    </a:lnTo>
                    <a:lnTo>
                      <a:pt x="29" y="53"/>
                    </a:lnTo>
                    <a:lnTo>
                      <a:pt x="57" y="1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3" name="Freeform 70"/>
              <p:cNvSpPr/>
              <p:nvPr/>
            </p:nvSpPr>
            <p:spPr bwMode="auto">
              <a:xfrm>
                <a:off x="6410" y="2123"/>
                <a:ext cx="243" cy="292"/>
              </a:xfrm>
              <a:custGeom>
                <a:avLst/>
                <a:gdLst>
                  <a:gd name="T0" fmla="*/ 240 w 254"/>
                  <a:gd name="T1" fmla="*/ 140 h 304"/>
                  <a:gd name="T2" fmla="*/ 127 w 254"/>
                  <a:gd name="T3" fmla="*/ 0 h 304"/>
                  <a:gd name="T4" fmla="*/ 14 w 254"/>
                  <a:gd name="T5" fmla="*/ 140 h 304"/>
                  <a:gd name="T6" fmla="*/ 8 w 254"/>
                  <a:gd name="T7" fmla="*/ 177 h 304"/>
                  <a:gd name="T8" fmla="*/ 26 w 254"/>
                  <a:gd name="T9" fmla="*/ 202 h 304"/>
                  <a:gd name="T10" fmla="*/ 127 w 254"/>
                  <a:gd name="T11" fmla="*/ 304 h 304"/>
                  <a:gd name="T12" fmla="*/ 228 w 254"/>
                  <a:gd name="T13" fmla="*/ 202 h 304"/>
                  <a:gd name="T14" fmla="*/ 246 w 254"/>
                  <a:gd name="T15" fmla="*/ 177 h 304"/>
                  <a:gd name="T16" fmla="*/ 240 w 254"/>
                  <a:gd name="T17" fmla="*/ 14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4" h="304">
                    <a:moveTo>
                      <a:pt x="240" y="140"/>
                    </a:moveTo>
                    <a:cubicBezTo>
                      <a:pt x="240" y="61"/>
                      <a:pt x="208" y="0"/>
                      <a:pt x="127" y="0"/>
                    </a:cubicBezTo>
                    <a:cubicBezTo>
                      <a:pt x="46" y="0"/>
                      <a:pt x="14" y="62"/>
                      <a:pt x="14" y="140"/>
                    </a:cubicBezTo>
                    <a:cubicBezTo>
                      <a:pt x="5" y="144"/>
                      <a:pt x="0" y="154"/>
                      <a:pt x="8" y="177"/>
                    </a:cubicBezTo>
                    <a:cubicBezTo>
                      <a:pt x="12" y="188"/>
                      <a:pt x="20" y="197"/>
                      <a:pt x="26" y="202"/>
                    </a:cubicBezTo>
                    <a:cubicBezTo>
                      <a:pt x="49" y="260"/>
                      <a:pt x="94" y="304"/>
                      <a:pt x="127" y="304"/>
                    </a:cubicBezTo>
                    <a:cubicBezTo>
                      <a:pt x="160" y="304"/>
                      <a:pt x="205" y="260"/>
                      <a:pt x="228" y="202"/>
                    </a:cubicBezTo>
                    <a:cubicBezTo>
                      <a:pt x="234" y="197"/>
                      <a:pt x="242" y="188"/>
                      <a:pt x="246" y="177"/>
                    </a:cubicBezTo>
                    <a:cubicBezTo>
                      <a:pt x="254" y="154"/>
                      <a:pt x="249" y="144"/>
                      <a:pt x="240" y="1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4" name="Freeform 71"/>
              <p:cNvSpPr>
                <a:spLocks noEditPoints="1"/>
              </p:cNvSpPr>
              <p:nvPr/>
            </p:nvSpPr>
            <p:spPr bwMode="auto">
              <a:xfrm>
                <a:off x="6149" y="2218"/>
                <a:ext cx="765" cy="365"/>
              </a:xfrm>
              <a:custGeom>
                <a:avLst/>
                <a:gdLst>
                  <a:gd name="T0" fmla="*/ 128 w 800"/>
                  <a:gd name="T1" fmla="*/ 380 h 380"/>
                  <a:gd name="T2" fmla="*/ 48 w 800"/>
                  <a:gd name="T3" fmla="*/ 352 h 380"/>
                  <a:gd name="T4" fmla="*/ 0 w 800"/>
                  <a:gd name="T5" fmla="*/ 336 h 380"/>
                  <a:gd name="T6" fmla="*/ 25 w 800"/>
                  <a:gd name="T7" fmla="*/ 224 h 380"/>
                  <a:gd name="T8" fmla="*/ 33 w 800"/>
                  <a:gd name="T9" fmla="*/ 211 h 380"/>
                  <a:gd name="T10" fmla="*/ 48 w 800"/>
                  <a:gd name="T11" fmla="*/ 204 h 380"/>
                  <a:gd name="T12" fmla="*/ 141 w 800"/>
                  <a:gd name="T13" fmla="*/ 183 h 380"/>
                  <a:gd name="T14" fmla="*/ 105 w 800"/>
                  <a:gd name="T15" fmla="*/ 131 h 380"/>
                  <a:gd name="T16" fmla="*/ 93 w 800"/>
                  <a:gd name="T17" fmla="*/ 114 h 380"/>
                  <a:gd name="T18" fmla="*/ 97 w 800"/>
                  <a:gd name="T19" fmla="*/ 90 h 380"/>
                  <a:gd name="T20" fmla="*/ 170 w 800"/>
                  <a:gd name="T21" fmla="*/ 0 h 380"/>
                  <a:gd name="T22" fmla="*/ 170 w 800"/>
                  <a:gd name="T23" fmla="*/ 0 h 380"/>
                  <a:gd name="T24" fmla="*/ 244 w 800"/>
                  <a:gd name="T25" fmla="*/ 90 h 380"/>
                  <a:gd name="T26" fmla="*/ 247 w 800"/>
                  <a:gd name="T27" fmla="*/ 114 h 380"/>
                  <a:gd name="T28" fmla="*/ 236 w 800"/>
                  <a:gd name="T29" fmla="*/ 131 h 380"/>
                  <a:gd name="T30" fmla="*/ 199 w 800"/>
                  <a:gd name="T31" fmla="*/ 183 h 380"/>
                  <a:gd name="T32" fmla="*/ 240 w 800"/>
                  <a:gd name="T33" fmla="*/ 192 h 380"/>
                  <a:gd name="T34" fmla="*/ 209 w 800"/>
                  <a:gd name="T35" fmla="*/ 199 h 380"/>
                  <a:gd name="T36" fmla="*/ 177 w 800"/>
                  <a:gd name="T37" fmla="*/ 213 h 380"/>
                  <a:gd name="T38" fmla="*/ 159 w 800"/>
                  <a:gd name="T39" fmla="*/ 243 h 380"/>
                  <a:gd name="T40" fmla="*/ 128 w 800"/>
                  <a:gd name="T41" fmla="*/ 380 h 380"/>
                  <a:gd name="T42" fmla="*/ 775 w 800"/>
                  <a:gd name="T43" fmla="*/ 224 h 380"/>
                  <a:gd name="T44" fmla="*/ 767 w 800"/>
                  <a:gd name="T45" fmla="*/ 211 h 380"/>
                  <a:gd name="T46" fmla="*/ 752 w 800"/>
                  <a:gd name="T47" fmla="*/ 204 h 380"/>
                  <a:gd name="T48" fmla="*/ 659 w 800"/>
                  <a:gd name="T49" fmla="*/ 183 h 380"/>
                  <a:gd name="T50" fmla="*/ 695 w 800"/>
                  <a:gd name="T51" fmla="*/ 131 h 380"/>
                  <a:gd name="T52" fmla="*/ 707 w 800"/>
                  <a:gd name="T53" fmla="*/ 114 h 380"/>
                  <a:gd name="T54" fmla="*/ 703 w 800"/>
                  <a:gd name="T55" fmla="*/ 90 h 380"/>
                  <a:gd name="T56" fmla="*/ 630 w 800"/>
                  <a:gd name="T57" fmla="*/ 0 h 380"/>
                  <a:gd name="T58" fmla="*/ 630 w 800"/>
                  <a:gd name="T59" fmla="*/ 0 h 380"/>
                  <a:gd name="T60" fmla="*/ 556 w 800"/>
                  <a:gd name="T61" fmla="*/ 90 h 380"/>
                  <a:gd name="T62" fmla="*/ 553 w 800"/>
                  <a:gd name="T63" fmla="*/ 114 h 380"/>
                  <a:gd name="T64" fmla="*/ 564 w 800"/>
                  <a:gd name="T65" fmla="*/ 131 h 380"/>
                  <a:gd name="T66" fmla="*/ 601 w 800"/>
                  <a:gd name="T67" fmla="*/ 183 h 380"/>
                  <a:gd name="T68" fmla="*/ 560 w 800"/>
                  <a:gd name="T69" fmla="*/ 192 h 380"/>
                  <a:gd name="T70" fmla="*/ 591 w 800"/>
                  <a:gd name="T71" fmla="*/ 199 h 380"/>
                  <a:gd name="T72" fmla="*/ 623 w 800"/>
                  <a:gd name="T73" fmla="*/ 213 h 380"/>
                  <a:gd name="T74" fmla="*/ 641 w 800"/>
                  <a:gd name="T75" fmla="*/ 243 h 380"/>
                  <a:gd name="T76" fmla="*/ 672 w 800"/>
                  <a:gd name="T77" fmla="*/ 380 h 380"/>
                  <a:gd name="T78" fmla="*/ 752 w 800"/>
                  <a:gd name="T79" fmla="*/ 352 h 380"/>
                  <a:gd name="T80" fmla="*/ 800 w 800"/>
                  <a:gd name="T81" fmla="*/ 336 h 380"/>
                  <a:gd name="T82" fmla="*/ 775 w 800"/>
                  <a:gd name="T83" fmla="*/ 224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0" h="380">
                    <a:moveTo>
                      <a:pt x="128" y="380"/>
                    </a:moveTo>
                    <a:cubicBezTo>
                      <a:pt x="90" y="375"/>
                      <a:pt x="60" y="365"/>
                      <a:pt x="48" y="352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25" y="224"/>
                      <a:pt x="25" y="224"/>
                      <a:pt x="25" y="224"/>
                    </a:cubicBezTo>
                    <a:cubicBezTo>
                      <a:pt x="27" y="219"/>
                      <a:pt x="29" y="215"/>
                      <a:pt x="33" y="211"/>
                    </a:cubicBezTo>
                    <a:cubicBezTo>
                      <a:pt x="38" y="207"/>
                      <a:pt x="43" y="205"/>
                      <a:pt x="48" y="204"/>
                    </a:cubicBezTo>
                    <a:cubicBezTo>
                      <a:pt x="141" y="183"/>
                      <a:pt x="141" y="183"/>
                      <a:pt x="141" y="183"/>
                    </a:cubicBezTo>
                    <a:cubicBezTo>
                      <a:pt x="127" y="171"/>
                      <a:pt x="113" y="152"/>
                      <a:pt x="105" y="131"/>
                    </a:cubicBezTo>
                    <a:cubicBezTo>
                      <a:pt x="101" y="128"/>
                      <a:pt x="96" y="122"/>
                      <a:pt x="93" y="114"/>
                    </a:cubicBezTo>
                    <a:cubicBezTo>
                      <a:pt x="88" y="100"/>
                      <a:pt x="91" y="93"/>
                      <a:pt x="97" y="90"/>
                    </a:cubicBezTo>
                    <a:cubicBezTo>
                      <a:pt x="97" y="40"/>
                      <a:pt x="118" y="0"/>
                      <a:pt x="170" y="0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223" y="0"/>
                      <a:pt x="244" y="40"/>
                      <a:pt x="244" y="90"/>
                    </a:cubicBezTo>
                    <a:cubicBezTo>
                      <a:pt x="249" y="93"/>
                      <a:pt x="253" y="100"/>
                      <a:pt x="247" y="114"/>
                    </a:cubicBezTo>
                    <a:cubicBezTo>
                      <a:pt x="245" y="122"/>
                      <a:pt x="240" y="128"/>
                      <a:pt x="236" y="131"/>
                    </a:cubicBezTo>
                    <a:cubicBezTo>
                      <a:pt x="227" y="152"/>
                      <a:pt x="213" y="171"/>
                      <a:pt x="199" y="183"/>
                    </a:cubicBezTo>
                    <a:cubicBezTo>
                      <a:pt x="240" y="192"/>
                      <a:pt x="240" y="192"/>
                      <a:pt x="240" y="192"/>
                    </a:cubicBezTo>
                    <a:cubicBezTo>
                      <a:pt x="209" y="199"/>
                      <a:pt x="209" y="199"/>
                      <a:pt x="209" y="199"/>
                    </a:cubicBezTo>
                    <a:cubicBezTo>
                      <a:pt x="197" y="200"/>
                      <a:pt x="186" y="205"/>
                      <a:pt x="177" y="213"/>
                    </a:cubicBezTo>
                    <a:cubicBezTo>
                      <a:pt x="168" y="221"/>
                      <a:pt x="162" y="231"/>
                      <a:pt x="159" y="243"/>
                    </a:cubicBezTo>
                    <a:lnTo>
                      <a:pt x="128" y="380"/>
                    </a:lnTo>
                    <a:close/>
                    <a:moveTo>
                      <a:pt x="775" y="224"/>
                    </a:moveTo>
                    <a:cubicBezTo>
                      <a:pt x="773" y="219"/>
                      <a:pt x="771" y="215"/>
                      <a:pt x="767" y="211"/>
                    </a:cubicBezTo>
                    <a:cubicBezTo>
                      <a:pt x="762" y="207"/>
                      <a:pt x="757" y="205"/>
                      <a:pt x="752" y="204"/>
                    </a:cubicBezTo>
                    <a:cubicBezTo>
                      <a:pt x="659" y="183"/>
                      <a:pt x="659" y="183"/>
                      <a:pt x="659" y="183"/>
                    </a:cubicBezTo>
                    <a:cubicBezTo>
                      <a:pt x="673" y="171"/>
                      <a:pt x="687" y="152"/>
                      <a:pt x="695" y="131"/>
                    </a:cubicBezTo>
                    <a:cubicBezTo>
                      <a:pt x="699" y="128"/>
                      <a:pt x="704" y="121"/>
                      <a:pt x="707" y="114"/>
                    </a:cubicBezTo>
                    <a:cubicBezTo>
                      <a:pt x="712" y="100"/>
                      <a:pt x="709" y="93"/>
                      <a:pt x="703" y="90"/>
                    </a:cubicBezTo>
                    <a:cubicBezTo>
                      <a:pt x="703" y="40"/>
                      <a:pt x="682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ubicBezTo>
                      <a:pt x="577" y="0"/>
                      <a:pt x="556" y="40"/>
                      <a:pt x="556" y="90"/>
                    </a:cubicBezTo>
                    <a:cubicBezTo>
                      <a:pt x="551" y="93"/>
                      <a:pt x="547" y="100"/>
                      <a:pt x="553" y="114"/>
                    </a:cubicBezTo>
                    <a:cubicBezTo>
                      <a:pt x="555" y="121"/>
                      <a:pt x="560" y="128"/>
                      <a:pt x="564" y="131"/>
                    </a:cubicBezTo>
                    <a:cubicBezTo>
                      <a:pt x="573" y="152"/>
                      <a:pt x="587" y="171"/>
                      <a:pt x="601" y="183"/>
                    </a:cubicBezTo>
                    <a:cubicBezTo>
                      <a:pt x="560" y="192"/>
                      <a:pt x="560" y="192"/>
                      <a:pt x="560" y="192"/>
                    </a:cubicBezTo>
                    <a:cubicBezTo>
                      <a:pt x="591" y="199"/>
                      <a:pt x="591" y="199"/>
                      <a:pt x="591" y="199"/>
                    </a:cubicBezTo>
                    <a:cubicBezTo>
                      <a:pt x="603" y="200"/>
                      <a:pt x="614" y="205"/>
                      <a:pt x="623" y="213"/>
                    </a:cubicBezTo>
                    <a:cubicBezTo>
                      <a:pt x="632" y="221"/>
                      <a:pt x="638" y="231"/>
                      <a:pt x="641" y="243"/>
                    </a:cubicBezTo>
                    <a:cubicBezTo>
                      <a:pt x="672" y="380"/>
                      <a:pt x="672" y="380"/>
                      <a:pt x="672" y="380"/>
                    </a:cubicBezTo>
                    <a:cubicBezTo>
                      <a:pt x="710" y="375"/>
                      <a:pt x="740" y="365"/>
                      <a:pt x="752" y="352"/>
                    </a:cubicBezTo>
                    <a:cubicBezTo>
                      <a:pt x="800" y="336"/>
                      <a:pt x="800" y="336"/>
                      <a:pt x="800" y="336"/>
                    </a:cubicBezTo>
                    <a:lnTo>
                      <a:pt x="775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post_object_image_12210626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112" y="1390009"/>
            <a:ext cx="2769164" cy="2768149"/>
          </a:xfrm>
          <a:prstGeom prst="rect">
            <a:avLst/>
          </a:prstGeom>
        </p:spPr>
      </p:pic>
      <p:pic>
        <p:nvPicPr>
          <p:cNvPr id="5" name="图片 4" descr="post_object_image_29906152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251" y="1404927"/>
            <a:ext cx="2753211" cy="2753211"/>
          </a:xfrm>
          <a:prstGeom prst="rect">
            <a:avLst/>
          </a:prstGeom>
        </p:spPr>
      </p:pic>
      <p:pic>
        <p:nvPicPr>
          <p:cNvPr id="6" name="图片 5" descr="post_object_image_13000856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9923" y="1404931"/>
            <a:ext cx="2753207" cy="2753207"/>
          </a:xfrm>
          <a:prstGeom prst="rect">
            <a:avLst/>
          </a:prstGeom>
        </p:spPr>
      </p:pic>
      <p:pic>
        <p:nvPicPr>
          <p:cNvPr id="8" name="图片 7" descr="post_object_image_197626190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177" y="3566694"/>
            <a:ext cx="2769086" cy="591444"/>
          </a:xfrm>
          <a:prstGeom prst="rect">
            <a:avLst/>
          </a:prstGeom>
        </p:spPr>
      </p:pic>
      <p:pic>
        <p:nvPicPr>
          <p:cNvPr id="9" name="图片 8" descr="post_object_image_26485691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283" y="3566694"/>
            <a:ext cx="2753207" cy="607081"/>
          </a:xfrm>
          <a:prstGeom prst="rect">
            <a:avLst/>
          </a:prstGeom>
        </p:spPr>
      </p:pic>
      <p:pic>
        <p:nvPicPr>
          <p:cNvPr id="10" name="图片 9" descr="post_object_image_6877279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9950" y="3566694"/>
            <a:ext cx="2753207" cy="591444"/>
          </a:xfrm>
          <a:prstGeom prst="rect">
            <a:avLst/>
          </a:prstGeom>
        </p:spPr>
      </p:pic>
      <p:pic>
        <p:nvPicPr>
          <p:cNvPr id="3" name="图片 2" descr="post_object_image_24117256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43" y="0"/>
            <a:ext cx="611682" cy="1021059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783373" y="-89715"/>
            <a:ext cx="1952236" cy="1005754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6000">
                <a:solidFill>
                  <a:schemeClr val="bg1"/>
                </a:solidFill>
              </a:rPr>
              <a:t>6</a:t>
            </a:r>
            <a:endParaRPr lang="zh-CN" altLang="en-US" sz="600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285909" y="167467"/>
            <a:ext cx="2232772" cy="541698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zh-CN" altLang="en-US" sz="2800" b="1">
                <a:solidFill>
                  <a:schemeClr val="tx1">
                    <a:lumMod val="50000"/>
                    <a:lumOff val="50000"/>
                  </a:schemeClr>
                </a:solidFill>
              </a:rPr>
              <a:t>可预期成果</a:t>
            </a: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659002" y="1947031"/>
            <a:ext cx="818263" cy="115996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endParaRPr lang="zh-CN" altLang="en-US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076635" y="4345058"/>
            <a:ext cx="2442017" cy="1192073"/>
          </a:xfrm>
          <a:prstGeom prst="rect">
            <a:avLst/>
          </a:prstGeom>
        </p:spPr>
        <p:txBody>
          <a:bodyPr wrap="square" rtlCol="0" anchor="t">
            <a:noAutofit/>
          </a:bodyPr>
          <a:lstStyle/>
          <a:p>
            <a:r>
              <a:rPr lang="zh-CN" altLang="en-US" sz="2400"/>
              <a:t>一个可访问的线上项目演示地址。 </a:t>
            </a: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4823236" y="4345058"/>
            <a:ext cx="2368272" cy="927982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zh-CN" altLang="en-US" sz="2400"/>
              <a:t>完整的技术文档与项目总结报告。 </a:t>
            </a: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8610494" y="4345058"/>
            <a:ext cx="2349534" cy="2032239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zh-CN" altLang="en-US" sz="2400"/>
              <a:t>一次完整的全栈开发实践经验。</a:t>
            </a:r>
          </a:p>
        </p:txBody>
      </p:sp>
      <p:pic>
        <p:nvPicPr>
          <p:cNvPr id="19" name="图片 18" descr="post_object_image_18744240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0082" y="1981374"/>
            <a:ext cx="1831142" cy="1585384"/>
          </a:xfrm>
          <a:prstGeom prst="rect">
            <a:avLst/>
          </a:prstGeom>
        </p:spPr>
      </p:pic>
      <p:pic>
        <p:nvPicPr>
          <p:cNvPr id="20" name="图片 19" descr="post_object_image_365103934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311" y="1981437"/>
            <a:ext cx="1479016" cy="1472102"/>
          </a:xfrm>
          <a:prstGeom prst="rect">
            <a:avLst/>
          </a:prstGeom>
        </p:spPr>
      </p:pic>
      <p:pic>
        <p:nvPicPr>
          <p:cNvPr id="21" name="图片 20" descr="post_object_image_20102094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7110" y="1981437"/>
            <a:ext cx="1700277" cy="147208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D5095FF-EBEE-3104-6276-13FBD8A34D58}"/>
              </a:ext>
            </a:extLst>
          </p:cNvPr>
          <p:cNvSpPr txBox="1"/>
          <p:nvPr/>
        </p:nvSpPr>
        <p:spPr>
          <a:xfrm>
            <a:off x="3354946" y="5589431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这一页我莫名喜欢欸</a:t>
            </a:r>
            <a:endParaRPr lang="en-US" altLang="zh-CN" dirty="0"/>
          </a:p>
          <a:p>
            <a:r>
              <a:rPr lang="zh-CN" altLang="en-US" dirty="0"/>
              <a:t>记得把句号删了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ost_object_image_38157699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14" y="1498625"/>
            <a:ext cx="11809536" cy="3736394"/>
          </a:xfrm>
          <a:prstGeom prst="rect">
            <a:avLst/>
          </a:prstGeom>
        </p:spPr>
      </p:pic>
      <p:pic>
        <p:nvPicPr>
          <p:cNvPr id="8" name="图片 7" descr="post_object_image_23432844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268" y="2314360"/>
            <a:ext cx="11809621" cy="2267806"/>
          </a:xfrm>
          <a:prstGeom prst="rect">
            <a:avLst/>
          </a:prstGeom>
        </p:spPr>
      </p:pic>
      <p:pic>
        <p:nvPicPr>
          <p:cNvPr id="9" name="图片 8" descr="post_object_image_35920511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76" y="2547914"/>
            <a:ext cx="1817120" cy="1817120"/>
          </a:xfrm>
          <a:prstGeom prst="rect">
            <a:avLst/>
          </a:prstGeom>
        </p:spPr>
      </p:pic>
      <p:pic>
        <p:nvPicPr>
          <p:cNvPr id="10" name="图片 9" descr="post_object_image_604654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646" y="2428629"/>
            <a:ext cx="2055830" cy="2055830"/>
          </a:xfrm>
          <a:prstGeom prst="rect">
            <a:avLst/>
          </a:prstGeom>
        </p:spPr>
      </p:pic>
      <p:sp>
        <p:nvSpPr>
          <p:cNvPr id="12" name="五边形 11"/>
          <p:cNvSpPr/>
          <p:nvPr/>
        </p:nvSpPr>
        <p:spPr>
          <a:xfrm rot="5400000">
            <a:off x="495486" y="175440"/>
            <a:ext cx="891694" cy="540815"/>
          </a:xfrm>
          <a:prstGeom prst="homePlate">
            <a:avLst>
              <a:gd name="adj" fmla="val 33783"/>
            </a:avLst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670926" y="0"/>
            <a:ext cx="3067746" cy="891694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4800">
                <a:solidFill>
                  <a:schemeClr val="bg1"/>
                </a:solidFill>
              </a:rPr>
              <a:t>6</a:t>
            </a:r>
            <a:endParaRPr lang="zh-CN" altLang="en-US" sz="4800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3044392" y="2737752"/>
            <a:ext cx="8031131" cy="1106323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zh-CN" altLang="en-US" b="1">
                <a:solidFill>
                  <a:schemeClr val="bg2">
                    <a:lumMod val="90000"/>
                  </a:schemeClr>
                </a:solidFill>
              </a:rPr>
              <a:t>项目</a:t>
            </a:r>
            <a:r>
              <a:rPr lang="zh-CN" altLang="en-US" b="1">
                <a:solidFill>
                  <a:schemeClr val="bg2">
                    <a:lumMod val="90000"/>
                  </a:schemeClr>
                </a:solidFill>
                <a:cs typeface="Arial" panose="020B0604020202020204" pitchFamily="34" charset="0"/>
              </a:rPr>
              <a:t>展望：</a:t>
            </a:r>
            <a:r>
              <a:rPr lang="en-US" altLang="zh-CN" b="1">
                <a:solidFill>
                  <a:schemeClr val="bg2">
                    <a:lumMod val="90000"/>
                  </a:schemeClr>
                </a:solidFill>
                <a:cs typeface="Arial" panose="020B0604020202020204" pitchFamily="34" charset="0"/>
              </a:rPr>
              <a:t>* </a:t>
            </a:r>
            <a:r>
              <a:rPr lang="zh-CN" altLang="en-US" b="1">
                <a:solidFill>
                  <a:schemeClr val="bg2">
                    <a:lumMod val="90000"/>
                  </a:schemeClr>
                </a:solidFill>
                <a:cs typeface="Arial" panose="020B0604020202020204" pitchFamily="34" charset="0"/>
              </a:rPr>
              <a:t>项目展望： 如果时间充裕，可考虑扩展功能（如：学习数据分析报告、目标设定与达成率等）。</a:t>
            </a:r>
            <a:endParaRPr lang="zh-CN" altLang="en-US" b="1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3044342" y="3642484"/>
            <a:ext cx="8383812" cy="551106"/>
          </a:xfrm>
          <a:prstGeom prst="rect">
            <a:avLst/>
          </a:prstGeom>
        </p:spPr>
        <p:txBody>
          <a:bodyPr wrap="square" rtlCol="0" anchor="t">
            <a:noAutofit/>
          </a:bodyPr>
          <a:lstStyle/>
          <a:p>
            <a:r>
              <a:rPr lang="en-US" altLang="zh-CN" b="1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zh-CN" altLang="en-US" b="1">
                <a:solidFill>
                  <a:schemeClr val="bg2">
                    <a:lumMod val="90000"/>
                  </a:schemeClr>
                </a:solidFill>
              </a:rPr>
              <a:t>目的： 管理评委的期望，突出核心产出是“一个可演示的</a:t>
            </a:r>
            <a:r>
              <a:rPr lang="en-US" altLang="zh-CN" b="1">
                <a:solidFill>
                  <a:schemeClr val="bg2">
                    <a:lumMod val="90000"/>
                  </a:schemeClr>
                </a:solidFill>
              </a:rPr>
              <a:t>MVP</a:t>
            </a:r>
            <a:r>
              <a:rPr lang="zh-CN" altLang="en-US" b="1">
                <a:solidFill>
                  <a:schemeClr val="bg2">
                    <a:lumMod val="90000"/>
                  </a:schemeClr>
                </a:solidFill>
              </a:rPr>
              <a:t>”和“团队的成长”。</a:t>
            </a:r>
          </a:p>
        </p:txBody>
      </p:sp>
      <p:pic>
        <p:nvPicPr>
          <p:cNvPr id="17" name="图片 16" descr="post_object_image_396370327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1163" y="2993132"/>
            <a:ext cx="1407220" cy="965200"/>
          </a:xfrm>
          <a:prstGeom prst="rect">
            <a:avLst/>
          </a:prstGeom>
        </p:spPr>
      </p:pic>
      <p:sp>
        <p:nvSpPr>
          <p:cNvPr id="18" name="文本框 17"/>
          <p:cNvSpPr txBox="1"/>
          <p:nvPr userDrawn="1"/>
        </p:nvSpPr>
        <p:spPr>
          <a:xfrm>
            <a:off x="1211809" y="114249"/>
            <a:ext cx="2526896" cy="777446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zh-CN" altLang="en-US" sz="3200" b="1">
                <a:solidFill>
                  <a:schemeClr val="tx1">
                    <a:lumMod val="50000"/>
                    <a:lumOff val="50000"/>
                  </a:schemeClr>
                </a:solidFill>
              </a:rPr>
              <a:t>预期成果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55935DA-6AE6-3BBD-CE4E-7C7838FDD4B9}"/>
              </a:ext>
            </a:extLst>
          </p:cNvPr>
          <p:cNvSpPr txBox="1"/>
          <p:nvPr/>
        </p:nvSpPr>
        <p:spPr>
          <a:xfrm>
            <a:off x="3384930" y="457122"/>
            <a:ext cx="34163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最后要讲情怀，讲故事</a:t>
            </a:r>
            <a:endParaRPr lang="en-US" altLang="zh-CN" dirty="0"/>
          </a:p>
          <a:p>
            <a:r>
              <a:rPr lang="zh-CN" altLang="en-US" dirty="0"/>
              <a:t>试试能不能构建一个真实的场景</a:t>
            </a:r>
            <a:endParaRPr lang="en-US" altLang="zh-CN" dirty="0"/>
          </a:p>
          <a:p>
            <a:r>
              <a:rPr lang="zh-CN" altLang="en-US" dirty="0"/>
              <a:t>呼应开头的项目背景</a:t>
            </a:r>
            <a:br>
              <a:rPr lang="en-US" altLang="zh-CN" dirty="0"/>
            </a:br>
            <a:r>
              <a:rPr lang="zh-CN" altLang="en-US" dirty="0"/>
              <a:t>争取打动别人</a:t>
            </a:r>
            <a:endParaRPr lang="en-US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266806"/>
            <a:ext cx="12193057" cy="1591194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1588148" y="-2857500"/>
            <a:ext cx="9020476" cy="1083694"/>
            <a:chOff x="993739" y="977900"/>
            <a:chExt cx="7851007" cy="1083694"/>
          </a:xfrm>
        </p:grpSpPr>
        <p:sp>
          <p:nvSpPr>
            <p:cNvPr id="20" name="任意多边形 19"/>
            <p:cNvSpPr/>
            <p:nvPr/>
          </p:nvSpPr>
          <p:spPr>
            <a:xfrm rot="10800000">
              <a:off x="7399213" y="1246138"/>
              <a:ext cx="1445533" cy="736666"/>
            </a:xfrm>
            <a:custGeom>
              <a:avLst/>
              <a:gdLst>
                <a:gd name="connsiteX0" fmla="*/ 0 w 3003081"/>
                <a:gd name="connsiteY0" fmla="*/ 0 h 1530417"/>
                <a:gd name="connsiteX1" fmla="*/ 765208 w 3003081"/>
                <a:gd name="connsiteY1" fmla="*/ 0 h 1530417"/>
                <a:gd name="connsiteX2" fmla="*/ 765209 w 3003081"/>
                <a:gd name="connsiteY2" fmla="*/ 0 h 1530417"/>
                <a:gd name="connsiteX3" fmla="*/ 3003081 w 3003081"/>
                <a:gd name="connsiteY3" fmla="*/ 0 h 1530417"/>
                <a:gd name="connsiteX4" fmla="*/ 3003081 w 3003081"/>
                <a:gd name="connsiteY4" fmla="*/ 1530417 h 1530417"/>
                <a:gd name="connsiteX5" fmla="*/ 765209 w 3003081"/>
                <a:gd name="connsiteY5" fmla="*/ 1530417 h 1530417"/>
                <a:gd name="connsiteX6" fmla="*/ 765208 w 3003081"/>
                <a:gd name="connsiteY6" fmla="*/ 1530417 h 1530417"/>
                <a:gd name="connsiteX7" fmla="*/ 0 w 3003081"/>
                <a:gd name="connsiteY7" fmla="*/ 1530417 h 1530417"/>
                <a:gd name="connsiteX8" fmla="*/ 765208 w 3003081"/>
                <a:gd name="connsiteY8" fmla="*/ 765210 h 1530417"/>
                <a:gd name="connsiteX9" fmla="*/ 765208 w 3003081"/>
                <a:gd name="connsiteY9" fmla="*/ 765208 h 1530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3081" h="1530417">
                  <a:moveTo>
                    <a:pt x="0" y="0"/>
                  </a:moveTo>
                  <a:lnTo>
                    <a:pt x="765208" y="0"/>
                  </a:lnTo>
                  <a:lnTo>
                    <a:pt x="765209" y="0"/>
                  </a:lnTo>
                  <a:lnTo>
                    <a:pt x="3003081" y="0"/>
                  </a:lnTo>
                  <a:lnTo>
                    <a:pt x="3003081" y="1530417"/>
                  </a:lnTo>
                  <a:lnTo>
                    <a:pt x="765209" y="1530417"/>
                  </a:lnTo>
                  <a:lnTo>
                    <a:pt x="765208" y="1530417"/>
                  </a:lnTo>
                  <a:lnTo>
                    <a:pt x="0" y="1530417"/>
                  </a:lnTo>
                  <a:lnTo>
                    <a:pt x="765208" y="765210"/>
                  </a:lnTo>
                  <a:lnTo>
                    <a:pt x="765208" y="765208"/>
                  </a:lnTo>
                  <a:close/>
                </a:path>
              </a:pathLst>
            </a:cu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993739" y="1324928"/>
              <a:ext cx="1445533" cy="736666"/>
            </a:xfrm>
            <a:custGeom>
              <a:avLst/>
              <a:gdLst>
                <a:gd name="connsiteX0" fmla="*/ 0 w 3003081"/>
                <a:gd name="connsiteY0" fmla="*/ 0 h 1530417"/>
                <a:gd name="connsiteX1" fmla="*/ 765208 w 3003081"/>
                <a:gd name="connsiteY1" fmla="*/ 0 h 1530417"/>
                <a:gd name="connsiteX2" fmla="*/ 765209 w 3003081"/>
                <a:gd name="connsiteY2" fmla="*/ 0 h 1530417"/>
                <a:gd name="connsiteX3" fmla="*/ 3003081 w 3003081"/>
                <a:gd name="connsiteY3" fmla="*/ 0 h 1530417"/>
                <a:gd name="connsiteX4" fmla="*/ 3003081 w 3003081"/>
                <a:gd name="connsiteY4" fmla="*/ 1530417 h 1530417"/>
                <a:gd name="connsiteX5" fmla="*/ 765209 w 3003081"/>
                <a:gd name="connsiteY5" fmla="*/ 1530417 h 1530417"/>
                <a:gd name="connsiteX6" fmla="*/ 765208 w 3003081"/>
                <a:gd name="connsiteY6" fmla="*/ 1530417 h 1530417"/>
                <a:gd name="connsiteX7" fmla="*/ 0 w 3003081"/>
                <a:gd name="connsiteY7" fmla="*/ 1530417 h 1530417"/>
                <a:gd name="connsiteX8" fmla="*/ 765208 w 3003081"/>
                <a:gd name="connsiteY8" fmla="*/ 765210 h 1530417"/>
                <a:gd name="connsiteX9" fmla="*/ 765208 w 3003081"/>
                <a:gd name="connsiteY9" fmla="*/ 765208 h 1530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3081" h="1530417">
                  <a:moveTo>
                    <a:pt x="0" y="0"/>
                  </a:moveTo>
                  <a:lnTo>
                    <a:pt x="765208" y="0"/>
                  </a:lnTo>
                  <a:lnTo>
                    <a:pt x="765209" y="0"/>
                  </a:lnTo>
                  <a:lnTo>
                    <a:pt x="3003081" y="0"/>
                  </a:lnTo>
                  <a:lnTo>
                    <a:pt x="3003081" y="1530417"/>
                  </a:lnTo>
                  <a:lnTo>
                    <a:pt x="765209" y="1530417"/>
                  </a:lnTo>
                  <a:lnTo>
                    <a:pt x="765208" y="1530417"/>
                  </a:lnTo>
                  <a:lnTo>
                    <a:pt x="0" y="1530417"/>
                  </a:lnTo>
                  <a:lnTo>
                    <a:pt x="765208" y="765210"/>
                  </a:lnTo>
                  <a:lnTo>
                    <a:pt x="765208" y="765208"/>
                  </a:lnTo>
                  <a:close/>
                </a:path>
              </a:pathLst>
            </a:cu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1797449" y="977900"/>
              <a:ext cx="6243587" cy="726290"/>
            </a:xfrm>
            <a:prstGeom prst="rect">
              <a:avLst/>
            </a:prstGeom>
            <a:solidFill>
              <a:srgbClr val="676661"/>
            </a:solidFill>
            <a:ln w="28575">
              <a:solidFill>
                <a:srgbClr val="F5F0E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6" name="图片 2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545" y="910683"/>
            <a:ext cx="10064910" cy="1150770"/>
          </a:xfrm>
          <a:prstGeom prst="rect">
            <a:avLst/>
          </a:prstGeom>
        </p:spPr>
      </p:pic>
      <p:sp>
        <p:nvSpPr>
          <p:cNvPr id="30" name="任意多边形 29"/>
          <p:cNvSpPr/>
          <p:nvPr/>
        </p:nvSpPr>
        <p:spPr>
          <a:xfrm>
            <a:off x="125378" y="5499101"/>
            <a:ext cx="11941243" cy="1259002"/>
          </a:xfrm>
          <a:custGeom>
            <a:avLst/>
            <a:gdLst>
              <a:gd name="connsiteX0" fmla="*/ 6096000 w 12192000"/>
              <a:gd name="connsiteY0" fmla="*/ 0 h 1591193"/>
              <a:gd name="connsiteX1" fmla="*/ 6410502 w 12192000"/>
              <a:gd name="connsiteY1" fmla="*/ 322781 h 1591193"/>
              <a:gd name="connsiteX2" fmla="*/ 12192000 w 12192000"/>
              <a:gd name="connsiteY2" fmla="*/ 322781 h 1591193"/>
              <a:gd name="connsiteX3" fmla="*/ 12192000 w 12192000"/>
              <a:gd name="connsiteY3" fmla="*/ 1591193 h 1591193"/>
              <a:gd name="connsiteX4" fmla="*/ 0 w 12192000"/>
              <a:gd name="connsiteY4" fmla="*/ 1591193 h 1591193"/>
              <a:gd name="connsiteX5" fmla="*/ 0 w 12192000"/>
              <a:gd name="connsiteY5" fmla="*/ 322781 h 1591193"/>
              <a:gd name="connsiteX6" fmla="*/ 5781498 w 12192000"/>
              <a:gd name="connsiteY6" fmla="*/ 322781 h 1591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591193">
                <a:moveTo>
                  <a:pt x="6096000" y="0"/>
                </a:moveTo>
                <a:lnTo>
                  <a:pt x="6410502" y="322781"/>
                </a:lnTo>
                <a:lnTo>
                  <a:pt x="12192000" y="322781"/>
                </a:lnTo>
                <a:lnTo>
                  <a:pt x="12192000" y="1591193"/>
                </a:lnTo>
                <a:lnTo>
                  <a:pt x="0" y="1591193"/>
                </a:lnTo>
                <a:lnTo>
                  <a:pt x="0" y="322781"/>
                </a:lnTo>
                <a:lnTo>
                  <a:pt x="5781498" y="322781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793477" y="2752253"/>
            <a:ext cx="864852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6600" b="1" dirty="0">
                <a:solidFill>
                  <a:srgbClr val="777671"/>
                </a:solidFill>
                <a:latin typeface="微软雅黑" charset="0"/>
                <a:ea typeface="微软雅黑" charset="0"/>
                <a:cs typeface="微软雅黑" charset="0"/>
              </a:rPr>
              <a:t>感谢各位老师评判指导</a:t>
            </a:r>
          </a:p>
        </p:txBody>
      </p:sp>
      <p:sp>
        <p:nvSpPr>
          <p:cNvPr id="85" name="矩形 84"/>
          <p:cNvSpPr/>
          <p:nvPr/>
        </p:nvSpPr>
        <p:spPr>
          <a:xfrm>
            <a:off x="3904632" y="6050305"/>
            <a:ext cx="357124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5F0E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答辩人：张钦宇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056EFB0-B3A5-8538-5AFB-BB3177C64483}"/>
              </a:ext>
            </a:extLst>
          </p:cNvPr>
          <p:cNvSpPr txBox="1"/>
          <p:nvPr/>
        </p:nvSpPr>
        <p:spPr>
          <a:xfrm flipH="1">
            <a:off x="3265804" y="1742070"/>
            <a:ext cx="4848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最后一页放什么其实是一个争议性的话题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DB8C67-CF9E-46DF-89DB-FD81D35345E9}"/>
              </a:ext>
            </a:extLst>
          </p:cNvPr>
          <p:cNvSpPr txBox="1"/>
          <p:nvPr/>
        </p:nvSpPr>
        <p:spPr>
          <a:xfrm>
            <a:off x="4572000" y="2453425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我们以后再探讨一下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C17A02A-D7FD-BDAD-C4C2-D2DD0D8FBD79}"/>
              </a:ext>
            </a:extLst>
          </p:cNvPr>
          <p:cNvSpPr txBox="1"/>
          <p:nvPr/>
        </p:nvSpPr>
        <p:spPr>
          <a:xfrm>
            <a:off x="2646609" y="3917196"/>
            <a:ext cx="575619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嗯以上就是我目前的看法</a:t>
            </a:r>
            <a:endParaRPr lang="en-US" altLang="zh-CN" dirty="0"/>
          </a:p>
          <a:p>
            <a:r>
              <a:rPr lang="zh-CN" altLang="en-US" dirty="0"/>
              <a:t>我现在突然觉得</a:t>
            </a:r>
            <a:r>
              <a:rPr lang="en-US" altLang="zh-CN" dirty="0"/>
              <a:t>PPT</a:t>
            </a:r>
            <a:r>
              <a:rPr lang="zh-CN" altLang="en-US" dirty="0"/>
              <a:t>之所以叫</a:t>
            </a:r>
            <a:r>
              <a:rPr lang="en-US" altLang="zh-CN" dirty="0"/>
              <a:t>PPT</a:t>
            </a:r>
            <a:r>
              <a:rPr lang="zh-CN" altLang="en-US" dirty="0"/>
              <a:t>（</a:t>
            </a:r>
            <a:r>
              <a:rPr lang="en-US" altLang="zh-CN" dirty="0"/>
              <a:t>PowerPoint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可能不只是说利用一种精心雕饰的视觉叙事</a:t>
            </a:r>
            <a:endParaRPr lang="en-US" altLang="zh-CN" dirty="0"/>
          </a:p>
          <a:p>
            <a:r>
              <a:rPr lang="zh-CN" altLang="en-US" dirty="0"/>
              <a:t>把想法</a:t>
            </a:r>
            <a:r>
              <a:rPr lang="en-US" altLang="zh-CN" dirty="0"/>
              <a:t>point</a:t>
            </a:r>
            <a:r>
              <a:rPr lang="zh-CN" altLang="en-US" dirty="0"/>
              <a:t>给别人看从而在注意力稀缺的时代占领优势</a:t>
            </a:r>
            <a:endParaRPr lang="en-US" altLang="zh-CN" dirty="0"/>
          </a:p>
          <a:p>
            <a:r>
              <a:rPr lang="zh-CN" altLang="en-US" dirty="0"/>
              <a:t>也有一部分在于帮我们</a:t>
            </a:r>
            <a:r>
              <a:rPr lang="en-US" altLang="zh-CN" dirty="0"/>
              <a:t>point</a:t>
            </a:r>
            <a:r>
              <a:rPr lang="zh-CN" altLang="en-US" dirty="0"/>
              <a:t>自己的价值</a:t>
            </a:r>
            <a:endParaRPr lang="en-US" altLang="zh-CN" dirty="0"/>
          </a:p>
          <a:p>
            <a:r>
              <a:rPr lang="zh-CN" altLang="en-US" dirty="0"/>
              <a:t>聚焦在一些真正核心的地方</a:t>
            </a:r>
            <a:endParaRPr lang="en-US" altLang="zh-CN" dirty="0"/>
          </a:p>
          <a:p>
            <a:r>
              <a:rPr lang="zh-CN" altLang="en-US" dirty="0"/>
              <a:t>和一份从纷繁的</a:t>
            </a:r>
            <a:r>
              <a:rPr lang="en-US" altLang="zh-CN" dirty="0"/>
              <a:t>good</a:t>
            </a:r>
            <a:r>
              <a:rPr lang="zh-CN" altLang="en-US" dirty="0"/>
              <a:t>中挑选出</a:t>
            </a:r>
            <a:r>
              <a:rPr lang="en-US" altLang="zh-CN" dirty="0"/>
              <a:t>great</a:t>
            </a:r>
            <a:r>
              <a:rPr lang="zh-CN" altLang="en-US" dirty="0"/>
              <a:t>的洞察和耐心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1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0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67666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:customData xmlns="http://www.wps.cn/officeDocument/2013/wpsCustomData" xmlns:s="http://www.wps.cn/officeDocument/2013/wpsCustomData">
  <extobjs>
    <extobj name="E657119C-6982-421D-8BA7-E74DEB70A7D9-1">
      <extobjdata type="E657119C-6982-421D-8BA7-E74DEB70A7D9" data="ewoJIkNhdGVnb3J5IiA6ICJtaW5kX2ZyZWUiLAoJIkRlZmluaXRpb24iIDogIkpUZENKVEl5Ym05MFpTVXlNaVV6UVNVeU1pVXlNaVV5UXlVeU1tMWhjbWRwYmlVeU1pVXpRU1UzUWlVeU1tTm9hV3hrVFdGeVoybHVWeVV5TWlVelFURXdKVEpESlRJeVkyaHBiR1JOWVhKbmFXNUlKVEl5SlROQk5TVXlReVV5TW0xaGNtZHBia2dsTWpJbE0wRXhNQ1UzUkNVeVF5VXlNbU5vYVd4a2NtVnVKVEl5SlROQkpUVkNKVGRDSlRJeWNHRnlaVzUwSlRJeUpUTkJKVEl5Y205dmRDVXlNaVV5UXlVeU1tTm9hV3hrY21WdUpUSXlKVE5CSlRWQ0pUZENKVEl5Y0dGeVpXNTBKVEl5SlROQkpUSXlNek5sWTJKaE9HTTNOMll4SlRJeUpUSkRKVEl5WTJocGJHUnlaVzRsTWpJbE0wRWxOVUlsTlVRbE1rTWxNakpwWkNVeU1pVXpRU1V5TWpZNU5EWTNNMkkwWVdJMlppVXlNaVV5UXlVeU1uUnBkR3hsSlRJeUpUTkJKVEl5Vm5WbExtcHpKVEkyYm1KemNDVXpRaVV5TWlVM1JDVXlReVUzUWlVeU1uQmhjbVZ1ZENVeU1pVXpRU1V5TWpNelpXTmlZVGhqTnpkbU1TVXlNaVV5UXlVeU1tTm9hV3hrY21WdUpUSXlKVE5CSlRWQ0pUVkVKVEpESlRJeWFXUWxNaklsTTBFbE1qSTFNMkptWWpsaFpXTTBaRGdsTWpJbE1rTWxNakowYVhSc1pTVXlNaVV6UVNVeU1rcGhkbUZUWTNKcGNIUWxNaklsTjBRbE5VUWxNa01sTWpKcFpDVXlNaVV6UVNVeU1qTXpaV05pWVRoak56ZG1NU1V5TWlVeVF5VXlNblJwZEd4bEpUSXlKVE5CSlRJeUpVVTFKVGc1SlRoRUpVVTNKVUZDSlVGR0pUSXlKVGRFSlRKREpUZENKVEl5Y0dGeVpXNTBKVEl5SlROQkpUSXljbTl2ZENVeU1pVXlReVV5TW1Ob2FXeGtjbVZ1SlRJeUpUTkJKVFZDSlRkQ0pUSXljR0Z5Wlc1MEpUSXlKVE5CSlRJeU56ZzVPV0psTjJabE5tVmlKVEl5SlRKREpUSXlZMmhwYkdSeVpXNGxNaklsTTBFbE5VSWxOVVFsTWtNbE1qSnBaQ1V5TWlVelFTVXlNalExT0daak9EQm1ORFl3T1NVeU1pVXlReVV5TW5ScGRHeGxKVEl5SlROQkpUSXlUbTlrWlM1cWN5VXlNaVUzUkNVeVF5VTNRaVV5TW5CaGNtVnVkQ1V5TWlVelFTVXlNamM0T1RsaVpUZG1aVFpsWWlVeU1pVXlReVV5TW1Ob2FXeGtjbVZ1SlRJeUpUTkJKVFZDSlRWRUpUSkRKVEl5YVdRbE1qSWxNMEVsTWpJNE0ySTNNR0k1T0RJNE9HUWxNaklsTWtNbE1qSjBhWFJzWlNVeU1pVXpRU1V5TWtWNGNISmxjM01sTWpJbE4wUWxOVVFsTWtNbE1qSnBaQ1V5TWlVelFTVXlNamM0T1RsaVpUZG1aVFpsWWlVeU1pVXlReVV5TW5ScGRHeGxKVEl5SlROQkpUSXlKVVUxSlRrd0pUaEZKVVUzSlVGQ0pVRkdKVEl5SlRkRUpUSkRKVGRDSlRJeWNHRnlaVzUwSlRJeUpUTkJKVEl5Y205dmRDVXlNaVV5UXlVeU1tTm9hV3hrY21WdUpUSXlKVE5CSlRWQ0pUZENKVEl5Y0dGeVpXNTBKVEl5SlROQkpUSXlaR0V5TUdZMFkyRTFaVEk1SlRJeUpUSkRKVEl5WTJocGJHUnlaVzRsTWpJbE0wRWxOVUlsTlVRbE1rTWxNakpwWkNVeU1pVXpRU1V5TWpJMk9UbGtPR1k1TjJGbFpDVXlNaVV5UXlVeU1uUnBkR3hsSlRJeUpUTkJKVEl5U2xOUFRpVkZOaVU1TmlVNE55VkZOQ1ZDUWlWQ05pVXlSbE5SVEdsMFpTVXlNaVUzUkNVMVJDVXlReVV5TW1sa0pUSXlKVE5CSlRJeVpHRXlNR1kwWTJFMVpUSTVKVEl5SlRKREpUSXlkR2wwYkdVbE1qSWxNMEVsTWpJbFJUWWxPVFVsUWpBbFJUWWxPRVFsUVVVbFJUVWxRakVsT0RJbE1qSWxOMFFsTlVRbE1rTWxNakp5YjI5MEpUSXlKVE5CZEhKMVpTVXlReVV5TW5OMGVXeGxKVEl5SlROQkpUZENKVEl5WW1GamEyZHliM1Z1WkMxamIyeHZjaVV5TWlVelFTVXlNaVV5TXpKak56bGpNU1V5TWlVM1JDVXlReVV5TW5Sb1pXMWxKVEl5SlROQkpUSXlKVGRDSlRWREpUSXlZbUZqYTJkeWIzVnVaQ1UxUXlVeU1pVXpRU1UxUXlVeU1pVXlNMlptWm1abVppVTFReVV5TWlVeVF5VTFReVV5TW5Sb2RXMWlWWEpzSlRWREpUSXlKVE5CSlRWREpUSXlhSFIwY0hNbE0wRWxNa1lsTWtaM2QzY3VjSEp2WTJWemMyOXVMbU52YlNVeVJtRnpjMlYwY3lVeVJtbHRZV2RsY3lVeVJtMXBibVFsTWtadGNpNXFjR2NsTlVNbE1qSWxNa01sTlVNbE1qSjBhR2x1Ym1WeUpUVkRKVEl5SlROQlptRnNjMlVsTWtNbE5VTWxNakowYVhSc1pTVTFReVV5TWlVelFTVTFReVV5TWlWRk9TVkNRaVU1T0NWRk9DVkJSU1ZCTkNWRk9TVkJNeVU0UlNWRk5pVkJNQ1ZDUXlVMVF5VXlNaVV5UXlVMVF5VXlNbTFoY21kcGJrZ2xOVU1sTWpJbE0wRXpNQ1V5UXlVMVF5VXlNbTFoY21kcGJsY2xOVU1sTWpJbE0wRTRNQ1V5UXlVMVF5VXlNbU5vYVd4a1RXRnlaMmx1U0NVMVF5VXlNaVV6UVRJd0pUSkRKVFZESlRJeVkyaHBiR1JOWVhKbmFXNVhKVFZESlRJeUpUTkJNVElsTWtNbE5VTWxNakpqYjIxdGIyNGxOVU1sTWpJbE0wRWxOMElsTlVNbE1qSm1ZVzFwYkhrbE5VTWxNaklsTTBFbE5VTWxNaklsUlRVbFFrVWxRVVVsUlRnbFFrUWxRVVlsUlRrbE9VSWxPRFVsUlRrbFFrSWxPVEVsTlVNbE1qSWxNa01sTlVNbE1qSmliMnhrSlRWREpUSXlKVE5CZEhKMVpTVXlReVUxUXlVeU1tbDBZV3hwWXlVMVF5VXlNaVV6UVdaaGJITmxKVEpESlRWREpUSXlkR1Y0ZEVGc2FXZHVKVFZESlRJeUpUTkJKVFZESlRJeWJHVm1kQ1UxUXlVeU1pVTNSQ1V5UXlVMVF5VXlNbU52Ym01bFkzUnBiMjVUZEhsc1pTVTFReVV5TWlVelFTVTNRaVUxUXlVeU1teHBibVZYYVdSMGFDVTFReVV5TWlVelFUSWxNa01sTlVNbE1qSnNhVzVsUTI5c2IzSWxOVU1sTWpJbE0wRWxOVU1sTWpKeVoySW9NVEV6SlRKREpUSXdNakF6SlRKREpUSXdORFVwSlRWREpUSXlKVEpESlRWREpUSXlZMjlzYjNJbE5VTWxNaklsTTBFbE5VTWxNaklsTWpObVptWm1abVlsTlVNbE1qSWxOMFFsTWtNbE5VTWxNakpqWlc1MFpYSlViM0JwWXlVMVF5VXlNaVV6UVNVM1FpVTFReVV5TW1KaFkydG5jbTkxYm1SRGIyeHZjaVUxUXlVeU1pVXpRU1UxUXlVeU1pVXlNMlptTlRNMVl5VTFReVV5TWlVeVF5VTFReVV5TW1OdmJHOXlKVFZESlRJeUpUTkJKVFZESlRJeUpUSXpabVptSlRWREpUSXlKVEpESlRWREpUSXlabTl1ZEMxemFYcGxKVFZESlRJeUpUTkJKVFZESlRJeU1qUndlQ1UxUXlVeU1pVXlReVUxUXlVeU1tSnZjbVJsY2kxeVlXUnBkWE1sTlVNbE1qSWxNMEVsTlVNbE1qSTFjSGdsTlVNbE1qSWxNa01sTlVNbE1qSndZV1JrYVc1bkpUVkRKVEl5SlROQkpUVkRKVEl5TVRad2VDVXlNREkyY0hnbE1qQXhObkI0SlRJd01qWndlQ1UxUXlVeU1pVXlReVUxUXlVeU1uUmxlSFJCYkdsbmJpVTFReVV5TWlVelFTVTFReVV5TW14bFpuUWxOVU1sTWpJbE1rTWxOVU1sTWpKbWIyNTBMV1poYldsc2VTVTFReVV5TWlVelFTVTFReVV5TWlWRk5TVkNSU1ZCUlNWRk9DVkNSQ1ZCUmlWRk9TVTVRaVU0TlNWRk9TVkNRaVU1TVNVMVF5VXlNaVV5UXlVMVF5VXlNbVp2Ym5RdGQyVnBaMmgwSlRWREpUSXlKVE5CSlRWREpUSXlZbTlzWkNVMVF5VXlNaVV5UXlVMVF5VXlNbVp2Ym5RdGMzUjViR1VsTlVNbE1qSWxNMEVsTlVNbE1qSnViM0p0WVd3bE5VTWxNaklsTWtNbE5VTWxNakppYjNKa1pYSXRZMjlzYjNJbE5VTWxNaklsTTBFbE5VTWxNaklsTWpObVpqVXpOV01sTlVNbE1qSWxNa01sTlVNbE1qSnNhVzVsVTNSNWJHVWxOVU1sTWpJbE0wRWxOMElsTlVNbE1qSnNhVzVsVkhsd1pTVTFReVV5TWlVelFTVTFReVV5TW1OMWNuWmxKVFZESlRJeUpUZEVKVGRFSlRKREpUVkRKVEl5YzJWalZHOXdhV01sTlVNbE1qSWxNMEVsTjBJbE5VTWxNakppWVdOclozSnZkVzVrUTI5c2IzSWxOVU1sTWpJbE0wRWxOVU1sTWpJbE1qTmtZbVV5WlRNbE5VTWxNaklsTWtNbE5VTWxNakppYjNKa1pYSWxOVU1sTWpJbE0wRWxOVU1sTWpJeGNIZ2xNakJ6YjJ4cFpDVXlNSEpuWWlneE9EY2xNa014T0RjbE1rTXhPRGNwSlRWREpUSXlKVEpESlRWREpUSXlZbTl5WkdWeUxYSmhaR2wxY3lVMVF5VXlNaVV6UVNVMVF5VXlNalZ3ZUNVMVF5VXlNaVV5UXlVMVF5VXlNbU52Ykc5eUpUVkRKVEl5SlROQkpUVkRKVEl5SlRJek5ETTBZalUwSlRWREpUSXlKVEpESlRWREpUSXlabTl1ZEMxemFYcGxKVFZESlRJeUpUTkJKVFZESlRJeU1UZHdlQ1UxUXlVeU1pVXlReVUxUXlVeU1uQmhaR1JwYm1jbE5VTWxNaklsTTBFbE5VTWxNakl4TUhCNEpUSXdNakJ3ZUNVeU1ERXdjSGdsTWpBeU1IQjRKVFZESlRJeUpUSkRKVFZESlRJeWJHbHVaVk4wZVd4bEpUVkRKVEl5SlROQkpUZENKVFZESlRJeWJHbHVaVlI1Y0dVbE5VTWxNaklsTTBFbE5VTWxNakpqZFhKMlpTVTFReVV5TWlVeVF5VTFReVV5TW14cGJtVlhhV1IwYUNVMVF5VXlNaVV6UVNVMVF5VXlNaklsTlVNbE1qSWxNa01sTlVNbE1qSnNhVzVsUTI5c2IzSWxOVU1sTWpJbE0wRWxOVU1sTWpJbE1qTTBNelJpTlRRbE5VTWxNaklsTjBRbE1rTWxOVU1sTWpKMFpYaDBRV3hwWjI0bE5VTWxNaklsTTBFbE5VTWxNakpzWldaMEpUVkRKVEl5SlRKREpUVkRKVEl5Wm05dWRDMW1ZVzFwYkhrbE5VTWxNaklsTTBFbE5VTWxNaklsUlRVbFFrVWxRVVVsUlRnbFFrUWxRVVlsUlRrbE9VSWxPRFVsUlRrbFFrSWxPVEVsTlVNbE1qSWxNa01sTlVNbE1qSm1iMjUwTFhkbGFXZG9kQ1UxUXlVeU1pVXpRU1UxUXlVeU1tNXZjbTFoYkNVMVF5VXlNaVV5UXlVMVF5VXlNbVp2Ym5RdGMzUjViR1VsTlVNbE1qSWxNMEVsTlVNbE1qSnViM0p0WVd3bE5VTWxNaklsTWtNbE5VTWxNakppYjNKa1pYSXRZMjlzYjNJbE5VTWxNaklsTTBFbE5VTWxNaklsTWpOa1ltVXlaVE1sTlVNbE1qSWxNa01sTlVNbE1qSmliM0prWlhJdGQybGtkR2dsTlVNbE1qSWxNMEVsTlVNbE1qSXdKVFZESlRJeUpUSkRKVFZESlRJeVltOXlaR1Z5TFhOMGVXeGxKVFZESlRJeUpUTkJKVFZESlRJeWMyOXNhV1FsTlVNbE1qSWxOMFFsTWtNbE5VTWxNakpqYUdsc1pGUnZjR2xqSlRWREpUSXlKVE5CSlRkQ0pUVkRKVEl5Wm05dWRDMXphWHBsSlRWREpUSXlKVE5CSlRWREpUSXlNVE53ZUNVMVF5VXlNaVV5UXlVMVF5VXlNbU52Ykc5eUpUVkRKVEl5SlROQkpUVkRKVEl5SlRJek5ETTBZalUwSlRWREpUSXlKVEpESlRWREpUSXljR0ZrWkdsdVp5VTFReVV5TWlVelFTVTFReVV5TWpKd2VDVXlNRGh3ZUNVeU1EUndlQ1V5TUNVMVF5VXlNaVV5UXlVMVF5VXlNbXhwYm1WVGRIbHNaU1UxUXlVeU1pVXpRU1UzUWlVMVF5VXlNbXhwYm1WVWVYQmxKVFZESlRJeUpUTkJKVFZESlRJeVkzVnlkbVVsTlVNbE1qSWxNa01sTlVNbE1qSnNhVzVsVjJsa2RHZ2xOVU1sTWpJbE0wRXhKVEpESlRWREpUSXliR2x1WlVOdmJHOXlKVFZESlRJeUpUTkJKVFZESlRJeUpUSXpORE0wWWpVMEpUVkRKVEl5SlRkRUpUSkRKVFZESlRJeWRHVjRkRUZzYVdkdUpUVkRKVEl5SlROQkpUVkRKVEl5YkdWbWRDVTFReVV5TWlVeVF5VTFReVV5TW1admJuUXRabUZ0YVd4NUpUVkRKVEl5SlROQkpUVkRKVEl5SlVVMUpVSkZKVUZGSlVVNEpVSkVKVUZHSlVVNUpUbENKVGcxSlVVNUpVSkNKVGt4SlRWREpUSXlKVEpESlRWREpUSXlabTl1ZEMxM1pXbG5hSFFsTlVNbE1qSWxNMEVsTlVNbE1qSnViM0p0WVd3bE5VTWxNaklsTWtNbE5VTWxNakptYjI1MExYTjBlV3hsSlRWREpUSXlKVE5CSlRWREpUSXlibTl5YldGc0pUVkRKVEl5SlRkRUpUSkRKVFZESlRJeWFXUWxOVU1sTWpJbE0wRWxOVU1sTWpKamRYTjBiMjFwYzJWZlpEQTJaalZpTldNeE9HWmhKVFZESlRJeUpUZEVKVEl5SlRKREpUSXlhV1FsTWpJbE0wRWxNakp5YjI5MEpUSXlKVEpESlRJeWRHbDBiR1VsTWpJbE0wRWxNaklsUlRZbE9FRWxPREFsUlRZbE9VTWxRVVlsUlRZbE9VVWxRallsUlRZbE9VVWxPRFFsTWpJbE1rTWxNakp6ZEhKMVkzUjFjbVVsTWpJbE0wRWxNakp0YVc1a1gyOXlaeVV5TWlVeVF5VXlNbVp5WldWRGFHbHNaSEpsYmlVeU1pVXpRU1UxUWlVMVJDVXlReVV5TW5SbGVIUkJkWFJ2VjNKaGNGZHBaSFJvSlRJeUpUTkJPVEF3SlRKREpUSXlaR0YwWVNVeU1pVXpRU1UzUWlVeU1uSnBaMmgwTFdOdmJuUmxiblF0YVc1a1pYZ2xNaklsTTBFekpUZEVKVEpESlRJeVpXUnBkRzl5Vm1WeWMybHZiaVV5TWlVelFTVXlNbFl5SlRJeUpUSkRKVEl5WTI5dGJXVnVkSE1sTWpJbE0wRWxOVUlsTlVRbE1rTWxNakozWVhSbGNtMWhjbXNsTWpJbE0wRWxNaklsTWpJbE1rTWxNakp6YUc5M1YyRjBaWEp0WVhKckpUSXlKVE5CWm1Gc2MyVWxNa01sTWpKMGIyUnZUR2x6ZENVeU1pVXpRU1UzUWlVM1JDVTNSQT09IiwKCSJGaWxlSWQiIDogInBvX2JoZ2NqZWhhZWpmY2VhIgp9Cg=="/>
    </extobj>
  </extobjs>
</s:customData>
</file>

<file path=customXml/itemProps1.xml><?xml version="1.0" encoding="utf-8"?>
<ds:datastoreItem xmlns:ds="http://schemas.openxmlformats.org/officeDocument/2006/customXml" ds:itemID="{B248006F-4F6B-4FEF-B6CB-352AF4CDA683}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936</Words>
  <Application>Microsoft Office PowerPoint</Application>
  <PresentationFormat>宽屏</PresentationFormat>
  <Paragraphs>129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MS PGothic</vt:lpstr>
      <vt:lpstr>等线</vt:lpstr>
      <vt:lpstr>微软雅黑</vt:lpstr>
      <vt:lpstr>Arial</vt:lpstr>
      <vt:lpstr>Segoe UI Light</vt:lpstr>
      <vt:lpstr>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哎呀小小草</dc:title>
  <dc:subject>哎呀小小草</dc:subject>
  <dc:creator>哎呀小小草</dc:creator>
  <cp:keywords>https://800sucai.taobao.com</cp:keywords>
  <dc:description>https://800sucai.taobao.com</dc:description>
  <cp:lastModifiedBy>Sariel Everly</cp:lastModifiedBy>
  <cp:revision>1</cp:revision>
  <dcterms:created xsi:type="dcterms:W3CDTF">2025-11-12T12:27:52Z</dcterms:created>
  <dcterms:modified xsi:type="dcterms:W3CDTF">2025-11-12T13:26:49Z</dcterms:modified>
  <cp:category>https://800sucai.taobao.com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2EAF8D3CCDC13234B4621469DD1B209D_42</vt:lpwstr>
  </property>
  <property fmtid="{D5CDD505-2E9C-101B-9397-08002B2CF9AE}" pid="3" name="KSOProductBuildVer">
    <vt:lpwstr>2052-12.9.0.23627</vt:lpwstr>
  </property>
</Properties>
</file>