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CC79CC-DC63-585C-9069-F69EB98C5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3D6F2CC-ECC1-179F-14B1-D0DA69CFE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CFAFA2-9D1F-EA28-06AB-224A73CA1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BF19-0CFA-4FB8-888D-9D7AA445F622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4F8AEB-48F9-4705-0836-A35FD7735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DB2BF4-0123-4612-E821-40F812A30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AC153-40D2-43EB-A6F2-992ECE9350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058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8154C7-CD5B-20D1-608A-B0067D33A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0B30C5-8FBD-5673-14BB-744959E4A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2E550C-8726-1ABF-3326-7A4A3F8EB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BF19-0CFA-4FB8-888D-9D7AA445F622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274CE4-7BDB-90B7-AC4F-D70BBF5E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64BA57-6430-5DE7-3D43-DA4A11E8E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AC153-40D2-43EB-A6F2-992ECE9350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27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9C76FE-8912-B089-D36E-A22632857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6FDEE1-6738-D085-1F3D-156BCEED6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94202E-FA4B-48B1-E086-F1D03630A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BF19-0CFA-4FB8-888D-9D7AA445F622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4C334A-4606-A5DA-9311-98292331B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F35916-7D15-4C84-DAF3-FB94600DA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AC153-40D2-43EB-A6F2-992ECE9350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984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6BA776-4A98-41A1-FE8E-D7C58823F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55803B-94BB-317D-74AE-7616C8B8F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52DF29-8BBB-924D-3655-26BF8CB5A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2C420C-C654-75E7-EF5E-5239D28B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BF19-0CFA-4FB8-888D-9D7AA445F622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F8F911-336E-F16A-22C3-AFD358883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5C9CDE-737E-8D58-6BCB-0899B0F70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AC153-40D2-43EB-A6F2-992ECE9350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123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43B81-92F3-AFD3-13D2-A51B4D243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BBCF6-9A3B-37FC-C6CC-A9490881A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07942C-2C1A-F862-171F-38908AE82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0A714D0-CAC4-1431-6EA1-00F3B5B156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C1D6DC6-0ECA-C65B-F310-2824DFB32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918FC9-5597-86A9-BE2D-5DA188AB1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BF19-0CFA-4FB8-888D-9D7AA445F622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05D28E1-776C-AEF4-8FA5-EF922E103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556E74-5A23-94D8-0CE3-4F0CB7F32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AC153-40D2-43EB-A6F2-992ECE9350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294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D90F3E-F45F-E321-8060-5B0CB7976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05B04D-FA31-A562-E324-B44E67343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BF19-0CFA-4FB8-888D-9D7AA445F622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AABDC99-653D-ACCA-E130-4683CAC7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781CE6-F400-004D-B40B-7AF544C80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AC153-40D2-43EB-A6F2-992ECE9350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715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9DDE775-9831-5780-BE08-AF9437E31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BF19-0CFA-4FB8-888D-9D7AA445F622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B403A1-C58D-E034-48BD-8DB1EDED0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F01048-1589-39D6-559A-61BD2A874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AC153-40D2-43EB-A6F2-992ECE9350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661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39B826-6543-5BCD-9DC4-EB0227FA2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49DE70-B523-2E96-8B14-238A85EB0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CAF0D0-72BE-C1AC-88C2-26AA66CAE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D59E57-01FC-CD2F-2CA9-30320CFEF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BF19-0CFA-4FB8-888D-9D7AA445F622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8DF61B-C0F5-F3D5-175F-77BE5D2CC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954693-24D9-9D05-444F-3C876A8E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AC153-40D2-43EB-A6F2-992ECE9350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170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B5E5D4-F037-1174-3CC5-2AC302946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421D4CD-07C3-2D2B-B7A1-03E1E068D4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ECFD64-E7D8-9423-A640-C08A6D39E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E38B68-EF4F-5380-68AD-63D901AC3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BF19-0CFA-4FB8-888D-9D7AA445F622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9901AE-B47B-04BC-DC14-189FA9DBD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577E8D-6CD0-F238-2350-9DA0B770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AC153-40D2-43EB-A6F2-992ECE9350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17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D5247-0469-4E2B-79A1-9EEA08320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A1391C-9658-0F8A-E50C-79A7D7F9C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555B7-5923-E00F-D861-C06A40772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BF19-0CFA-4FB8-888D-9D7AA445F622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FFA2E3-9810-D48A-967F-B27711BF3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A28592-2A84-9D49-6B73-679B2A22E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AC153-40D2-43EB-A6F2-992ECE9350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787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687C199-10C1-6724-A184-634EB4CCD3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FAA3B1-FC10-2A1D-661F-E613B2040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197628-04F9-C962-5CF2-914098F00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BF19-0CFA-4FB8-888D-9D7AA445F622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396D60-3D8A-65C9-C655-A4458B700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32303D-569F-A12C-0DEE-F339D7B6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AC153-40D2-43EB-A6F2-992ECE9350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59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1ECFD8A-0814-F3B7-4374-A2A3C54BD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9C1A94-8393-8936-98C3-C101BAB8C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52C7B7-38EC-2B24-936A-EC7B818C96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C1BF19-0CFA-4FB8-888D-9D7AA445F622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D22F90-2461-B0F0-9E99-B284E5A1A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A21108-2E30-ECC8-A28C-DE2D03F3F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AAC153-40D2-43EB-A6F2-992ECE9350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59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25518B-67F4-A24A-5270-61C47AAFC0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改成</a:t>
            </a:r>
            <a:r>
              <a:rPr lang="en-US" altLang="zh-CN" dirty="0"/>
              <a:t>word</a:t>
            </a:r>
            <a:r>
              <a:rPr lang="zh-CN" altLang="en-US" dirty="0"/>
              <a:t>里的名字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C75194B-883C-11B5-6FC1-6A8AE59605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509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2F4C49-243D-CA44-8D91-2D89B8D56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8BC3AA-AA60-D354-39D4-9BFE6AAD0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第一部分 项目背景与介绍</a:t>
            </a:r>
            <a:endParaRPr lang="en-US" altLang="zh-CN" dirty="0"/>
          </a:p>
          <a:p>
            <a:r>
              <a:rPr lang="zh-CN" altLang="en-US" dirty="0"/>
              <a:t>二 技术方案与项目规划</a:t>
            </a:r>
            <a:endParaRPr lang="en-US" altLang="zh-CN" dirty="0"/>
          </a:p>
          <a:p>
            <a:r>
              <a:rPr lang="zh-CN" altLang="en-US" dirty="0"/>
              <a:t>三  新一代学业发展平台</a:t>
            </a:r>
          </a:p>
        </p:txBody>
      </p:sp>
    </p:spTree>
    <p:extLst>
      <p:ext uri="{BB962C8B-B14F-4D97-AF65-F5344CB8AC3E}">
        <p14:creationId xmlns:p14="http://schemas.microsoft.com/office/powerpoint/2010/main" val="44856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DA6CC6-6D85-8A2C-95EE-3BBD49EB5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项目背景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333812-75DA-AB20-46A2-EC48B65D6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先空着</a:t>
            </a:r>
          </a:p>
        </p:txBody>
      </p:sp>
    </p:spTree>
    <p:extLst>
      <p:ext uri="{BB962C8B-B14F-4D97-AF65-F5344CB8AC3E}">
        <p14:creationId xmlns:p14="http://schemas.microsoft.com/office/powerpoint/2010/main" val="279900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286001-30B6-6E8E-F5D8-CC7BD5037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6498F0-61F0-28AC-650A-59365138F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三个核心功能</a:t>
            </a:r>
          </a:p>
        </p:txBody>
      </p:sp>
    </p:spTree>
    <p:extLst>
      <p:ext uri="{BB962C8B-B14F-4D97-AF65-F5344CB8AC3E}">
        <p14:creationId xmlns:p14="http://schemas.microsoft.com/office/powerpoint/2010/main" val="566395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03DA1-C81D-EC9A-DCA7-C9DE57B85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CD2CC8-39D6-4714-38AB-BB2C885AB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拾光伴学平台</a:t>
            </a:r>
          </a:p>
        </p:txBody>
      </p:sp>
    </p:spTree>
    <p:extLst>
      <p:ext uri="{BB962C8B-B14F-4D97-AF65-F5344CB8AC3E}">
        <p14:creationId xmlns:p14="http://schemas.microsoft.com/office/powerpoint/2010/main" val="3567509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EB205E-486B-5EBB-6C39-9275791EA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技术方案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595C78-8874-30F1-098F-F6E4FD28F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zh-CN" altLang="en-US" b="1" dirty="0"/>
              <a:t>前端</a:t>
            </a:r>
            <a:r>
              <a:rPr lang="zh-CN" altLang="en-US" dirty="0"/>
              <a:t>：</a:t>
            </a:r>
            <a:r>
              <a:rPr lang="en-US" altLang="zh-CN" dirty="0"/>
              <a:t>Vue.js 3 + Element Plus</a:t>
            </a:r>
            <a:r>
              <a:rPr lang="zh-CN" altLang="en-US" dirty="0"/>
              <a:t>（组件化开发）</a:t>
            </a:r>
          </a:p>
          <a:p>
            <a:pPr fontAlgn="base"/>
            <a:r>
              <a:rPr lang="zh-CN" altLang="en-US" b="1" dirty="0"/>
              <a:t>后端</a:t>
            </a:r>
            <a:r>
              <a:rPr lang="zh-CN" altLang="en-US" dirty="0"/>
              <a:t>：</a:t>
            </a:r>
            <a:r>
              <a:rPr lang="en-US" altLang="zh-CN" dirty="0"/>
              <a:t>Node.js + Express</a:t>
            </a:r>
            <a:r>
              <a:rPr lang="zh-CN" altLang="en-US" dirty="0"/>
              <a:t>框架（</a:t>
            </a:r>
            <a:r>
              <a:rPr lang="en-US" altLang="zh-CN" dirty="0"/>
              <a:t>RESTful API</a:t>
            </a:r>
            <a:r>
              <a:rPr lang="zh-CN" altLang="en-US" dirty="0"/>
              <a:t>）</a:t>
            </a:r>
          </a:p>
          <a:p>
            <a:pPr fontAlgn="base"/>
            <a:r>
              <a:rPr lang="zh-CN" altLang="en-US" b="1" dirty="0"/>
              <a:t>数据库</a:t>
            </a:r>
            <a:r>
              <a:rPr lang="zh-CN" altLang="en-US" dirty="0"/>
              <a:t>：</a:t>
            </a:r>
            <a:r>
              <a:rPr lang="en-US" altLang="zh-CN" dirty="0"/>
              <a:t>SQLite</a:t>
            </a:r>
            <a:r>
              <a:rPr lang="zh-CN" altLang="en-US" dirty="0"/>
              <a:t>（开发）</a:t>
            </a:r>
            <a:r>
              <a:rPr lang="en-US" altLang="zh-CN" dirty="0"/>
              <a:t>/MySQL</a:t>
            </a:r>
            <a:r>
              <a:rPr lang="zh-CN" altLang="en-US" dirty="0"/>
              <a:t>（生产）</a:t>
            </a:r>
          </a:p>
          <a:p>
            <a:pPr fontAlgn="base"/>
            <a:r>
              <a:rPr lang="zh-CN" altLang="en-US" b="1" dirty="0"/>
              <a:t>部署</a:t>
            </a:r>
            <a:r>
              <a:rPr lang="zh-CN" altLang="en-US" dirty="0"/>
              <a:t>：</a:t>
            </a:r>
            <a:r>
              <a:rPr lang="en-US" altLang="zh-CN" dirty="0"/>
              <a:t>Nginx + </a:t>
            </a:r>
            <a:r>
              <a:rPr lang="zh-CN" altLang="en-US" dirty="0"/>
              <a:t>云服务器容器化部署</a:t>
            </a:r>
          </a:p>
          <a:p>
            <a:pPr fontAlgn="base"/>
            <a:br>
              <a:rPr lang="en-US" altLang="zh-CN" dirty="0"/>
            </a:br>
            <a:r>
              <a:rPr lang="zh-CN" altLang="en-US" dirty="0"/>
              <a:t>前后端分离架构，支持并行开发</a:t>
            </a:r>
          </a:p>
          <a:p>
            <a:pPr fontAlgn="base"/>
            <a:r>
              <a:rPr lang="zh-CN" altLang="en-US" dirty="0"/>
              <a:t>敏捷开发：分两阶段交付</a:t>
            </a:r>
            <a:endParaRPr lang="en-US" altLang="zh-CN" dirty="0"/>
          </a:p>
          <a:p>
            <a:pPr fontAlgn="base"/>
            <a:r>
              <a:rPr lang="zh-CN" altLang="en-US" dirty="0"/>
              <a:t>轻量级</a:t>
            </a:r>
            <a:r>
              <a:rPr lang="en-US" altLang="zh-CN" dirty="0"/>
              <a:t>AI</a:t>
            </a:r>
            <a:r>
              <a:rPr lang="zh-CN" altLang="en-US" dirty="0"/>
              <a:t>推荐算法（二期规划）</a:t>
            </a:r>
          </a:p>
          <a:p>
            <a:pPr fontAlgn="base"/>
            <a:r>
              <a:rPr lang="zh-CN" altLang="en-US" dirty="0"/>
              <a:t>完整的</a:t>
            </a:r>
            <a:r>
              <a:rPr lang="en-US" altLang="zh-CN" dirty="0"/>
              <a:t>Git</a:t>
            </a:r>
            <a:r>
              <a:rPr lang="zh-CN" altLang="en-US" dirty="0"/>
              <a:t>工作流与</a:t>
            </a:r>
            <a:r>
              <a:rPr lang="en-US" altLang="zh-CN" dirty="0"/>
              <a:t>CI/CD</a:t>
            </a:r>
            <a:r>
              <a:rPr lang="zh-CN" altLang="en-US" dirty="0"/>
              <a:t>自动化部署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1323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E51594-1168-1D2D-4909-4576126DE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项目规划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DE34601-F42C-2EB3-8C1C-007AAAA6E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20271"/>
            <a:ext cx="10515600" cy="376204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3E335F6-0DD9-4040-944D-035081472A27}"/>
              </a:ext>
            </a:extLst>
          </p:cNvPr>
          <p:cNvSpPr txBox="1"/>
          <p:nvPr/>
        </p:nvSpPr>
        <p:spPr>
          <a:xfrm>
            <a:off x="3055620" y="2019300"/>
            <a:ext cx="4838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我打算放一个甘特图，但不是这个，先空一下</a:t>
            </a:r>
          </a:p>
        </p:txBody>
      </p:sp>
    </p:spTree>
    <p:extLst>
      <p:ext uri="{BB962C8B-B14F-4D97-AF65-F5344CB8AC3E}">
        <p14:creationId xmlns:p14="http://schemas.microsoft.com/office/powerpoint/2010/main" val="1084715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3DF9D0-736C-06B1-87D4-D7113B7B7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新一代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4C8C14-2E9E-80E4-7550-DE946BED4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之前的项目：</a:t>
            </a:r>
            <a:endParaRPr lang="en-US" altLang="zh-CN" dirty="0"/>
          </a:p>
          <a:p>
            <a:r>
              <a:rPr lang="zh-CN" altLang="en-US" dirty="0"/>
              <a:t>链知计划</a:t>
            </a:r>
            <a:br>
              <a:rPr lang="en-US" altLang="zh-CN" dirty="0"/>
            </a:br>
            <a:r>
              <a:rPr lang="zh-CN" altLang="en-US" dirty="0"/>
              <a:t>问题</a:t>
            </a:r>
            <a:br>
              <a:rPr lang="en-US" altLang="zh-CN" dirty="0"/>
            </a:br>
            <a:r>
              <a:rPr lang="en-US" altLang="zh-CN" dirty="0"/>
              <a:t>1</a:t>
            </a:r>
            <a:r>
              <a:rPr lang="zh-CN" altLang="en-US" dirty="0"/>
              <a:t>、功能单一，搜索不便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、文件与已有</a:t>
            </a:r>
            <a:r>
              <a:rPr lang="en-US" altLang="zh-CN" dirty="0"/>
              <a:t>cc98</a:t>
            </a:r>
            <a:r>
              <a:rPr lang="zh-CN" altLang="en-US" dirty="0"/>
              <a:t>等平台冲突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</a:p>
        </p:txBody>
      </p:sp>
    </p:spTree>
    <p:extLst>
      <p:ext uri="{BB962C8B-B14F-4D97-AF65-F5344CB8AC3E}">
        <p14:creationId xmlns:p14="http://schemas.microsoft.com/office/powerpoint/2010/main" val="976865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CCA62-8593-3FD4-0C7E-F44033528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我们的优势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838100-B7B2-FA7F-0320-8CE8DBEE7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en-US" b="1" dirty="0"/>
              <a:t>一站式学业闭环体验</a:t>
            </a:r>
            <a:r>
              <a:rPr lang="zh-CN" altLang="en-US" dirty="0"/>
              <a:t>打破平台切换壁垒，实现高效无缝的学习体验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zh-CN" altLang="en-US" b="1" dirty="0"/>
              <a:t>轻量化资源聚合模式，</a:t>
            </a:r>
            <a:r>
              <a:rPr lang="zh-CN" altLang="en-US" dirty="0"/>
              <a:t>以链接导航替代文件托管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zh-CN" altLang="en-US" b="1" dirty="0"/>
              <a:t>敏捷迭代与专业管理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9852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216</Words>
  <Application>Microsoft Office PowerPoint</Application>
  <PresentationFormat>宽屏</PresentationFormat>
  <Paragraphs>31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改成word里的名字</vt:lpstr>
      <vt:lpstr>目录</vt:lpstr>
      <vt:lpstr>项目背景</vt:lpstr>
      <vt:lpstr>项目简介</vt:lpstr>
      <vt:lpstr>定义</vt:lpstr>
      <vt:lpstr>技术方案</vt:lpstr>
      <vt:lpstr>项目规划</vt:lpstr>
      <vt:lpstr>新一代</vt:lpstr>
      <vt:lpstr>我们的优势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Sariel Everly</dc:creator>
  <cp:lastModifiedBy>Sariel Everly</cp:lastModifiedBy>
  <cp:revision>5</cp:revision>
  <dcterms:created xsi:type="dcterms:W3CDTF">2025-11-16T09:37:44Z</dcterms:created>
  <dcterms:modified xsi:type="dcterms:W3CDTF">2025-11-16T12:29:40Z</dcterms:modified>
</cp:coreProperties>
</file>